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omments/modernComment_16D_0.xml" ContentType="application/vnd.ms-powerpoint.comments+xml"/>
  <Override PartName="/ppt/notesSlides/notesSlide2.xml" ContentType="application/vnd.openxmlformats-officedocument.presentationml.notesSlide+xml"/>
  <Override PartName="/ppt/comments/modernComment_173_0.xml" ContentType="application/vnd.ms-powerpoint.comment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omments/modernComment_178_0.xml" ContentType="application/vnd.ms-powerpoint.comments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706" r:id="rId2"/>
  </p:sldMasterIdLst>
  <p:notesMasterIdLst>
    <p:notesMasterId r:id="rId7"/>
  </p:notesMasterIdLst>
  <p:handoutMasterIdLst>
    <p:handoutMasterId r:id="rId8"/>
  </p:handoutMasterIdLst>
  <p:sldIdLst>
    <p:sldId id="365" r:id="rId3"/>
    <p:sldId id="371" r:id="rId4"/>
    <p:sldId id="372" r:id="rId5"/>
    <p:sldId id="376" r:id="rId6"/>
  </p:sldIdLst>
  <p:sldSz cx="12192000" cy="6858000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6AD6F02-1031-7BF7-4C39-9C3B7B8DD312}" name="路 季" initials="路季" userId="2d369cb1404c1579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1930"/>
    <a:srgbClr val="84715B"/>
    <a:srgbClr val="B69E5A"/>
    <a:srgbClr val="176178"/>
    <a:srgbClr val="F72575"/>
    <a:srgbClr val="E643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36" autoAdjust="0"/>
    <p:restoredTop sz="94688" autoAdjust="0"/>
  </p:normalViewPr>
  <p:slideViewPr>
    <p:cSldViewPr snapToGrid="0" snapToObjects="1">
      <p:cViewPr varScale="1">
        <p:scale>
          <a:sx n="76" d="100"/>
          <a:sy n="76" d="100"/>
        </p:scale>
        <p:origin x="54" y="80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5" d="100"/>
          <a:sy n="95" d="100"/>
        </p:scale>
        <p:origin x="2504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microsoft.com/office/2018/10/relationships/authors" Target="authors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tags" Target="tags/tag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路 季" userId="2d369cb1404c1579" providerId="LiveId" clId="{F65A3F3C-9AE6-484C-8E4B-B8919443B272}"/>
    <pc:docChg chg="custSel delSld modSld">
      <pc:chgData name="路 季" userId="2d369cb1404c1579" providerId="LiveId" clId="{F65A3F3C-9AE6-484C-8E4B-B8919443B272}" dt="2024-04-27T14:11:28.352" v="74" actId="1076"/>
      <pc:docMkLst>
        <pc:docMk/>
      </pc:docMkLst>
      <pc:sldChg chg="del">
        <pc:chgData name="路 季" userId="2d369cb1404c1579" providerId="LiveId" clId="{F65A3F3C-9AE6-484C-8E4B-B8919443B272}" dt="2024-04-27T14:06:47.668" v="1" actId="47"/>
        <pc:sldMkLst>
          <pc:docMk/>
          <pc:sldMk cId="0" sldId="362"/>
        </pc:sldMkLst>
      </pc:sldChg>
      <pc:sldChg chg="del">
        <pc:chgData name="路 季" userId="2d369cb1404c1579" providerId="LiveId" clId="{F65A3F3C-9AE6-484C-8E4B-B8919443B272}" dt="2024-04-27T14:06:48.269" v="2" actId="47"/>
        <pc:sldMkLst>
          <pc:docMk/>
          <pc:sldMk cId="0" sldId="363"/>
        </pc:sldMkLst>
      </pc:sldChg>
      <pc:sldChg chg="del">
        <pc:chgData name="路 季" userId="2d369cb1404c1579" providerId="LiveId" clId="{F65A3F3C-9AE6-484C-8E4B-B8919443B272}" dt="2024-04-27T14:06:48.745" v="3" actId="47"/>
        <pc:sldMkLst>
          <pc:docMk/>
          <pc:sldMk cId="0" sldId="364"/>
        </pc:sldMkLst>
      </pc:sldChg>
      <pc:sldChg chg="del">
        <pc:chgData name="路 季" userId="2d369cb1404c1579" providerId="LiveId" clId="{F65A3F3C-9AE6-484C-8E4B-B8919443B272}" dt="2024-04-27T14:06:50.668" v="12" actId="47"/>
        <pc:sldMkLst>
          <pc:docMk/>
          <pc:sldMk cId="0" sldId="366"/>
        </pc:sldMkLst>
      </pc:sldChg>
      <pc:sldChg chg="del">
        <pc:chgData name="路 季" userId="2d369cb1404c1579" providerId="LiveId" clId="{F65A3F3C-9AE6-484C-8E4B-B8919443B272}" dt="2024-04-27T14:06:50.095" v="9" actId="47"/>
        <pc:sldMkLst>
          <pc:docMk/>
          <pc:sldMk cId="0" sldId="367"/>
        </pc:sldMkLst>
      </pc:sldChg>
      <pc:sldChg chg="del">
        <pc:chgData name="路 季" userId="2d369cb1404c1579" providerId="LiveId" clId="{F65A3F3C-9AE6-484C-8E4B-B8919443B272}" dt="2024-04-27T14:06:49.309" v="5" actId="47"/>
        <pc:sldMkLst>
          <pc:docMk/>
          <pc:sldMk cId="0" sldId="368"/>
        </pc:sldMkLst>
      </pc:sldChg>
      <pc:sldChg chg="del">
        <pc:chgData name="路 季" userId="2d369cb1404c1579" providerId="LiveId" clId="{F65A3F3C-9AE6-484C-8E4B-B8919443B272}" dt="2024-04-27T14:06:51.417" v="16" actId="47"/>
        <pc:sldMkLst>
          <pc:docMk/>
          <pc:sldMk cId="0" sldId="369"/>
        </pc:sldMkLst>
      </pc:sldChg>
      <pc:sldChg chg="del">
        <pc:chgData name="路 季" userId="2d369cb1404c1579" providerId="LiveId" clId="{F65A3F3C-9AE6-484C-8E4B-B8919443B272}" dt="2024-04-27T14:06:49.013" v="4" actId="47"/>
        <pc:sldMkLst>
          <pc:docMk/>
          <pc:sldMk cId="0" sldId="370"/>
        </pc:sldMkLst>
      </pc:sldChg>
      <pc:sldChg chg="delSp modSp mod">
        <pc:chgData name="路 季" userId="2d369cb1404c1579" providerId="LiveId" clId="{F65A3F3C-9AE6-484C-8E4B-B8919443B272}" dt="2024-04-27T14:11:28.352" v="74" actId="1076"/>
        <pc:sldMkLst>
          <pc:docMk/>
          <pc:sldMk cId="0" sldId="371"/>
        </pc:sldMkLst>
        <pc:spChg chg="mod">
          <ac:chgData name="路 季" userId="2d369cb1404c1579" providerId="LiveId" clId="{F65A3F3C-9AE6-484C-8E4B-B8919443B272}" dt="2024-04-27T14:07:32.615" v="34" actId="1076"/>
          <ac:spMkLst>
            <pc:docMk/>
            <pc:sldMk cId="0" sldId="371"/>
            <ac:spMk id="3" creationId="{00000000-0000-0000-0000-000000000000}"/>
          </ac:spMkLst>
        </pc:spChg>
        <pc:spChg chg="mod">
          <ac:chgData name="路 季" userId="2d369cb1404c1579" providerId="LiveId" clId="{F65A3F3C-9AE6-484C-8E4B-B8919443B272}" dt="2024-04-27T14:07:16.054" v="29" actId="1076"/>
          <ac:spMkLst>
            <pc:docMk/>
            <pc:sldMk cId="0" sldId="371"/>
            <ac:spMk id="5" creationId="{00000000-0000-0000-0000-000000000000}"/>
          </ac:spMkLst>
        </pc:spChg>
        <pc:spChg chg="del">
          <ac:chgData name="路 季" userId="2d369cb1404c1579" providerId="LiveId" clId="{F65A3F3C-9AE6-484C-8E4B-B8919443B272}" dt="2024-04-27T14:07:06.948" v="22" actId="478"/>
          <ac:spMkLst>
            <pc:docMk/>
            <pc:sldMk cId="0" sldId="371"/>
            <ac:spMk id="7" creationId="{00000000-0000-0000-0000-000000000000}"/>
          </ac:spMkLst>
        </pc:spChg>
        <pc:spChg chg="del">
          <ac:chgData name="路 季" userId="2d369cb1404c1579" providerId="LiveId" clId="{F65A3F3C-9AE6-484C-8E4B-B8919443B272}" dt="2024-04-27T14:07:05.595" v="20" actId="478"/>
          <ac:spMkLst>
            <pc:docMk/>
            <pc:sldMk cId="0" sldId="371"/>
            <ac:spMk id="9" creationId="{00000000-0000-0000-0000-000000000000}"/>
          </ac:spMkLst>
        </pc:spChg>
        <pc:spChg chg="mod">
          <ac:chgData name="路 季" userId="2d369cb1404c1579" providerId="LiveId" clId="{F65A3F3C-9AE6-484C-8E4B-B8919443B272}" dt="2024-04-27T14:07:32.615" v="34" actId="1076"/>
          <ac:spMkLst>
            <pc:docMk/>
            <pc:sldMk cId="0" sldId="371"/>
            <ac:spMk id="19" creationId="{00000000-0000-0000-0000-000000000000}"/>
          </ac:spMkLst>
        </pc:spChg>
        <pc:spChg chg="mod">
          <ac:chgData name="路 季" userId="2d369cb1404c1579" providerId="LiveId" clId="{F65A3F3C-9AE6-484C-8E4B-B8919443B272}" dt="2024-04-27T14:07:24.176" v="33" actId="1076"/>
          <ac:spMkLst>
            <pc:docMk/>
            <pc:sldMk cId="0" sldId="371"/>
            <ac:spMk id="20" creationId="{00000000-0000-0000-0000-000000000000}"/>
          </ac:spMkLst>
        </pc:spChg>
        <pc:spChg chg="del mod">
          <ac:chgData name="路 季" userId="2d369cb1404c1579" providerId="LiveId" clId="{F65A3F3C-9AE6-484C-8E4B-B8919443B272}" dt="2024-04-27T14:07:09.268" v="25" actId="478"/>
          <ac:spMkLst>
            <pc:docMk/>
            <pc:sldMk cId="0" sldId="371"/>
            <ac:spMk id="21" creationId="{00000000-0000-0000-0000-000000000000}"/>
          </ac:spMkLst>
        </pc:spChg>
        <pc:spChg chg="del">
          <ac:chgData name="路 季" userId="2d369cb1404c1579" providerId="LiveId" clId="{F65A3F3C-9AE6-484C-8E4B-B8919443B272}" dt="2024-04-27T14:07:10.524" v="26" actId="478"/>
          <ac:spMkLst>
            <pc:docMk/>
            <pc:sldMk cId="0" sldId="371"/>
            <ac:spMk id="22" creationId="{00000000-0000-0000-0000-000000000000}"/>
          </ac:spMkLst>
        </pc:spChg>
        <pc:picChg chg="del">
          <ac:chgData name="路 季" userId="2d369cb1404c1579" providerId="LiveId" clId="{F65A3F3C-9AE6-484C-8E4B-B8919443B272}" dt="2024-04-27T14:07:04.941" v="19" actId="478"/>
          <ac:picMkLst>
            <pc:docMk/>
            <pc:sldMk cId="0" sldId="371"/>
            <ac:picMk id="24" creationId="{150187ED-722C-57B6-4E3E-3C040CB05E32}"/>
          </ac:picMkLst>
        </pc:picChg>
        <pc:picChg chg="mod">
          <ac:chgData name="路 季" userId="2d369cb1404c1579" providerId="LiveId" clId="{F65A3F3C-9AE6-484C-8E4B-B8919443B272}" dt="2024-04-27T14:11:28.352" v="74" actId="1076"/>
          <ac:picMkLst>
            <pc:docMk/>
            <pc:sldMk cId="0" sldId="371"/>
            <ac:picMk id="26" creationId="{DFDE8D4B-D7CE-FAC1-89B0-571FDF7341DB}"/>
          </ac:picMkLst>
        </pc:picChg>
        <pc:picChg chg="del">
          <ac:chgData name="路 季" userId="2d369cb1404c1579" providerId="LiveId" clId="{F65A3F3C-9AE6-484C-8E4B-B8919443B272}" dt="2024-04-27T14:07:03.995" v="18" actId="478"/>
          <ac:picMkLst>
            <pc:docMk/>
            <pc:sldMk cId="0" sldId="371"/>
            <ac:picMk id="28" creationId="{E5DBA2DA-6B2E-75BA-49BF-F1F70D5FBBD5}"/>
          </ac:picMkLst>
        </pc:picChg>
        <pc:picChg chg="mod">
          <ac:chgData name="路 季" userId="2d369cb1404c1579" providerId="LiveId" clId="{F65A3F3C-9AE6-484C-8E4B-B8919443B272}" dt="2024-04-27T14:11:25.052" v="73" actId="1076"/>
          <ac:picMkLst>
            <pc:docMk/>
            <pc:sldMk cId="0" sldId="371"/>
            <ac:picMk id="30" creationId="{1550DB1E-005A-FCB0-6445-C9CA2D0D5937}"/>
          </ac:picMkLst>
        </pc:picChg>
        <pc:cxnChg chg="mod">
          <ac:chgData name="路 季" userId="2d369cb1404c1579" providerId="LiveId" clId="{F65A3F3C-9AE6-484C-8E4B-B8919443B272}" dt="2024-04-27T14:07:32.615" v="34" actId="1076"/>
          <ac:cxnSpMkLst>
            <pc:docMk/>
            <pc:sldMk cId="0" sldId="371"/>
            <ac:cxnSpMk id="4" creationId="{00000000-0000-0000-0000-000000000000}"/>
          </ac:cxnSpMkLst>
        </pc:cxnChg>
        <pc:cxnChg chg="mod">
          <ac:chgData name="路 季" userId="2d369cb1404c1579" providerId="LiveId" clId="{F65A3F3C-9AE6-484C-8E4B-B8919443B272}" dt="2024-04-27T14:07:18.957" v="31" actId="1076"/>
          <ac:cxnSpMkLst>
            <pc:docMk/>
            <pc:sldMk cId="0" sldId="371"/>
            <ac:cxnSpMk id="6" creationId="{00000000-0000-0000-0000-000000000000}"/>
          </ac:cxnSpMkLst>
        </pc:cxnChg>
        <pc:cxnChg chg="del">
          <ac:chgData name="路 季" userId="2d369cb1404c1579" providerId="LiveId" clId="{F65A3F3C-9AE6-484C-8E4B-B8919443B272}" dt="2024-04-27T14:07:07.587" v="23" actId="478"/>
          <ac:cxnSpMkLst>
            <pc:docMk/>
            <pc:sldMk cId="0" sldId="371"/>
            <ac:cxnSpMk id="8" creationId="{00000000-0000-0000-0000-000000000000}"/>
          </ac:cxnSpMkLst>
        </pc:cxnChg>
        <pc:cxnChg chg="del">
          <ac:chgData name="路 季" userId="2d369cb1404c1579" providerId="LiveId" clId="{F65A3F3C-9AE6-484C-8E4B-B8919443B272}" dt="2024-04-27T14:07:06.387" v="21" actId="478"/>
          <ac:cxnSpMkLst>
            <pc:docMk/>
            <pc:sldMk cId="0" sldId="371"/>
            <ac:cxnSpMk id="10" creationId="{00000000-0000-0000-0000-000000000000}"/>
          </ac:cxnSpMkLst>
        </pc:cxnChg>
      </pc:sldChg>
      <pc:sldChg chg="del">
        <pc:chgData name="路 季" userId="2d369cb1404c1579" providerId="LiveId" clId="{F65A3F3C-9AE6-484C-8E4B-B8919443B272}" dt="2024-04-27T14:06:49.528" v="6" actId="47"/>
        <pc:sldMkLst>
          <pc:docMk/>
          <pc:sldMk cId="0" sldId="373"/>
        </pc:sldMkLst>
      </pc:sldChg>
      <pc:sldChg chg="del">
        <pc:chgData name="路 季" userId="2d369cb1404c1579" providerId="LiveId" clId="{F65A3F3C-9AE6-484C-8E4B-B8919443B272}" dt="2024-04-27T14:06:49.722" v="7" actId="47"/>
        <pc:sldMkLst>
          <pc:docMk/>
          <pc:sldMk cId="0" sldId="374"/>
        </pc:sldMkLst>
      </pc:sldChg>
      <pc:sldChg chg="del">
        <pc:chgData name="路 季" userId="2d369cb1404c1579" providerId="LiveId" clId="{F65A3F3C-9AE6-484C-8E4B-B8919443B272}" dt="2024-04-27T14:06:49.900" v="8" actId="47"/>
        <pc:sldMkLst>
          <pc:docMk/>
          <pc:sldMk cId="0" sldId="375"/>
        </pc:sldMkLst>
      </pc:sldChg>
      <pc:sldChg chg="modSp mod">
        <pc:chgData name="路 季" userId="2d369cb1404c1579" providerId="LiveId" clId="{F65A3F3C-9AE6-484C-8E4B-B8919443B272}" dt="2024-04-27T14:10:17.010" v="72" actId="20577"/>
        <pc:sldMkLst>
          <pc:docMk/>
          <pc:sldMk cId="0" sldId="376"/>
        </pc:sldMkLst>
        <pc:spChg chg="mod">
          <ac:chgData name="路 季" userId="2d369cb1404c1579" providerId="LiveId" clId="{F65A3F3C-9AE6-484C-8E4B-B8919443B272}" dt="2024-04-27T14:10:17.010" v="72" actId="20577"/>
          <ac:spMkLst>
            <pc:docMk/>
            <pc:sldMk cId="0" sldId="376"/>
            <ac:spMk id="13" creationId="{00000000-0000-0000-0000-000000000000}"/>
          </ac:spMkLst>
        </pc:spChg>
      </pc:sldChg>
      <pc:sldChg chg="del">
        <pc:chgData name="路 季" userId="2d369cb1404c1579" providerId="LiveId" clId="{F65A3F3C-9AE6-484C-8E4B-B8919443B272}" dt="2024-04-27T14:06:50.296" v="10" actId="47"/>
        <pc:sldMkLst>
          <pc:docMk/>
          <pc:sldMk cId="0" sldId="377"/>
        </pc:sldMkLst>
      </pc:sldChg>
      <pc:sldChg chg="del">
        <pc:chgData name="路 季" userId="2d369cb1404c1579" providerId="LiveId" clId="{F65A3F3C-9AE6-484C-8E4B-B8919443B272}" dt="2024-04-27T14:06:50.465" v="11" actId="47"/>
        <pc:sldMkLst>
          <pc:docMk/>
          <pc:sldMk cId="0" sldId="378"/>
        </pc:sldMkLst>
      </pc:sldChg>
      <pc:sldChg chg="del">
        <pc:chgData name="路 季" userId="2d369cb1404c1579" providerId="LiveId" clId="{F65A3F3C-9AE6-484C-8E4B-B8919443B272}" dt="2024-04-27T14:06:50.852" v="13" actId="47"/>
        <pc:sldMkLst>
          <pc:docMk/>
          <pc:sldMk cId="0" sldId="379"/>
        </pc:sldMkLst>
      </pc:sldChg>
      <pc:sldChg chg="del">
        <pc:chgData name="路 季" userId="2d369cb1404c1579" providerId="LiveId" clId="{F65A3F3C-9AE6-484C-8E4B-B8919443B272}" dt="2024-04-27T14:06:51.046" v="14" actId="47"/>
        <pc:sldMkLst>
          <pc:docMk/>
          <pc:sldMk cId="0" sldId="380"/>
        </pc:sldMkLst>
      </pc:sldChg>
      <pc:sldChg chg="del">
        <pc:chgData name="路 季" userId="2d369cb1404c1579" providerId="LiveId" clId="{F65A3F3C-9AE6-484C-8E4B-B8919443B272}" dt="2024-04-27T14:06:51.236" v="15" actId="47"/>
        <pc:sldMkLst>
          <pc:docMk/>
          <pc:sldMk cId="0" sldId="381"/>
        </pc:sldMkLst>
      </pc:sldChg>
      <pc:sldChg chg="del">
        <pc:chgData name="路 季" userId="2d369cb1404c1579" providerId="LiveId" clId="{F65A3F3C-9AE6-484C-8E4B-B8919443B272}" dt="2024-04-27T14:06:51.611" v="17" actId="47"/>
        <pc:sldMkLst>
          <pc:docMk/>
          <pc:sldMk cId="0" sldId="382"/>
        </pc:sldMkLst>
      </pc:sldChg>
      <pc:sldChg chg="del">
        <pc:chgData name="路 季" userId="2d369cb1404c1579" providerId="LiveId" clId="{F65A3F3C-9AE6-484C-8E4B-B8919443B272}" dt="2024-04-27T14:06:46.613" v="0" actId="47"/>
        <pc:sldMkLst>
          <pc:docMk/>
          <pc:sldMk cId="2143789011" sldId="383"/>
        </pc:sldMkLst>
      </pc:sldChg>
    </pc:docChg>
  </pc:docChgLst>
</pc:chgInfo>
</file>

<file path=ppt/comments/modernComment_16D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AD1750D-CE2B-4738-AD84-572963AF093F}" authorId="{56AD6F02-1031-7BF7-4C39-9C3B7B8DD312}" created="2024-04-27T12:55:35.34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65"/>
      <ac:spMk id="19" creationId="{00000000-0000-0000-0000-000000000000}"/>
      <ac:txMk cp="0" len="24">
        <ac:context len="99" hash="1888006078"/>
      </ac:txMk>
    </ac:txMkLst>
    <p188:pos x="5859744" y="130156"/>
    <p188:txBody>
      <a:bodyPr/>
      <a:lstStyle/>
      <a:p>
        <a:r>
          <a:rPr lang="zh-CN" altLang="en-US"/>
          <a:t>1.二手廉价性</a:t>
        </a:r>
      </a:p>
    </p188:txBody>
  </p188:cm>
  <p188:cm id="{F9AA6497-B21C-4655-82D6-B10CBD969255}" authorId="{56AD6F02-1031-7BF7-4C39-9C3B7B8DD312}" created="2024-04-27T12:55:48.24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65"/>
      <ac:spMk id="19" creationId="{00000000-0000-0000-0000-000000000000}"/>
      <ac:txMk cp="26" len="50">
        <ac:context len="99" hash="1888006078"/>
      </ac:txMk>
    </ac:txMkLst>
    <p188:pos x="8323246" y="1044556"/>
    <p188:txBody>
      <a:bodyPr/>
      <a:lstStyle/>
      <a:p>
        <a:r>
          <a:rPr lang="zh-CN" altLang="en-US"/>
          <a:t>交易安全性</a:t>
        </a:r>
      </a:p>
    </p188:txBody>
  </p188:cm>
  <p188:cm id="{DF258C36-2947-49C0-BC00-96F83FDE4C73}" authorId="{56AD6F02-1031-7BF7-4C39-9C3B7B8DD312}" created="2024-04-27T12:56:13.357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65"/>
      <ac:spMk id="19" creationId="{00000000-0000-0000-0000-000000000000}"/>
      <ac:txMk cp="78" len="20">
        <ac:context len="99" hash="1888006078"/>
      </ac:txMk>
    </ac:txMkLst>
    <p188:pos x="4843147" y="2416156"/>
    <p188:txBody>
      <a:bodyPr/>
      <a:lstStyle/>
      <a:p>
        <a:r>
          <a:rPr lang="zh-CN" altLang="en-US"/>
          <a:t>适配性</a:t>
        </a:r>
      </a:p>
    </p188:txBody>
  </p188:cm>
</p188:cmLst>
</file>

<file path=ppt/comments/modernComment_173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2842567-E1C9-4A82-B79C-C470BC7EC356}" authorId="{56AD6F02-1031-7BF7-4C39-9C3B7B8DD312}" created="2024-04-27T12:55:09.10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71"/>
      <ac:spMk id="2" creationId="{00000000-0000-0000-0000-000000000000}"/>
      <ac:txMk cp="0" len="4">
        <ac:context len="5" hash="867766141"/>
      </ac:txMk>
    </ac:txMkLst>
    <p188:pos x="2905602" y="170272"/>
    <p188:txBody>
      <a:bodyPr/>
      <a:lstStyle/>
      <a:p>
        <a:r>
          <a:rPr lang="zh-CN" altLang="en-US"/>
          <a:t>盈利方式</a:t>
        </a:r>
      </a:p>
    </p188:txBody>
  </p188:cm>
</p188:cmLst>
</file>

<file path=ppt/comments/modernComment_178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B217B4E-BD7D-4111-9530-61EFF97E22F7}" authorId="{56AD6F02-1031-7BF7-4C39-9C3B7B8DD312}" created="2024-04-27T13:53:55.46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76"/>
      <ac:spMk id="12" creationId="{00000000-0000-0000-0000-000000000000}"/>
      <ac:txMk cp="0" len="8">
        <ac:context len="9" hash="111839400"/>
      </ac:txMk>
    </ac:txMkLst>
    <p188:pos x="2944003" y="152940"/>
    <p188:txBody>
      <a:bodyPr/>
      <a:lstStyle/>
      <a:p>
        <a:r>
          <a:rPr lang="zh-CN" altLang="en-US"/>
          <a:t>研发、生产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4B3C7D-7ED1-A34F-BCFC-1C01389AE58C}" type="datetimeFigureOut">
              <a:rPr kumimoji="1" lang="zh-CN" altLang="en-US" smtClean="0"/>
              <a:t>2024/4/27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CED8CE-3D9F-CA47-A17E-9AD879C3B1C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ACF2CF-5EF1-D24F-8F8B-C67282AA038A}" type="datetimeFigureOut">
              <a:rPr kumimoji="1" lang="zh-CN" altLang="en-US" smtClean="0"/>
              <a:t>2024/4/27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F70782-008B-5B48-B01C-A994AC4AA04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hf sldNum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hf sldNum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hf sldNum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2024/4/27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hf sldNum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2024/4/27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hf sldNum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2024/4/27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hf sldNum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2024/4/27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hf sldNum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2024/4/27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hf sldNum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e appreciate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 rot="13500000">
            <a:off x="1247766" y="1214984"/>
            <a:ext cx="4432301" cy="4429800"/>
          </a:xfrm>
          <a:prstGeom prst="roundRect">
            <a:avLst>
              <a:gd name="adj" fmla="val 32703"/>
            </a:avLst>
          </a:prstGeom>
          <a:solidFill>
            <a:srgbClr val="373940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>
              <a:lnSpc>
                <a:spcPct val="100000"/>
              </a:lnSpc>
              <a:defRPr sz="3200">
                <a:solidFill>
                  <a:srgbClr val="FFFFFF"/>
                </a:solidFill>
              </a:defRPr>
            </a:pPr>
            <a:endParaRPr sz="1600" dirty="0">
              <a:latin typeface="仓耳玄三M W05" panose="02020400000000000000" pitchFamily="18" charset="-122"/>
              <a:ea typeface="仓耳玄三M W05" panose="02020400000000000000" pitchFamily="18" charset="-122"/>
            </a:endParaRPr>
          </a:p>
        </p:txBody>
      </p:sp>
      <p:sp>
        <p:nvSpPr>
          <p:cNvPr id="13" name="Shape 13"/>
          <p:cNvSpPr>
            <a:spLocks noGrp="1"/>
          </p:cNvSpPr>
          <p:nvPr>
            <p:ph type="title" hasCustomPrompt="1"/>
          </p:nvPr>
        </p:nvSpPr>
        <p:spPr>
          <a:xfrm>
            <a:off x="7283017" y="2285092"/>
            <a:ext cx="4044333" cy="564084"/>
          </a:xfrm>
          <a:prstGeom prst="rect">
            <a:avLst/>
          </a:prstGeom>
        </p:spPr>
        <p:txBody>
          <a:bodyPr/>
          <a:lstStyle>
            <a:lvl1pPr algn="l">
              <a:defRPr sz="2750"/>
            </a:lvl1pPr>
          </a:lstStyle>
          <a:p>
            <a:r>
              <a:rPr dirty="0"/>
              <a:t>Title Text</a:t>
            </a:r>
          </a:p>
        </p:txBody>
      </p:sp>
      <p:sp>
        <p:nvSpPr>
          <p:cNvPr id="14" name="Shape 14"/>
          <p:cNvSpPr>
            <a:spLocks noGrp="1"/>
          </p:cNvSpPr>
          <p:nvPr>
            <p:ph type="body" sz="quarter" idx="1" hasCustomPrompt="1"/>
          </p:nvPr>
        </p:nvSpPr>
        <p:spPr>
          <a:xfrm>
            <a:off x="7291813" y="3055490"/>
            <a:ext cx="4026740" cy="151741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SzTx/>
              <a:buNone/>
              <a:defRPr/>
            </a:lvl1pPr>
            <a:lvl2pPr marL="0" indent="114300">
              <a:lnSpc>
                <a:spcPct val="150000"/>
              </a:lnSpc>
              <a:spcBef>
                <a:spcPts val="0"/>
              </a:spcBef>
              <a:buSzTx/>
              <a:buNone/>
              <a:defRPr/>
            </a:lvl2pPr>
            <a:lvl3pPr marL="0" indent="228600">
              <a:lnSpc>
                <a:spcPct val="150000"/>
              </a:lnSpc>
              <a:spcBef>
                <a:spcPts val="0"/>
              </a:spcBef>
              <a:buSzTx/>
              <a:buNone/>
              <a:defRPr/>
            </a:lvl3pPr>
            <a:lvl4pPr marL="0" indent="342900">
              <a:lnSpc>
                <a:spcPct val="150000"/>
              </a:lnSpc>
              <a:spcBef>
                <a:spcPts val="0"/>
              </a:spcBef>
              <a:buSzTx/>
              <a:buNone/>
              <a:defRPr/>
            </a:lvl4pPr>
            <a:lvl5pPr marL="0" indent="457200">
              <a:lnSpc>
                <a:spcPct val="150000"/>
              </a:lnSpc>
              <a:spcBef>
                <a:spcPts val="0"/>
              </a:spcBef>
              <a:buSzTx/>
              <a:buNone/>
              <a:defRPr/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15" name="Shape 1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86CB4B4D-7CA3-9044-876B-883B54F8677D}" type="slidenum">
              <a:rPr lang="en-US" altLang="zh-CN" smtClean="0"/>
              <a:t>‹#›</a:t>
            </a:fld>
            <a:endParaRPr lang="en-US" altLang="zh-CN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917973" y="875110"/>
            <a:ext cx="5092100" cy="5107781"/>
          </a:xfrm>
          <a:custGeom>
            <a:avLst/>
            <a:gdLst>
              <a:gd name="connsiteX0" fmla="*/ 0 w 10107827"/>
              <a:gd name="connsiteY0" fmla="*/ 5084618 h 10169236"/>
              <a:gd name="connsiteX1" fmla="*/ 5053914 w 10107827"/>
              <a:gd name="connsiteY1" fmla="*/ 0 h 10169236"/>
              <a:gd name="connsiteX2" fmla="*/ 10107827 w 10107827"/>
              <a:gd name="connsiteY2" fmla="*/ 5084618 h 10169236"/>
              <a:gd name="connsiteX3" fmla="*/ 5053914 w 10107827"/>
              <a:gd name="connsiteY3" fmla="*/ 10169236 h 10169236"/>
              <a:gd name="connsiteX4" fmla="*/ 0 w 10107827"/>
              <a:gd name="connsiteY4" fmla="*/ 5084618 h 10169236"/>
              <a:gd name="connsiteX0-1" fmla="*/ 2138 w 10109965"/>
              <a:gd name="connsiteY0-2" fmla="*/ 5084618 h 10169236"/>
              <a:gd name="connsiteX1-3" fmla="*/ 5056052 w 10109965"/>
              <a:gd name="connsiteY1-4" fmla="*/ 0 h 10169236"/>
              <a:gd name="connsiteX2-5" fmla="*/ 10109965 w 10109965"/>
              <a:gd name="connsiteY2-6" fmla="*/ 5084618 h 10169236"/>
              <a:gd name="connsiteX3-7" fmla="*/ 5056052 w 10109965"/>
              <a:gd name="connsiteY3-8" fmla="*/ 10169236 h 10169236"/>
              <a:gd name="connsiteX4-9" fmla="*/ 2138 w 10109965"/>
              <a:gd name="connsiteY4-10" fmla="*/ 5084618 h 10169236"/>
              <a:gd name="connsiteX0-11" fmla="*/ 27 w 10107854"/>
              <a:gd name="connsiteY0-12" fmla="*/ 5084618 h 10169236"/>
              <a:gd name="connsiteX1-13" fmla="*/ 5053941 w 10107854"/>
              <a:gd name="connsiteY1-14" fmla="*/ 0 h 10169236"/>
              <a:gd name="connsiteX2-15" fmla="*/ 10107854 w 10107854"/>
              <a:gd name="connsiteY2-16" fmla="*/ 5084618 h 10169236"/>
              <a:gd name="connsiteX3-17" fmla="*/ 5053941 w 10107854"/>
              <a:gd name="connsiteY3-18" fmla="*/ 10169236 h 10169236"/>
              <a:gd name="connsiteX4-19" fmla="*/ 27 w 10107854"/>
              <a:gd name="connsiteY4-20" fmla="*/ 5084618 h 10169236"/>
              <a:gd name="connsiteX0-21" fmla="*/ 32 w 10107859"/>
              <a:gd name="connsiteY0-22" fmla="*/ 5261432 h 10346050"/>
              <a:gd name="connsiteX1-23" fmla="*/ 5053946 w 10107859"/>
              <a:gd name="connsiteY1-24" fmla="*/ 176814 h 10346050"/>
              <a:gd name="connsiteX2-25" fmla="*/ 10107859 w 10107859"/>
              <a:gd name="connsiteY2-26" fmla="*/ 5261432 h 10346050"/>
              <a:gd name="connsiteX3-27" fmla="*/ 5053946 w 10107859"/>
              <a:gd name="connsiteY3-28" fmla="*/ 10346050 h 10346050"/>
              <a:gd name="connsiteX4-29" fmla="*/ 32 w 10107859"/>
              <a:gd name="connsiteY4-30" fmla="*/ 5261432 h 10346050"/>
              <a:gd name="connsiteX0-31" fmla="*/ 32 w 10107952"/>
              <a:gd name="connsiteY0-32" fmla="*/ 5303276 h 10387894"/>
              <a:gd name="connsiteX1-33" fmla="*/ 5053946 w 10107952"/>
              <a:gd name="connsiteY1-34" fmla="*/ 218658 h 10387894"/>
              <a:gd name="connsiteX2-35" fmla="*/ 10107859 w 10107952"/>
              <a:gd name="connsiteY2-36" fmla="*/ 5303276 h 10387894"/>
              <a:gd name="connsiteX3-37" fmla="*/ 5053946 w 10107952"/>
              <a:gd name="connsiteY3-38" fmla="*/ 10387894 h 10387894"/>
              <a:gd name="connsiteX4-39" fmla="*/ 32 w 10107952"/>
              <a:gd name="connsiteY4-40" fmla="*/ 5303276 h 10387894"/>
              <a:gd name="connsiteX0-41" fmla="*/ 32 w 10107952"/>
              <a:gd name="connsiteY0-42" fmla="*/ 5303276 h 10564520"/>
              <a:gd name="connsiteX1-43" fmla="*/ 5053946 w 10107952"/>
              <a:gd name="connsiteY1-44" fmla="*/ 218658 h 10564520"/>
              <a:gd name="connsiteX2-45" fmla="*/ 10107859 w 10107952"/>
              <a:gd name="connsiteY2-46" fmla="*/ 5303276 h 10564520"/>
              <a:gd name="connsiteX3-47" fmla="*/ 5053946 w 10107952"/>
              <a:gd name="connsiteY3-48" fmla="*/ 10387894 h 10564520"/>
              <a:gd name="connsiteX4-49" fmla="*/ 32 w 10107952"/>
              <a:gd name="connsiteY4-50" fmla="*/ 5303276 h 10564520"/>
              <a:gd name="connsiteX0-51" fmla="*/ 32 w 10107952"/>
              <a:gd name="connsiteY0-52" fmla="*/ 5303276 h 10387910"/>
              <a:gd name="connsiteX1-53" fmla="*/ 5053946 w 10107952"/>
              <a:gd name="connsiteY1-54" fmla="*/ 218658 h 10387910"/>
              <a:gd name="connsiteX2-55" fmla="*/ 10107859 w 10107952"/>
              <a:gd name="connsiteY2-56" fmla="*/ 5303276 h 10387910"/>
              <a:gd name="connsiteX3-57" fmla="*/ 5053946 w 10107952"/>
              <a:gd name="connsiteY3-58" fmla="*/ 10387894 h 10387910"/>
              <a:gd name="connsiteX4-59" fmla="*/ 32 w 10107952"/>
              <a:gd name="connsiteY4-60" fmla="*/ 5303276 h 10387910"/>
              <a:gd name="connsiteX0-61" fmla="*/ 10369 w 10118289"/>
              <a:gd name="connsiteY0-62" fmla="*/ 5303276 h 10387910"/>
              <a:gd name="connsiteX1-63" fmla="*/ 5064283 w 10118289"/>
              <a:gd name="connsiteY1-64" fmla="*/ 218658 h 10387910"/>
              <a:gd name="connsiteX2-65" fmla="*/ 10118196 w 10118289"/>
              <a:gd name="connsiteY2-66" fmla="*/ 5303276 h 10387910"/>
              <a:gd name="connsiteX3-67" fmla="*/ 5064283 w 10118289"/>
              <a:gd name="connsiteY3-68" fmla="*/ 10387894 h 10387910"/>
              <a:gd name="connsiteX4-69" fmla="*/ 10369 w 10118289"/>
              <a:gd name="connsiteY4-70" fmla="*/ 5303276 h 10387910"/>
              <a:gd name="connsiteX0-71" fmla="*/ 9999 w 10130965"/>
              <a:gd name="connsiteY0-72" fmla="*/ 5019332 h 10169302"/>
              <a:gd name="connsiteX1-73" fmla="*/ 5076976 w 10130965"/>
              <a:gd name="connsiteY1-74" fmla="*/ 28 h 10169302"/>
              <a:gd name="connsiteX2-75" fmla="*/ 10130889 w 10130965"/>
              <a:gd name="connsiteY2-76" fmla="*/ 5084646 h 10169302"/>
              <a:gd name="connsiteX3-77" fmla="*/ 5076976 w 10130965"/>
              <a:gd name="connsiteY3-78" fmla="*/ 10169264 h 10169302"/>
              <a:gd name="connsiteX4-79" fmla="*/ 9999 w 10130965"/>
              <a:gd name="connsiteY4-80" fmla="*/ 5019332 h 10169302"/>
              <a:gd name="connsiteX0-81" fmla="*/ 1240 w 10122206"/>
              <a:gd name="connsiteY0-82" fmla="*/ 5019332 h 10169302"/>
              <a:gd name="connsiteX1-83" fmla="*/ 5068217 w 10122206"/>
              <a:gd name="connsiteY1-84" fmla="*/ 28 h 10169302"/>
              <a:gd name="connsiteX2-85" fmla="*/ 10122130 w 10122206"/>
              <a:gd name="connsiteY2-86" fmla="*/ 5084646 h 10169302"/>
              <a:gd name="connsiteX3-87" fmla="*/ 5068217 w 10122206"/>
              <a:gd name="connsiteY3-88" fmla="*/ 10169264 h 10169302"/>
              <a:gd name="connsiteX4-89" fmla="*/ 1240 w 10122206"/>
              <a:gd name="connsiteY4-90" fmla="*/ 5019332 h 10169302"/>
              <a:gd name="connsiteX0-91" fmla="*/ 1240 w 10122206"/>
              <a:gd name="connsiteY0-92" fmla="*/ 5019332 h 10176323"/>
              <a:gd name="connsiteX1-93" fmla="*/ 5068217 w 10122206"/>
              <a:gd name="connsiteY1-94" fmla="*/ 28 h 10176323"/>
              <a:gd name="connsiteX2-95" fmla="*/ 10122130 w 10122206"/>
              <a:gd name="connsiteY2-96" fmla="*/ 5084646 h 10176323"/>
              <a:gd name="connsiteX3-97" fmla="*/ 5068217 w 10122206"/>
              <a:gd name="connsiteY3-98" fmla="*/ 10169264 h 10176323"/>
              <a:gd name="connsiteX4-99" fmla="*/ 1240 w 10122206"/>
              <a:gd name="connsiteY4-100" fmla="*/ 5019332 h 10176323"/>
              <a:gd name="connsiteX0-101" fmla="*/ 1241 w 10161396"/>
              <a:gd name="connsiteY0-102" fmla="*/ 5019332 h 10169302"/>
              <a:gd name="connsiteX1-103" fmla="*/ 5068218 w 10161396"/>
              <a:gd name="connsiteY1-104" fmla="*/ 28 h 10169302"/>
              <a:gd name="connsiteX2-105" fmla="*/ 10161320 w 10161396"/>
              <a:gd name="connsiteY2-106" fmla="*/ 5084646 h 10169302"/>
              <a:gd name="connsiteX3-107" fmla="*/ 5068218 w 10161396"/>
              <a:gd name="connsiteY3-108" fmla="*/ 10169264 h 10169302"/>
              <a:gd name="connsiteX4-109" fmla="*/ 1241 w 10161396"/>
              <a:gd name="connsiteY4-110" fmla="*/ 5019332 h 10169302"/>
              <a:gd name="connsiteX0-111" fmla="*/ 1169 w 10161319"/>
              <a:gd name="connsiteY0-112" fmla="*/ 5022934 h 10172904"/>
              <a:gd name="connsiteX1-113" fmla="*/ 5068146 w 10161319"/>
              <a:gd name="connsiteY1-114" fmla="*/ 3630 h 10172904"/>
              <a:gd name="connsiteX2-115" fmla="*/ 10161248 w 10161319"/>
              <a:gd name="connsiteY2-116" fmla="*/ 5088248 h 10172904"/>
              <a:gd name="connsiteX3-117" fmla="*/ 5068146 w 10161319"/>
              <a:gd name="connsiteY3-118" fmla="*/ 10172866 h 10172904"/>
              <a:gd name="connsiteX4-119" fmla="*/ 1169 w 10161319"/>
              <a:gd name="connsiteY4-120" fmla="*/ 5022934 h 10172904"/>
              <a:gd name="connsiteX0-121" fmla="*/ 103187 w 10263335"/>
              <a:gd name="connsiteY0-122" fmla="*/ 5113819 h 10263789"/>
              <a:gd name="connsiteX1-123" fmla="*/ 2024840 w 10263335"/>
              <a:gd name="connsiteY1-124" fmla="*/ 2110945 h 10263789"/>
              <a:gd name="connsiteX2-125" fmla="*/ 5170164 w 10263335"/>
              <a:gd name="connsiteY2-126" fmla="*/ 94515 h 10263789"/>
              <a:gd name="connsiteX3-127" fmla="*/ 10263266 w 10263335"/>
              <a:gd name="connsiteY3-128" fmla="*/ 5179133 h 10263789"/>
              <a:gd name="connsiteX4-129" fmla="*/ 5170164 w 10263335"/>
              <a:gd name="connsiteY4-130" fmla="*/ 10263751 h 10263789"/>
              <a:gd name="connsiteX5" fmla="*/ 103187 w 10263335"/>
              <a:gd name="connsiteY5" fmla="*/ 5113819 h 10263789"/>
              <a:gd name="connsiteX0-131" fmla="*/ 1861 w 10162009"/>
              <a:gd name="connsiteY0-132" fmla="*/ 5113819 h 10263789"/>
              <a:gd name="connsiteX1-133" fmla="*/ 1923514 w 10162009"/>
              <a:gd name="connsiteY1-134" fmla="*/ 2110945 h 10263789"/>
              <a:gd name="connsiteX2-135" fmla="*/ 5068838 w 10162009"/>
              <a:gd name="connsiteY2-136" fmla="*/ 94515 h 10263789"/>
              <a:gd name="connsiteX3-137" fmla="*/ 10161940 w 10162009"/>
              <a:gd name="connsiteY3-138" fmla="*/ 5179133 h 10263789"/>
              <a:gd name="connsiteX4-139" fmla="*/ 5068838 w 10162009"/>
              <a:gd name="connsiteY4-140" fmla="*/ 10263751 h 10263789"/>
              <a:gd name="connsiteX5-141" fmla="*/ 1861 w 10162009"/>
              <a:gd name="connsiteY5-142" fmla="*/ 5113819 h 10263789"/>
              <a:gd name="connsiteX0-143" fmla="*/ 14 w 10160162"/>
              <a:gd name="connsiteY0-144" fmla="*/ 5113819 h 10363262"/>
              <a:gd name="connsiteX1-145" fmla="*/ 1921667 w 10160162"/>
              <a:gd name="connsiteY1-146" fmla="*/ 2110945 h 10363262"/>
              <a:gd name="connsiteX2-147" fmla="*/ 5066991 w 10160162"/>
              <a:gd name="connsiteY2-148" fmla="*/ 94515 h 10363262"/>
              <a:gd name="connsiteX3-149" fmla="*/ 10160093 w 10160162"/>
              <a:gd name="connsiteY3-150" fmla="*/ 5179133 h 10363262"/>
              <a:gd name="connsiteX4-151" fmla="*/ 5066991 w 10160162"/>
              <a:gd name="connsiteY4-152" fmla="*/ 10263751 h 10363262"/>
              <a:gd name="connsiteX5-153" fmla="*/ 1895541 w 10160162"/>
              <a:gd name="connsiteY5-154" fmla="*/ 8289677 h 10363262"/>
              <a:gd name="connsiteX6" fmla="*/ 14 w 10160162"/>
              <a:gd name="connsiteY6" fmla="*/ 5113819 h 10363262"/>
              <a:gd name="connsiteX0-155" fmla="*/ 52 w 10160200"/>
              <a:gd name="connsiteY0-156" fmla="*/ 5113819 h 10363262"/>
              <a:gd name="connsiteX1-157" fmla="*/ 1921705 w 10160200"/>
              <a:gd name="connsiteY1-158" fmla="*/ 2110945 h 10363262"/>
              <a:gd name="connsiteX2-159" fmla="*/ 5067029 w 10160200"/>
              <a:gd name="connsiteY2-160" fmla="*/ 94515 h 10363262"/>
              <a:gd name="connsiteX3-161" fmla="*/ 10160131 w 10160200"/>
              <a:gd name="connsiteY3-162" fmla="*/ 5179133 h 10363262"/>
              <a:gd name="connsiteX4-163" fmla="*/ 5067029 w 10160200"/>
              <a:gd name="connsiteY4-164" fmla="*/ 10263751 h 10363262"/>
              <a:gd name="connsiteX5-165" fmla="*/ 1895579 w 10160200"/>
              <a:gd name="connsiteY5-166" fmla="*/ 8289677 h 10363262"/>
              <a:gd name="connsiteX6-167" fmla="*/ 52 w 10160200"/>
              <a:gd name="connsiteY6-168" fmla="*/ 5113819 h 10363262"/>
              <a:gd name="connsiteX0-169" fmla="*/ 53 w 10147138"/>
              <a:gd name="connsiteY0-170" fmla="*/ 5153008 h 10363262"/>
              <a:gd name="connsiteX1-171" fmla="*/ 1908643 w 10147138"/>
              <a:gd name="connsiteY1-172" fmla="*/ 2110945 h 10363262"/>
              <a:gd name="connsiteX2-173" fmla="*/ 5053967 w 10147138"/>
              <a:gd name="connsiteY2-174" fmla="*/ 94515 h 10363262"/>
              <a:gd name="connsiteX3-175" fmla="*/ 10147069 w 10147138"/>
              <a:gd name="connsiteY3-176" fmla="*/ 5179133 h 10363262"/>
              <a:gd name="connsiteX4-177" fmla="*/ 5053967 w 10147138"/>
              <a:gd name="connsiteY4-178" fmla="*/ 10263751 h 10363262"/>
              <a:gd name="connsiteX5-179" fmla="*/ 1882517 w 10147138"/>
              <a:gd name="connsiteY5-180" fmla="*/ 8289677 h 10363262"/>
              <a:gd name="connsiteX6-181" fmla="*/ 53 w 10147138"/>
              <a:gd name="connsiteY6-182" fmla="*/ 5153008 h 10363262"/>
              <a:gd name="connsiteX0-183" fmla="*/ 53 w 10147138"/>
              <a:gd name="connsiteY0-184" fmla="*/ 5153008 h 10363262"/>
              <a:gd name="connsiteX1-185" fmla="*/ 1908643 w 10147138"/>
              <a:gd name="connsiteY1-186" fmla="*/ 2110945 h 10363262"/>
              <a:gd name="connsiteX2-187" fmla="*/ 5053967 w 10147138"/>
              <a:gd name="connsiteY2-188" fmla="*/ 94515 h 10363262"/>
              <a:gd name="connsiteX3-189" fmla="*/ 10147069 w 10147138"/>
              <a:gd name="connsiteY3-190" fmla="*/ 5179133 h 10363262"/>
              <a:gd name="connsiteX4-191" fmla="*/ 5053967 w 10147138"/>
              <a:gd name="connsiteY4-192" fmla="*/ 10263751 h 10363262"/>
              <a:gd name="connsiteX5-193" fmla="*/ 1882517 w 10147138"/>
              <a:gd name="connsiteY5-194" fmla="*/ 8289677 h 10363262"/>
              <a:gd name="connsiteX6-195" fmla="*/ 53 w 10147138"/>
              <a:gd name="connsiteY6-196" fmla="*/ 5153008 h 10363262"/>
              <a:gd name="connsiteX0-197" fmla="*/ 53 w 10148595"/>
              <a:gd name="connsiteY0-198" fmla="*/ 5153008 h 10288781"/>
              <a:gd name="connsiteX1-199" fmla="*/ 1908643 w 10148595"/>
              <a:gd name="connsiteY1-200" fmla="*/ 2110945 h 10288781"/>
              <a:gd name="connsiteX2-201" fmla="*/ 5053967 w 10148595"/>
              <a:gd name="connsiteY2-202" fmla="*/ 94515 h 10288781"/>
              <a:gd name="connsiteX3-203" fmla="*/ 10147069 w 10148595"/>
              <a:gd name="connsiteY3-204" fmla="*/ 5179133 h 10288781"/>
              <a:gd name="connsiteX4-205" fmla="*/ 5550356 w 10148595"/>
              <a:gd name="connsiteY4-206" fmla="*/ 10185374 h 10288781"/>
              <a:gd name="connsiteX5-207" fmla="*/ 1882517 w 10148595"/>
              <a:gd name="connsiteY5-208" fmla="*/ 8289677 h 10288781"/>
              <a:gd name="connsiteX6-209" fmla="*/ 53 w 10148595"/>
              <a:gd name="connsiteY6-210" fmla="*/ 5153008 h 10288781"/>
              <a:gd name="connsiteX0-211" fmla="*/ 53 w 10148695"/>
              <a:gd name="connsiteY0-212" fmla="*/ 5153008 h 10280839"/>
              <a:gd name="connsiteX1-213" fmla="*/ 1908643 w 10148695"/>
              <a:gd name="connsiteY1-214" fmla="*/ 2110945 h 10280839"/>
              <a:gd name="connsiteX2-215" fmla="*/ 5053967 w 10148695"/>
              <a:gd name="connsiteY2-216" fmla="*/ 94515 h 10280839"/>
              <a:gd name="connsiteX3-217" fmla="*/ 10147069 w 10148695"/>
              <a:gd name="connsiteY3-218" fmla="*/ 5179133 h 10280839"/>
              <a:gd name="connsiteX4-219" fmla="*/ 5550356 w 10148695"/>
              <a:gd name="connsiteY4-220" fmla="*/ 10185374 h 10280839"/>
              <a:gd name="connsiteX5-221" fmla="*/ 1882517 w 10148695"/>
              <a:gd name="connsiteY5-222" fmla="*/ 8289677 h 10280839"/>
              <a:gd name="connsiteX6-223" fmla="*/ 53 w 10148695"/>
              <a:gd name="connsiteY6-224" fmla="*/ 5153008 h 10280839"/>
              <a:gd name="connsiteX0-225" fmla="*/ 53 w 10260549"/>
              <a:gd name="connsiteY0-226" fmla="*/ 5153008 h 10185642"/>
              <a:gd name="connsiteX1-227" fmla="*/ 1908643 w 10260549"/>
              <a:gd name="connsiteY1-228" fmla="*/ 2110945 h 10185642"/>
              <a:gd name="connsiteX2-229" fmla="*/ 5053967 w 10260549"/>
              <a:gd name="connsiteY2-230" fmla="*/ 94515 h 10185642"/>
              <a:gd name="connsiteX3-231" fmla="*/ 10147069 w 10260549"/>
              <a:gd name="connsiteY3-232" fmla="*/ 5179133 h 10185642"/>
              <a:gd name="connsiteX4-233" fmla="*/ 8348630 w 10260549"/>
              <a:gd name="connsiteY4-234" fmla="*/ 8172112 h 10185642"/>
              <a:gd name="connsiteX5-235" fmla="*/ 5550356 w 10260549"/>
              <a:gd name="connsiteY5-236" fmla="*/ 10185374 h 10185642"/>
              <a:gd name="connsiteX6-237" fmla="*/ 1882517 w 10260549"/>
              <a:gd name="connsiteY6-238" fmla="*/ 8289677 h 10185642"/>
              <a:gd name="connsiteX7" fmla="*/ 53 w 10260549"/>
              <a:gd name="connsiteY7" fmla="*/ 5153008 h 10185642"/>
              <a:gd name="connsiteX0-239" fmla="*/ 53 w 10149893"/>
              <a:gd name="connsiteY0-240" fmla="*/ 5130410 h 10163044"/>
              <a:gd name="connsiteX1-241" fmla="*/ 1908643 w 10149893"/>
              <a:gd name="connsiteY1-242" fmla="*/ 2088347 h 10163044"/>
              <a:gd name="connsiteX2-243" fmla="*/ 5053967 w 10149893"/>
              <a:gd name="connsiteY2-244" fmla="*/ 71917 h 10163044"/>
              <a:gd name="connsiteX3-245" fmla="*/ 10029503 w 10149893"/>
              <a:gd name="connsiteY3-246" fmla="*/ 4673210 h 10163044"/>
              <a:gd name="connsiteX4-247" fmla="*/ 8348630 w 10149893"/>
              <a:gd name="connsiteY4-248" fmla="*/ 8149514 h 10163044"/>
              <a:gd name="connsiteX5-249" fmla="*/ 5550356 w 10149893"/>
              <a:gd name="connsiteY5-250" fmla="*/ 10162776 h 10163044"/>
              <a:gd name="connsiteX6-251" fmla="*/ 1882517 w 10149893"/>
              <a:gd name="connsiteY6-252" fmla="*/ 8267079 h 10163044"/>
              <a:gd name="connsiteX7-253" fmla="*/ 53 w 10149893"/>
              <a:gd name="connsiteY7-254" fmla="*/ 5130410 h 10163044"/>
              <a:gd name="connsiteX0-255" fmla="*/ 53 w 10141398"/>
              <a:gd name="connsiteY0-256" fmla="*/ 5130410 h 10163044"/>
              <a:gd name="connsiteX1-257" fmla="*/ 1908643 w 10141398"/>
              <a:gd name="connsiteY1-258" fmla="*/ 2088347 h 10163044"/>
              <a:gd name="connsiteX2-259" fmla="*/ 5053967 w 10141398"/>
              <a:gd name="connsiteY2-260" fmla="*/ 71917 h 10163044"/>
              <a:gd name="connsiteX3-261" fmla="*/ 10029503 w 10141398"/>
              <a:gd name="connsiteY3-262" fmla="*/ 4673210 h 10163044"/>
              <a:gd name="connsiteX4-263" fmla="*/ 8348630 w 10141398"/>
              <a:gd name="connsiteY4-264" fmla="*/ 8149514 h 10163044"/>
              <a:gd name="connsiteX5-265" fmla="*/ 5550356 w 10141398"/>
              <a:gd name="connsiteY5-266" fmla="*/ 10162776 h 10163044"/>
              <a:gd name="connsiteX6-267" fmla="*/ 1882517 w 10141398"/>
              <a:gd name="connsiteY6-268" fmla="*/ 8267079 h 10163044"/>
              <a:gd name="connsiteX7-269" fmla="*/ 53 w 10141398"/>
              <a:gd name="connsiteY7-270" fmla="*/ 5130410 h 10163044"/>
              <a:gd name="connsiteX0-271" fmla="*/ 53 w 10120825"/>
              <a:gd name="connsiteY0-272" fmla="*/ 5130410 h 10163044"/>
              <a:gd name="connsiteX1-273" fmla="*/ 1908643 w 10120825"/>
              <a:gd name="connsiteY1-274" fmla="*/ 2088347 h 10163044"/>
              <a:gd name="connsiteX2-275" fmla="*/ 5053967 w 10120825"/>
              <a:gd name="connsiteY2-276" fmla="*/ 71917 h 10163044"/>
              <a:gd name="connsiteX3-277" fmla="*/ 10029503 w 10120825"/>
              <a:gd name="connsiteY3-278" fmla="*/ 4673210 h 10163044"/>
              <a:gd name="connsiteX4-279" fmla="*/ 8348630 w 10120825"/>
              <a:gd name="connsiteY4-280" fmla="*/ 8149514 h 10163044"/>
              <a:gd name="connsiteX5-281" fmla="*/ 5550356 w 10120825"/>
              <a:gd name="connsiteY5-282" fmla="*/ 10162776 h 10163044"/>
              <a:gd name="connsiteX6-283" fmla="*/ 1882517 w 10120825"/>
              <a:gd name="connsiteY6-284" fmla="*/ 8267079 h 10163044"/>
              <a:gd name="connsiteX7-285" fmla="*/ 53 w 10120825"/>
              <a:gd name="connsiteY7-286" fmla="*/ 5130410 h 10163044"/>
              <a:gd name="connsiteX0-287" fmla="*/ 54 w 10120826"/>
              <a:gd name="connsiteY0-288" fmla="*/ 5130410 h 10163044"/>
              <a:gd name="connsiteX1-289" fmla="*/ 1908644 w 10120826"/>
              <a:gd name="connsiteY1-290" fmla="*/ 2088347 h 10163044"/>
              <a:gd name="connsiteX2-291" fmla="*/ 5053968 w 10120826"/>
              <a:gd name="connsiteY2-292" fmla="*/ 71917 h 10163044"/>
              <a:gd name="connsiteX3-293" fmla="*/ 10029504 w 10120826"/>
              <a:gd name="connsiteY3-294" fmla="*/ 4673210 h 10163044"/>
              <a:gd name="connsiteX4-295" fmla="*/ 8348631 w 10120826"/>
              <a:gd name="connsiteY4-296" fmla="*/ 8149514 h 10163044"/>
              <a:gd name="connsiteX5-297" fmla="*/ 5550357 w 10120826"/>
              <a:gd name="connsiteY5-298" fmla="*/ 10162776 h 10163044"/>
              <a:gd name="connsiteX6-299" fmla="*/ 1882518 w 10120826"/>
              <a:gd name="connsiteY6-300" fmla="*/ 8267079 h 10163044"/>
              <a:gd name="connsiteX7-301" fmla="*/ 54 w 10120826"/>
              <a:gd name="connsiteY7-302" fmla="*/ 5130410 h 10163044"/>
              <a:gd name="connsiteX0-303" fmla="*/ 54 w 10120826"/>
              <a:gd name="connsiteY0-304" fmla="*/ 5130410 h 10163044"/>
              <a:gd name="connsiteX1-305" fmla="*/ 1908644 w 10120826"/>
              <a:gd name="connsiteY1-306" fmla="*/ 2088347 h 10163044"/>
              <a:gd name="connsiteX2-307" fmla="*/ 5053968 w 10120826"/>
              <a:gd name="connsiteY2-308" fmla="*/ 71917 h 10163044"/>
              <a:gd name="connsiteX3-309" fmla="*/ 10029504 w 10120826"/>
              <a:gd name="connsiteY3-310" fmla="*/ 4673210 h 10163044"/>
              <a:gd name="connsiteX4-311" fmla="*/ 8348631 w 10120826"/>
              <a:gd name="connsiteY4-312" fmla="*/ 8149514 h 10163044"/>
              <a:gd name="connsiteX5-313" fmla="*/ 5550357 w 10120826"/>
              <a:gd name="connsiteY5-314" fmla="*/ 10162776 h 10163044"/>
              <a:gd name="connsiteX6-315" fmla="*/ 1882518 w 10120826"/>
              <a:gd name="connsiteY6-316" fmla="*/ 8267079 h 10163044"/>
              <a:gd name="connsiteX7-317" fmla="*/ 54 w 10120826"/>
              <a:gd name="connsiteY7-318" fmla="*/ 5130410 h 10163044"/>
              <a:gd name="connsiteX0-319" fmla="*/ 54 w 10107041"/>
              <a:gd name="connsiteY0-320" fmla="*/ 5130410 h 10163044"/>
              <a:gd name="connsiteX1-321" fmla="*/ 1894859 w 10107041"/>
              <a:gd name="connsiteY1-322" fmla="*/ 2088347 h 10163044"/>
              <a:gd name="connsiteX2-323" fmla="*/ 5040183 w 10107041"/>
              <a:gd name="connsiteY2-324" fmla="*/ 71917 h 10163044"/>
              <a:gd name="connsiteX3-325" fmla="*/ 10015719 w 10107041"/>
              <a:gd name="connsiteY3-326" fmla="*/ 4673210 h 10163044"/>
              <a:gd name="connsiteX4-327" fmla="*/ 8334846 w 10107041"/>
              <a:gd name="connsiteY4-328" fmla="*/ 8149514 h 10163044"/>
              <a:gd name="connsiteX5-329" fmla="*/ 5536572 w 10107041"/>
              <a:gd name="connsiteY5-330" fmla="*/ 10162776 h 10163044"/>
              <a:gd name="connsiteX6-331" fmla="*/ 1868733 w 10107041"/>
              <a:gd name="connsiteY6-332" fmla="*/ 8267079 h 10163044"/>
              <a:gd name="connsiteX7-333" fmla="*/ 54 w 10107041"/>
              <a:gd name="connsiteY7-334" fmla="*/ 5130410 h 10163044"/>
              <a:gd name="connsiteX0-335" fmla="*/ 54 w 10130736"/>
              <a:gd name="connsiteY0-336" fmla="*/ 4928866 h 9961500"/>
              <a:gd name="connsiteX1-337" fmla="*/ 1894859 w 10130736"/>
              <a:gd name="connsiteY1-338" fmla="*/ 1886803 h 9961500"/>
              <a:gd name="connsiteX2-339" fmla="*/ 5139037 w 10130736"/>
              <a:gd name="connsiteY2-340" fmla="*/ 80438 h 9961500"/>
              <a:gd name="connsiteX3-341" fmla="*/ 10015719 w 10130736"/>
              <a:gd name="connsiteY3-342" fmla="*/ 4471666 h 9961500"/>
              <a:gd name="connsiteX4-343" fmla="*/ 8334846 w 10130736"/>
              <a:gd name="connsiteY4-344" fmla="*/ 7947970 h 9961500"/>
              <a:gd name="connsiteX5-345" fmla="*/ 5536572 w 10130736"/>
              <a:gd name="connsiteY5-346" fmla="*/ 9961232 h 9961500"/>
              <a:gd name="connsiteX6-347" fmla="*/ 1868733 w 10130736"/>
              <a:gd name="connsiteY6-348" fmla="*/ 8065535 h 9961500"/>
              <a:gd name="connsiteX7-349" fmla="*/ 54 w 10130736"/>
              <a:gd name="connsiteY7-350" fmla="*/ 4928866 h 9961500"/>
              <a:gd name="connsiteX0-351" fmla="*/ 54 w 10130736"/>
              <a:gd name="connsiteY0-352" fmla="*/ 4848429 h 9881063"/>
              <a:gd name="connsiteX1-353" fmla="*/ 1894859 w 10130736"/>
              <a:gd name="connsiteY1-354" fmla="*/ 1806366 h 9881063"/>
              <a:gd name="connsiteX2-355" fmla="*/ 5139037 w 10130736"/>
              <a:gd name="connsiteY2-356" fmla="*/ 1 h 9881063"/>
              <a:gd name="connsiteX3-357" fmla="*/ 10015719 w 10130736"/>
              <a:gd name="connsiteY3-358" fmla="*/ 4391229 h 9881063"/>
              <a:gd name="connsiteX4-359" fmla="*/ 8334846 w 10130736"/>
              <a:gd name="connsiteY4-360" fmla="*/ 7867533 h 9881063"/>
              <a:gd name="connsiteX5-361" fmla="*/ 5536572 w 10130736"/>
              <a:gd name="connsiteY5-362" fmla="*/ 9880795 h 9881063"/>
              <a:gd name="connsiteX6-363" fmla="*/ 1868733 w 10130736"/>
              <a:gd name="connsiteY6-364" fmla="*/ 7985098 h 9881063"/>
              <a:gd name="connsiteX7-365" fmla="*/ 54 w 10130736"/>
              <a:gd name="connsiteY7-366" fmla="*/ 4848429 h 9881063"/>
              <a:gd name="connsiteX0-367" fmla="*/ 54 w 10130736"/>
              <a:gd name="connsiteY0-368" fmla="*/ 5021423 h 10054057"/>
              <a:gd name="connsiteX1-369" fmla="*/ 1894859 w 10130736"/>
              <a:gd name="connsiteY1-370" fmla="*/ 1979360 h 10054057"/>
              <a:gd name="connsiteX2-371" fmla="*/ 5139037 w 10130736"/>
              <a:gd name="connsiteY2-372" fmla="*/ 0 h 10054057"/>
              <a:gd name="connsiteX3-373" fmla="*/ 10015719 w 10130736"/>
              <a:gd name="connsiteY3-374" fmla="*/ 4564223 h 10054057"/>
              <a:gd name="connsiteX4-375" fmla="*/ 8334846 w 10130736"/>
              <a:gd name="connsiteY4-376" fmla="*/ 8040527 h 10054057"/>
              <a:gd name="connsiteX5-377" fmla="*/ 5536572 w 10130736"/>
              <a:gd name="connsiteY5-378" fmla="*/ 10053789 h 10054057"/>
              <a:gd name="connsiteX6-379" fmla="*/ 1868733 w 10130736"/>
              <a:gd name="connsiteY6-380" fmla="*/ 8158092 h 10054057"/>
              <a:gd name="connsiteX7-381" fmla="*/ 54 w 10130736"/>
              <a:gd name="connsiteY7-382" fmla="*/ 5021423 h 10054057"/>
              <a:gd name="connsiteX0-383" fmla="*/ 54 w 10130736"/>
              <a:gd name="connsiteY0-384" fmla="*/ 5022202 h 10054836"/>
              <a:gd name="connsiteX1-385" fmla="*/ 1894859 w 10130736"/>
              <a:gd name="connsiteY1-386" fmla="*/ 1980139 h 10054836"/>
              <a:gd name="connsiteX2-387" fmla="*/ 5139037 w 10130736"/>
              <a:gd name="connsiteY2-388" fmla="*/ 779 h 10054836"/>
              <a:gd name="connsiteX3-389" fmla="*/ 10015719 w 10130736"/>
              <a:gd name="connsiteY3-390" fmla="*/ 4565002 h 10054836"/>
              <a:gd name="connsiteX4-391" fmla="*/ 8334846 w 10130736"/>
              <a:gd name="connsiteY4-392" fmla="*/ 8041306 h 10054836"/>
              <a:gd name="connsiteX5-393" fmla="*/ 5536572 w 10130736"/>
              <a:gd name="connsiteY5-394" fmla="*/ 10054568 h 10054836"/>
              <a:gd name="connsiteX6-395" fmla="*/ 1868733 w 10130736"/>
              <a:gd name="connsiteY6-396" fmla="*/ 8158871 h 10054836"/>
              <a:gd name="connsiteX7-397" fmla="*/ 54 w 10130736"/>
              <a:gd name="connsiteY7-398" fmla="*/ 5022202 h 10054836"/>
              <a:gd name="connsiteX0-399" fmla="*/ 54 w 10017214"/>
              <a:gd name="connsiteY0-400" fmla="*/ 5021946 h 10054580"/>
              <a:gd name="connsiteX1-401" fmla="*/ 1894859 w 10017214"/>
              <a:gd name="connsiteY1-402" fmla="*/ 1979883 h 10054580"/>
              <a:gd name="connsiteX2-403" fmla="*/ 5139037 w 10017214"/>
              <a:gd name="connsiteY2-404" fmla="*/ 523 h 10054580"/>
              <a:gd name="connsiteX3-405" fmla="*/ 8067587 w 10017214"/>
              <a:gd name="connsiteY3-406" fmla="*/ 1813597 h 10054580"/>
              <a:gd name="connsiteX4-407" fmla="*/ 10015719 w 10017214"/>
              <a:gd name="connsiteY4-408" fmla="*/ 4564746 h 10054580"/>
              <a:gd name="connsiteX5-409" fmla="*/ 8334846 w 10017214"/>
              <a:gd name="connsiteY5-410" fmla="*/ 8041050 h 10054580"/>
              <a:gd name="connsiteX6-411" fmla="*/ 5536572 w 10017214"/>
              <a:gd name="connsiteY6-412" fmla="*/ 10054312 h 10054580"/>
              <a:gd name="connsiteX7-413" fmla="*/ 1868733 w 10017214"/>
              <a:gd name="connsiteY7-414" fmla="*/ 8158615 h 10054580"/>
              <a:gd name="connsiteX8" fmla="*/ 54 w 10017214"/>
              <a:gd name="connsiteY8" fmla="*/ 5021946 h 10054580"/>
              <a:gd name="connsiteX0-415" fmla="*/ 54 w 10017214"/>
              <a:gd name="connsiteY0-416" fmla="*/ 5021723 h 10054357"/>
              <a:gd name="connsiteX1-417" fmla="*/ 1894859 w 10017214"/>
              <a:gd name="connsiteY1-418" fmla="*/ 1979660 h 10054357"/>
              <a:gd name="connsiteX2-419" fmla="*/ 5139037 w 10017214"/>
              <a:gd name="connsiteY2-420" fmla="*/ 300 h 10054357"/>
              <a:gd name="connsiteX3-421" fmla="*/ 8067587 w 10017214"/>
              <a:gd name="connsiteY3-422" fmla="*/ 1813374 h 10054357"/>
              <a:gd name="connsiteX4-423" fmla="*/ 10015719 w 10017214"/>
              <a:gd name="connsiteY4-424" fmla="*/ 4564523 h 10054357"/>
              <a:gd name="connsiteX5-425" fmla="*/ 8334846 w 10017214"/>
              <a:gd name="connsiteY5-426" fmla="*/ 8040827 h 10054357"/>
              <a:gd name="connsiteX6-427" fmla="*/ 5536572 w 10017214"/>
              <a:gd name="connsiteY6-428" fmla="*/ 10054089 h 10054357"/>
              <a:gd name="connsiteX7-429" fmla="*/ 1868733 w 10017214"/>
              <a:gd name="connsiteY7-430" fmla="*/ 8158392 h 10054357"/>
              <a:gd name="connsiteX8-431" fmla="*/ 54 w 10017214"/>
              <a:gd name="connsiteY8-432" fmla="*/ 5021723 h 10054357"/>
              <a:gd name="connsiteX0-433" fmla="*/ 54 w 10017214"/>
              <a:gd name="connsiteY0-434" fmla="*/ 5023500 h 10056134"/>
              <a:gd name="connsiteX1-435" fmla="*/ 1894859 w 10017214"/>
              <a:gd name="connsiteY1-436" fmla="*/ 1981437 h 10056134"/>
              <a:gd name="connsiteX2-437" fmla="*/ 5139037 w 10017214"/>
              <a:gd name="connsiteY2-438" fmla="*/ 2077 h 10056134"/>
              <a:gd name="connsiteX3-439" fmla="*/ 8067587 w 10017214"/>
              <a:gd name="connsiteY3-440" fmla="*/ 1815151 h 10056134"/>
              <a:gd name="connsiteX4-441" fmla="*/ 10015719 w 10017214"/>
              <a:gd name="connsiteY4-442" fmla="*/ 4566300 h 10056134"/>
              <a:gd name="connsiteX5-443" fmla="*/ 8334846 w 10017214"/>
              <a:gd name="connsiteY5-444" fmla="*/ 8042604 h 10056134"/>
              <a:gd name="connsiteX6-445" fmla="*/ 5536572 w 10017214"/>
              <a:gd name="connsiteY6-446" fmla="*/ 10055866 h 10056134"/>
              <a:gd name="connsiteX7-447" fmla="*/ 1868733 w 10017214"/>
              <a:gd name="connsiteY7-448" fmla="*/ 8160169 h 10056134"/>
              <a:gd name="connsiteX8-449" fmla="*/ 54 w 10017214"/>
              <a:gd name="connsiteY8-450" fmla="*/ 5023500 h 10056134"/>
              <a:gd name="connsiteX0-451" fmla="*/ 54 w 10140617"/>
              <a:gd name="connsiteY0-452" fmla="*/ 5023500 h 10056134"/>
              <a:gd name="connsiteX1-453" fmla="*/ 1894859 w 10140617"/>
              <a:gd name="connsiteY1-454" fmla="*/ 1981437 h 10056134"/>
              <a:gd name="connsiteX2-455" fmla="*/ 5139037 w 10140617"/>
              <a:gd name="connsiteY2-456" fmla="*/ 2077 h 10056134"/>
              <a:gd name="connsiteX3-457" fmla="*/ 8067587 w 10140617"/>
              <a:gd name="connsiteY3-458" fmla="*/ 1815151 h 10056134"/>
              <a:gd name="connsiteX4-459" fmla="*/ 10139286 w 10140617"/>
              <a:gd name="connsiteY4-460" fmla="*/ 5085284 h 10056134"/>
              <a:gd name="connsiteX5-461" fmla="*/ 8334846 w 10140617"/>
              <a:gd name="connsiteY5-462" fmla="*/ 8042604 h 10056134"/>
              <a:gd name="connsiteX6-463" fmla="*/ 5536572 w 10140617"/>
              <a:gd name="connsiteY6-464" fmla="*/ 10055866 h 10056134"/>
              <a:gd name="connsiteX7-465" fmla="*/ 1868733 w 10140617"/>
              <a:gd name="connsiteY7-466" fmla="*/ 8160169 h 10056134"/>
              <a:gd name="connsiteX8-467" fmla="*/ 54 w 10140617"/>
              <a:gd name="connsiteY8-468" fmla="*/ 5023500 h 10056134"/>
              <a:gd name="connsiteX0-469" fmla="*/ 54 w 10141707"/>
              <a:gd name="connsiteY0-470" fmla="*/ 5023500 h 10056134"/>
              <a:gd name="connsiteX1-471" fmla="*/ 1894859 w 10141707"/>
              <a:gd name="connsiteY1-472" fmla="*/ 1981437 h 10056134"/>
              <a:gd name="connsiteX2-473" fmla="*/ 5139037 w 10141707"/>
              <a:gd name="connsiteY2-474" fmla="*/ 2077 h 10056134"/>
              <a:gd name="connsiteX3-475" fmla="*/ 8067587 w 10141707"/>
              <a:gd name="connsiteY3-476" fmla="*/ 1815151 h 10056134"/>
              <a:gd name="connsiteX4-477" fmla="*/ 10139286 w 10141707"/>
              <a:gd name="connsiteY4-478" fmla="*/ 5085284 h 10056134"/>
              <a:gd name="connsiteX5-479" fmla="*/ 8334846 w 10141707"/>
              <a:gd name="connsiteY5-480" fmla="*/ 8042604 h 10056134"/>
              <a:gd name="connsiteX6-481" fmla="*/ 5536572 w 10141707"/>
              <a:gd name="connsiteY6-482" fmla="*/ 10055866 h 10056134"/>
              <a:gd name="connsiteX7-483" fmla="*/ 1868733 w 10141707"/>
              <a:gd name="connsiteY7-484" fmla="*/ 8160169 h 10056134"/>
              <a:gd name="connsiteX8-485" fmla="*/ 54 w 10141707"/>
              <a:gd name="connsiteY8-486" fmla="*/ 5023500 h 10056134"/>
              <a:gd name="connsiteX0-487" fmla="*/ 54 w 10141509"/>
              <a:gd name="connsiteY0-488" fmla="*/ 5023500 h 10056134"/>
              <a:gd name="connsiteX1-489" fmla="*/ 1894859 w 10141509"/>
              <a:gd name="connsiteY1-490" fmla="*/ 1981437 h 10056134"/>
              <a:gd name="connsiteX2-491" fmla="*/ 5139037 w 10141509"/>
              <a:gd name="connsiteY2-492" fmla="*/ 2077 h 10056134"/>
              <a:gd name="connsiteX3-493" fmla="*/ 8067587 w 10141509"/>
              <a:gd name="connsiteY3-494" fmla="*/ 1815151 h 10056134"/>
              <a:gd name="connsiteX4-495" fmla="*/ 10139286 w 10141509"/>
              <a:gd name="connsiteY4-496" fmla="*/ 5085284 h 10056134"/>
              <a:gd name="connsiteX5-497" fmla="*/ 8334846 w 10141509"/>
              <a:gd name="connsiteY5-498" fmla="*/ 8042604 h 10056134"/>
              <a:gd name="connsiteX6-499" fmla="*/ 5536572 w 10141509"/>
              <a:gd name="connsiteY6-500" fmla="*/ 10055866 h 10056134"/>
              <a:gd name="connsiteX7-501" fmla="*/ 1868733 w 10141509"/>
              <a:gd name="connsiteY7-502" fmla="*/ 8160169 h 10056134"/>
              <a:gd name="connsiteX8-503" fmla="*/ 54 w 10141509"/>
              <a:gd name="connsiteY8-504" fmla="*/ 5023500 h 10056134"/>
              <a:gd name="connsiteX0-505" fmla="*/ 54 w 10139298"/>
              <a:gd name="connsiteY0-506" fmla="*/ 5023500 h 10056134"/>
              <a:gd name="connsiteX1-507" fmla="*/ 1894859 w 10139298"/>
              <a:gd name="connsiteY1-508" fmla="*/ 1981437 h 10056134"/>
              <a:gd name="connsiteX2-509" fmla="*/ 5139037 w 10139298"/>
              <a:gd name="connsiteY2-510" fmla="*/ 2077 h 10056134"/>
              <a:gd name="connsiteX3-511" fmla="*/ 8067587 w 10139298"/>
              <a:gd name="connsiteY3-512" fmla="*/ 1815151 h 10056134"/>
              <a:gd name="connsiteX4-513" fmla="*/ 10139286 w 10139298"/>
              <a:gd name="connsiteY4-514" fmla="*/ 5085284 h 10056134"/>
              <a:gd name="connsiteX5-515" fmla="*/ 8334846 w 10139298"/>
              <a:gd name="connsiteY5-516" fmla="*/ 8042604 h 10056134"/>
              <a:gd name="connsiteX6-517" fmla="*/ 5536572 w 10139298"/>
              <a:gd name="connsiteY6-518" fmla="*/ 10055866 h 10056134"/>
              <a:gd name="connsiteX7-519" fmla="*/ 1868733 w 10139298"/>
              <a:gd name="connsiteY7-520" fmla="*/ 8160169 h 10056134"/>
              <a:gd name="connsiteX8-521" fmla="*/ 54 w 10139298"/>
              <a:gd name="connsiteY8-522" fmla="*/ 5023500 h 10056134"/>
              <a:gd name="connsiteX0-523" fmla="*/ 54 w 10140192"/>
              <a:gd name="connsiteY0-524" fmla="*/ 5023500 h 10056134"/>
              <a:gd name="connsiteX1-525" fmla="*/ 1894859 w 10140192"/>
              <a:gd name="connsiteY1-526" fmla="*/ 1981437 h 10056134"/>
              <a:gd name="connsiteX2-527" fmla="*/ 5139037 w 10140192"/>
              <a:gd name="connsiteY2-528" fmla="*/ 2077 h 10056134"/>
              <a:gd name="connsiteX3-529" fmla="*/ 8067587 w 10140192"/>
              <a:gd name="connsiteY3-530" fmla="*/ 1815151 h 10056134"/>
              <a:gd name="connsiteX4-531" fmla="*/ 10139286 w 10140192"/>
              <a:gd name="connsiteY4-532" fmla="*/ 5085284 h 10056134"/>
              <a:gd name="connsiteX5-533" fmla="*/ 8334846 w 10140192"/>
              <a:gd name="connsiteY5-534" fmla="*/ 8042604 h 10056134"/>
              <a:gd name="connsiteX6-535" fmla="*/ 5536572 w 10140192"/>
              <a:gd name="connsiteY6-536" fmla="*/ 10055866 h 10056134"/>
              <a:gd name="connsiteX7-537" fmla="*/ 1868733 w 10140192"/>
              <a:gd name="connsiteY7-538" fmla="*/ 8160169 h 10056134"/>
              <a:gd name="connsiteX8-539" fmla="*/ 54 w 10140192"/>
              <a:gd name="connsiteY8-540" fmla="*/ 5023500 h 10056134"/>
              <a:gd name="connsiteX0-541" fmla="*/ 54 w 10140192"/>
              <a:gd name="connsiteY0-542" fmla="*/ 5023500 h 10154965"/>
              <a:gd name="connsiteX1-543" fmla="*/ 1894859 w 10140192"/>
              <a:gd name="connsiteY1-544" fmla="*/ 1981437 h 10154965"/>
              <a:gd name="connsiteX2-545" fmla="*/ 5139037 w 10140192"/>
              <a:gd name="connsiteY2-546" fmla="*/ 2077 h 10154965"/>
              <a:gd name="connsiteX3-547" fmla="*/ 8067587 w 10140192"/>
              <a:gd name="connsiteY3-548" fmla="*/ 1815151 h 10154965"/>
              <a:gd name="connsiteX4-549" fmla="*/ 10139286 w 10140192"/>
              <a:gd name="connsiteY4-550" fmla="*/ 5085284 h 10154965"/>
              <a:gd name="connsiteX5-551" fmla="*/ 8334846 w 10140192"/>
              <a:gd name="connsiteY5-552" fmla="*/ 8042604 h 10154965"/>
              <a:gd name="connsiteX6-553" fmla="*/ 5178226 w 10140192"/>
              <a:gd name="connsiteY6-554" fmla="*/ 10154720 h 10154965"/>
              <a:gd name="connsiteX7-555" fmla="*/ 1868733 w 10140192"/>
              <a:gd name="connsiteY7-556" fmla="*/ 8160169 h 10154965"/>
              <a:gd name="connsiteX8-557" fmla="*/ 54 w 10140192"/>
              <a:gd name="connsiteY8-558" fmla="*/ 5023500 h 10154965"/>
              <a:gd name="connsiteX0-559" fmla="*/ 54 w 10140192"/>
              <a:gd name="connsiteY0-560" fmla="*/ 5023500 h 10156343"/>
              <a:gd name="connsiteX1-561" fmla="*/ 1894859 w 10140192"/>
              <a:gd name="connsiteY1-562" fmla="*/ 1981437 h 10156343"/>
              <a:gd name="connsiteX2-563" fmla="*/ 5139037 w 10140192"/>
              <a:gd name="connsiteY2-564" fmla="*/ 2077 h 10156343"/>
              <a:gd name="connsiteX3-565" fmla="*/ 8067587 w 10140192"/>
              <a:gd name="connsiteY3-566" fmla="*/ 1815151 h 10156343"/>
              <a:gd name="connsiteX4-567" fmla="*/ 10139286 w 10140192"/>
              <a:gd name="connsiteY4-568" fmla="*/ 5085284 h 10156343"/>
              <a:gd name="connsiteX5-569" fmla="*/ 8334846 w 10140192"/>
              <a:gd name="connsiteY5-570" fmla="*/ 8042604 h 10156343"/>
              <a:gd name="connsiteX6-571" fmla="*/ 5178226 w 10140192"/>
              <a:gd name="connsiteY6-572" fmla="*/ 10154720 h 10156343"/>
              <a:gd name="connsiteX7-573" fmla="*/ 1868733 w 10140192"/>
              <a:gd name="connsiteY7-574" fmla="*/ 8160169 h 10156343"/>
              <a:gd name="connsiteX8-575" fmla="*/ 54 w 10140192"/>
              <a:gd name="connsiteY8-576" fmla="*/ 5023500 h 10156343"/>
              <a:gd name="connsiteX0-577" fmla="*/ 54 w 10140192"/>
              <a:gd name="connsiteY0-578" fmla="*/ 5023500 h 10156343"/>
              <a:gd name="connsiteX1-579" fmla="*/ 1894859 w 10140192"/>
              <a:gd name="connsiteY1-580" fmla="*/ 1981437 h 10156343"/>
              <a:gd name="connsiteX2-581" fmla="*/ 5139037 w 10140192"/>
              <a:gd name="connsiteY2-582" fmla="*/ 2077 h 10156343"/>
              <a:gd name="connsiteX3-583" fmla="*/ 8067587 w 10140192"/>
              <a:gd name="connsiteY3-584" fmla="*/ 1815151 h 10156343"/>
              <a:gd name="connsiteX4-585" fmla="*/ 10139286 w 10140192"/>
              <a:gd name="connsiteY4-586" fmla="*/ 5085284 h 10156343"/>
              <a:gd name="connsiteX5-587" fmla="*/ 8334846 w 10140192"/>
              <a:gd name="connsiteY5-588" fmla="*/ 8042604 h 10156343"/>
              <a:gd name="connsiteX6-589" fmla="*/ 5178226 w 10140192"/>
              <a:gd name="connsiteY6-590" fmla="*/ 10154720 h 10156343"/>
              <a:gd name="connsiteX7-591" fmla="*/ 1868733 w 10140192"/>
              <a:gd name="connsiteY7-592" fmla="*/ 8160169 h 10156343"/>
              <a:gd name="connsiteX8-593" fmla="*/ 54 w 10140192"/>
              <a:gd name="connsiteY8-594" fmla="*/ 5023500 h 10156343"/>
              <a:gd name="connsiteX0-595" fmla="*/ 54 w 10140192"/>
              <a:gd name="connsiteY0-596" fmla="*/ 5023500 h 10155931"/>
              <a:gd name="connsiteX1-597" fmla="*/ 1894859 w 10140192"/>
              <a:gd name="connsiteY1-598" fmla="*/ 1981437 h 10155931"/>
              <a:gd name="connsiteX2-599" fmla="*/ 5139037 w 10140192"/>
              <a:gd name="connsiteY2-600" fmla="*/ 2077 h 10155931"/>
              <a:gd name="connsiteX3-601" fmla="*/ 8067587 w 10140192"/>
              <a:gd name="connsiteY3-602" fmla="*/ 1815151 h 10155931"/>
              <a:gd name="connsiteX4-603" fmla="*/ 10139286 w 10140192"/>
              <a:gd name="connsiteY4-604" fmla="*/ 5085284 h 10155931"/>
              <a:gd name="connsiteX5-605" fmla="*/ 8334846 w 10140192"/>
              <a:gd name="connsiteY5-606" fmla="*/ 8042604 h 10155931"/>
              <a:gd name="connsiteX6-607" fmla="*/ 5178226 w 10140192"/>
              <a:gd name="connsiteY6-608" fmla="*/ 10154720 h 10155931"/>
              <a:gd name="connsiteX7-609" fmla="*/ 1868733 w 10140192"/>
              <a:gd name="connsiteY7-610" fmla="*/ 8160169 h 10155931"/>
              <a:gd name="connsiteX8-611" fmla="*/ 54 w 10140192"/>
              <a:gd name="connsiteY8-612" fmla="*/ 5023500 h 10155931"/>
              <a:gd name="connsiteX0-613" fmla="*/ 54 w 10140192"/>
              <a:gd name="connsiteY0-614" fmla="*/ 5023500 h 10155931"/>
              <a:gd name="connsiteX1-615" fmla="*/ 1894859 w 10140192"/>
              <a:gd name="connsiteY1-616" fmla="*/ 1981437 h 10155931"/>
              <a:gd name="connsiteX2-617" fmla="*/ 5139037 w 10140192"/>
              <a:gd name="connsiteY2-618" fmla="*/ 2077 h 10155931"/>
              <a:gd name="connsiteX3-619" fmla="*/ 8067587 w 10140192"/>
              <a:gd name="connsiteY3-620" fmla="*/ 1815151 h 10155931"/>
              <a:gd name="connsiteX4-621" fmla="*/ 10139286 w 10140192"/>
              <a:gd name="connsiteY4-622" fmla="*/ 5085284 h 10155931"/>
              <a:gd name="connsiteX5-623" fmla="*/ 8334846 w 10140192"/>
              <a:gd name="connsiteY5-624" fmla="*/ 8042604 h 10155931"/>
              <a:gd name="connsiteX6-625" fmla="*/ 5178226 w 10140192"/>
              <a:gd name="connsiteY6-626" fmla="*/ 10154720 h 10155931"/>
              <a:gd name="connsiteX7-627" fmla="*/ 1868733 w 10140192"/>
              <a:gd name="connsiteY7-628" fmla="*/ 8160169 h 10155931"/>
              <a:gd name="connsiteX8-629" fmla="*/ 54 w 10140192"/>
              <a:gd name="connsiteY8-630" fmla="*/ 5023500 h 10155931"/>
              <a:gd name="connsiteX0-631" fmla="*/ 3857 w 10143995"/>
              <a:gd name="connsiteY0-632" fmla="*/ 5023500 h 10155931"/>
              <a:gd name="connsiteX1-633" fmla="*/ 1898662 w 10143995"/>
              <a:gd name="connsiteY1-634" fmla="*/ 1981437 h 10155931"/>
              <a:gd name="connsiteX2-635" fmla="*/ 5142840 w 10143995"/>
              <a:gd name="connsiteY2-636" fmla="*/ 2077 h 10155931"/>
              <a:gd name="connsiteX3-637" fmla="*/ 8071390 w 10143995"/>
              <a:gd name="connsiteY3-638" fmla="*/ 1815151 h 10155931"/>
              <a:gd name="connsiteX4-639" fmla="*/ 10143089 w 10143995"/>
              <a:gd name="connsiteY4-640" fmla="*/ 5085284 h 10155931"/>
              <a:gd name="connsiteX5-641" fmla="*/ 8338649 w 10143995"/>
              <a:gd name="connsiteY5-642" fmla="*/ 8042604 h 10155931"/>
              <a:gd name="connsiteX6-643" fmla="*/ 5182029 w 10143995"/>
              <a:gd name="connsiteY6-644" fmla="*/ 10154720 h 10155931"/>
              <a:gd name="connsiteX7-645" fmla="*/ 1872536 w 10143995"/>
              <a:gd name="connsiteY7-646" fmla="*/ 8160169 h 10155931"/>
              <a:gd name="connsiteX8-647" fmla="*/ 3857 w 10143995"/>
              <a:gd name="connsiteY8-648" fmla="*/ 5023500 h 10155931"/>
              <a:gd name="connsiteX0-649" fmla="*/ 3857 w 10143995"/>
              <a:gd name="connsiteY0-650" fmla="*/ 5023500 h 10155907"/>
              <a:gd name="connsiteX1-651" fmla="*/ 1898662 w 10143995"/>
              <a:gd name="connsiteY1-652" fmla="*/ 1981437 h 10155907"/>
              <a:gd name="connsiteX2-653" fmla="*/ 5142840 w 10143995"/>
              <a:gd name="connsiteY2-654" fmla="*/ 2077 h 10155907"/>
              <a:gd name="connsiteX3-655" fmla="*/ 8071390 w 10143995"/>
              <a:gd name="connsiteY3-656" fmla="*/ 1815151 h 10155907"/>
              <a:gd name="connsiteX4-657" fmla="*/ 10143089 w 10143995"/>
              <a:gd name="connsiteY4-658" fmla="*/ 5085284 h 10155907"/>
              <a:gd name="connsiteX5-659" fmla="*/ 8338649 w 10143995"/>
              <a:gd name="connsiteY5-660" fmla="*/ 8042604 h 10155907"/>
              <a:gd name="connsiteX6-661" fmla="*/ 5182029 w 10143995"/>
              <a:gd name="connsiteY6-662" fmla="*/ 10154720 h 10155907"/>
              <a:gd name="connsiteX7-663" fmla="*/ 1872536 w 10143995"/>
              <a:gd name="connsiteY7-664" fmla="*/ 8160169 h 10155907"/>
              <a:gd name="connsiteX8-665" fmla="*/ 3857 w 10143995"/>
              <a:gd name="connsiteY8-666" fmla="*/ 5023500 h 10155907"/>
              <a:gd name="connsiteX0-667" fmla="*/ 57 w 10140195"/>
              <a:gd name="connsiteY0-668" fmla="*/ 5023500 h 10155907"/>
              <a:gd name="connsiteX1-669" fmla="*/ 1894862 w 10140195"/>
              <a:gd name="connsiteY1-670" fmla="*/ 1981437 h 10155907"/>
              <a:gd name="connsiteX2-671" fmla="*/ 5139040 w 10140195"/>
              <a:gd name="connsiteY2-672" fmla="*/ 2077 h 10155907"/>
              <a:gd name="connsiteX3-673" fmla="*/ 8067590 w 10140195"/>
              <a:gd name="connsiteY3-674" fmla="*/ 1815151 h 10155907"/>
              <a:gd name="connsiteX4-675" fmla="*/ 10139289 w 10140195"/>
              <a:gd name="connsiteY4-676" fmla="*/ 5085284 h 10155907"/>
              <a:gd name="connsiteX5-677" fmla="*/ 8334849 w 10140195"/>
              <a:gd name="connsiteY5-678" fmla="*/ 8042604 h 10155907"/>
              <a:gd name="connsiteX6-679" fmla="*/ 5178229 w 10140195"/>
              <a:gd name="connsiteY6-680" fmla="*/ 10154720 h 10155907"/>
              <a:gd name="connsiteX7-681" fmla="*/ 1868736 w 10140195"/>
              <a:gd name="connsiteY7-682" fmla="*/ 8160169 h 10155907"/>
              <a:gd name="connsiteX8-683" fmla="*/ 57 w 10140195"/>
              <a:gd name="connsiteY8-684" fmla="*/ 5023500 h 10155907"/>
              <a:gd name="connsiteX0-685" fmla="*/ 787 w 10140925"/>
              <a:gd name="connsiteY0-686" fmla="*/ 5023500 h 10155907"/>
              <a:gd name="connsiteX1-687" fmla="*/ 1895592 w 10140925"/>
              <a:gd name="connsiteY1-688" fmla="*/ 1981437 h 10155907"/>
              <a:gd name="connsiteX2-689" fmla="*/ 5139770 w 10140925"/>
              <a:gd name="connsiteY2-690" fmla="*/ 2077 h 10155907"/>
              <a:gd name="connsiteX3-691" fmla="*/ 8068320 w 10140925"/>
              <a:gd name="connsiteY3-692" fmla="*/ 1815151 h 10155907"/>
              <a:gd name="connsiteX4-693" fmla="*/ 10140019 w 10140925"/>
              <a:gd name="connsiteY4-694" fmla="*/ 5085284 h 10155907"/>
              <a:gd name="connsiteX5-695" fmla="*/ 8335579 w 10140925"/>
              <a:gd name="connsiteY5-696" fmla="*/ 8042604 h 10155907"/>
              <a:gd name="connsiteX6-697" fmla="*/ 5178959 w 10140925"/>
              <a:gd name="connsiteY6-698" fmla="*/ 10154720 h 10155907"/>
              <a:gd name="connsiteX7-699" fmla="*/ 1869466 w 10140925"/>
              <a:gd name="connsiteY7-700" fmla="*/ 8160169 h 10155907"/>
              <a:gd name="connsiteX8-701" fmla="*/ 787 w 10140925"/>
              <a:gd name="connsiteY8-702" fmla="*/ 5023500 h 10155907"/>
              <a:gd name="connsiteX0-703" fmla="*/ 787 w 10140925"/>
              <a:gd name="connsiteY0-704" fmla="*/ 5023500 h 10155907"/>
              <a:gd name="connsiteX1-705" fmla="*/ 1895592 w 10140925"/>
              <a:gd name="connsiteY1-706" fmla="*/ 1981437 h 10155907"/>
              <a:gd name="connsiteX2-707" fmla="*/ 5139770 w 10140925"/>
              <a:gd name="connsiteY2-708" fmla="*/ 2077 h 10155907"/>
              <a:gd name="connsiteX3-709" fmla="*/ 8068320 w 10140925"/>
              <a:gd name="connsiteY3-710" fmla="*/ 1815151 h 10155907"/>
              <a:gd name="connsiteX4-711" fmla="*/ 10140019 w 10140925"/>
              <a:gd name="connsiteY4-712" fmla="*/ 5085284 h 10155907"/>
              <a:gd name="connsiteX5-713" fmla="*/ 8335579 w 10140925"/>
              <a:gd name="connsiteY5-714" fmla="*/ 8042604 h 10155907"/>
              <a:gd name="connsiteX6-715" fmla="*/ 5178959 w 10140925"/>
              <a:gd name="connsiteY6-716" fmla="*/ 10154720 h 10155907"/>
              <a:gd name="connsiteX7-717" fmla="*/ 1869466 w 10140925"/>
              <a:gd name="connsiteY7-718" fmla="*/ 8160169 h 10155907"/>
              <a:gd name="connsiteX8-719" fmla="*/ 787 w 10140925"/>
              <a:gd name="connsiteY8-720" fmla="*/ 5023500 h 10155907"/>
              <a:gd name="connsiteX0-721" fmla="*/ 787 w 10140925"/>
              <a:gd name="connsiteY0-722" fmla="*/ 5023480 h 10155887"/>
              <a:gd name="connsiteX1-723" fmla="*/ 1895592 w 10140925"/>
              <a:gd name="connsiteY1-724" fmla="*/ 1981417 h 10155887"/>
              <a:gd name="connsiteX2-725" fmla="*/ 5139770 w 10140925"/>
              <a:gd name="connsiteY2-726" fmla="*/ 2057 h 10155887"/>
              <a:gd name="connsiteX3-727" fmla="*/ 8068320 w 10140925"/>
              <a:gd name="connsiteY3-728" fmla="*/ 1815131 h 10155887"/>
              <a:gd name="connsiteX4-729" fmla="*/ 10140019 w 10140925"/>
              <a:gd name="connsiteY4-730" fmla="*/ 5085264 h 10155887"/>
              <a:gd name="connsiteX5-731" fmla="*/ 8335579 w 10140925"/>
              <a:gd name="connsiteY5-732" fmla="*/ 8042584 h 10155887"/>
              <a:gd name="connsiteX6-733" fmla="*/ 5178959 w 10140925"/>
              <a:gd name="connsiteY6-734" fmla="*/ 10154700 h 10155887"/>
              <a:gd name="connsiteX7-735" fmla="*/ 1869466 w 10140925"/>
              <a:gd name="connsiteY7-736" fmla="*/ 8160149 h 10155887"/>
              <a:gd name="connsiteX8-737" fmla="*/ 787 w 10140925"/>
              <a:gd name="connsiteY8-738" fmla="*/ 5023480 h 10155887"/>
              <a:gd name="connsiteX0-739" fmla="*/ 787 w 10140925"/>
              <a:gd name="connsiteY0-740" fmla="*/ 5022720 h 10155127"/>
              <a:gd name="connsiteX1-741" fmla="*/ 1895592 w 10140925"/>
              <a:gd name="connsiteY1-742" fmla="*/ 1980657 h 10155127"/>
              <a:gd name="connsiteX2-743" fmla="*/ 5139770 w 10140925"/>
              <a:gd name="connsiteY2-744" fmla="*/ 1297 h 10155127"/>
              <a:gd name="connsiteX3-745" fmla="*/ 8068320 w 10140925"/>
              <a:gd name="connsiteY3-746" fmla="*/ 1814371 h 10155127"/>
              <a:gd name="connsiteX4-747" fmla="*/ 10140019 w 10140925"/>
              <a:gd name="connsiteY4-748" fmla="*/ 5084504 h 10155127"/>
              <a:gd name="connsiteX5-749" fmla="*/ 8335579 w 10140925"/>
              <a:gd name="connsiteY5-750" fmla="*/ 8041824 h 10155127"/>
              <a:gd name="connsiteX6-751" fmla="*/ 5178959 w 10140925"/>
              <a:gd name="connsiteY6-752" fmla="*/ 10153940 h 10155127"/>
              <a:gd name="connsiteX7-753" fmla="*/ 1869466 w 10140925"/>
              <a:gd name="connsiteY7-754" fmla="*/ 8159389 h 10155127"/>
              <a:gd name="connsiteX8-755" fmla="*/ 787 w 10140925"/>
              <a:gd name="connsiteY8-756" fmla="*/ 5022720 h 10155127"/>
              <a:gd name="connsiteX0-757" fmla="*/ 787 w 10140925"/>
              <a:gd name="connsiteY0-758" fmla="*/ 5022739 h 10155146"/>
              <a:gd name="connsiteX1-759" fmla="*/ 1895592 w 10140925"/>
              <a:gd name="connsiteY1-760" fmla="*/ 1980676 h 10155146"/>
              <a:gd name="connsiteX2-761" fmla="*/ 5139770 w 10140925"/>
              <a:gd name="connsiteY2-762" fmla="*/ 1316 h 10155146"/>
              <a:gd name="connsiteX3-763" fmla="*/ 8068320 w 10140925"/>
              <a:gd name="connsiteY3-764" fmla="*/ 1814390 h 10155146"/>
              <a:gd name="connsiteX4-765" fmla="*/ 10140019 w 10140925"/>
              <a:gd name="connsiteY4-766" fmla="*/ 5084523 h 10155146"/>
              <a:gd name="connsiteX5-767" fmla="*/ 8335579 w 10140925"/>
              <a:gd name="connsiteY5-768" fmla="*/ 8041843 h 10155146"/>
              <a:gd name="connsiteX6-769" fmla="*/ 5178959 w 10140925"/>
              <a:gd name="connsiteY6-770" fmla="*/ 10153959 h 10155146"/>
              <a:gd name="connsiteX7-771" fmla="*/ 1869466 w 10140925"/>
              <a:gd name="connsiteY7-772" fmla="*/ 8159408 h 10155146"/>
              <a:gd name="connsiteX8-773" fmla="*/ 787 w 10140925"/>
              <a:gd name="connsiteY8-774" fmla="*/ 5022739 h 10155146"/>
              <a:gd name="connsiteX0-775" fmla="*/ 787 w 10140925"/>
              <a:gd name="connsiteY0-776" fmla="*/ 5021567 h 10153974"/>
              <a:gd name="connsiteX1-777" fmla="*/ 1895592 w 10140925"/>
              <a:gd name="connsiteY1-778" fmla="*/ 1979504 h 10153974"/>
              <a:gd name="connsiteX2-779" fmla="*/ 5139770 w 10140925"/>
              <a:gd name="connsiteY2-780" fmla="*/ 144 h 10153974"/>
              <a:gd name="connsiteX3-781" fmla="*/ 8068320 w 10140925"/>
              <a:gd name="connsiteY3-782" fmla="*/ 1813218 h 10153974"/>
              <a:gd name="connsiteX4-783" fmla="*/ 10140019 w 10140925"/>
              <a:gd name="connsiteY4-784" fmla="*/ 5083351 h 10153974"/>
              <a:gd name="connsiteX5-785" fmla="*/ 8335579 w 10140925"/>
              <a:gd name="connsiteY5-786" fmla="*/ 8040671 h 10153974"/>
              <a:gd name="connsiteX6-787" fmla="*/ 5178959 w 10140925"/>
              <a:gd name="connsiteY6-788" fmla="*/ 10152787 h 10153974"/>
              <a:gd name="connsiteX7-789" fmla="*/ 1869466 w 10140925"/>
              <a:gd name="connsiteY7-790" fmla="*/ 8158236 h 10153974"/>
              <a:gd name="connsiteX8-791" fmla="*/ 787 w 10140925"/>
              <a:gd name="connsiteY8-792" fmla="*/ 5021567 h 10153974"/>
              <a:gd name="connsiteX0-793" fmla="*/ 787 w 10140925"/>
              <a:gd name="connsiteY0-794" fmla="*/ 5015305 h 10147712"/>
              <a:gd name="connsiteX1-795" fmla="*/ 1895592 w 10140925"/>
              <a:gd name="connsiteY1-796" fmla="*/ 1973242 h 10147712"/>
              <a:gd name="connsiteX2-797" fmla="*/ 5039562 w 10140925"/>
              <a:gd name="connsiteY2-798" fmla="*/ 145 h 10147712"/>
              <a:gd name="connsiteX3-799" fmla="*/ 8068320 w 10140925"/>
              <a:gd name="connsiteY3-800" fmla="*/ 1806956 h 10147712"/>
              <a:gd name="connsiteX4-801" fmla="*/ 10140019 w 10140925"/>
              <a:gd name="connsiteY4-802" fmla="*/ 5077089 h 10147712"/>
              <a:gd name="connsiteX5-803" fmla="*/ 8335579 w 10140925"/>
              <a:gd name="connsiteY5-804" fmla="*/ 8034409 h 10147712"/>
              <a:gd name="connsiteX6-805" fmla="*/ 5178959 w 10140925"/>
              <a:gd name="connsiteY6-806" fmla="*/ 10146525 h 10147712"/>
              <a:gd name="connsiteX7-807" fmla="*/ 1869466 w 10140925"/>
              <a:gd name="connsiteY7-808" fmla="*/ 8151974 h 10147712"/>
              <a:gd name="connsiteX8-809" fmla="*/ 787 w 10140925"/>
              <a:gd name="connsiteY8-810" fmla="*/ 5015305 h 10147712"/>
              <a:gd name="connsiteX0-811" fmla="*/ 787 w 10140925"/>
              <a:gd name="connsiteY0-812" fmla="*/ 5015164 h 10147571"/>
              <a:gd name="connsiteX1-813" fmla="*/ 1895592 w 10140925"/>
              <a:gd name="connsiteY1-814" fmla="*/ 1973101 h 10147571"/>
              <a:gd name="connsiteX2-815" fmla="*/ 5039562 w 10140925"/>
              <a:gd name="connsiteY2-816" fmla="*/ 4 h 10147571"/>
              <a:gd name="connsiteX3-817" fmla="*/ 8068320 w 10140925"/>
              <a:gd name="connsiteY3-818" fmla="*/ 1806815 h 10147571"/>
              <a:gd name="connsiteX4-819" fmla="*/ 10140019 w 10140925"/>
              <a:gd name="connsiteY4-820" fmla="*/ 5076948 h 10147571"/>
              <a:gd name="connsiteX5-821" fmla="*/ 8335579 w 10140925"/>
              <a:gd name="connsiteY5-822" fmla="*/ 8034268 h 10147571"/>
              <a:gd name="connsiteX6-823" fmla="*/ 5178959 w 10140925"/>
              <a:gd name="connsiteY6-824" fmla="*/ 10146384 h 10147571"/>
              <a:gd name="connsiteX7-825" fmla="*/ 1869466 w 10140925"/>
              <a:gd name="connsiteY7-826" fmla="*/ 8151833 h 10147571"/>
              <a:gd name="connsiteX8-827" fmla="*/ 787 w 10140925"/>
              <a:gd name="connsiteY8-828" fmla="*/ 5015164 h 10147571"/>
              <a:gd name="connsiteX0-829" fmla="*/ 787 w 10140079"/>
              <a:gd name="connsiteY0-830" fmla="*/ 5015164 h 10147571"/>
              <a:gd name="connsiteX1-831" fmla="*/ 1895592 w 10140079"/>
              <a:gd name="connsiteY1-832" fmla="*/ 1973101 h 10147571"/>
              <a:gd name="connsiteX2-833" fmla="*/ 5039562 w 10140079"/>
              <a:gd name="connsiteY2-834" fmla="*/ 4 h 10147571"/>
              <a:gd name="connsiteX3-835" fmla="*/ 8068320 w 10140079"/>
              <a:gd name="connsiteY3-836" fmla="*/ 1806815 h 10147571"/>
              <a:gd name="connsiteX4-837" fmla="*/ 10140019 w 10140079"/>
              <a:gd name="connsiteY4-838" fmla="*/ 5076948 h 10147571"/>
              <a:gd name="connsiteX5-839" fmla="*/ 8335579 w 10140079"/>
              <a:gd name="connsiteY5-840" fmla="*/ 8034268 h 10147571"/>
              <a:gd name="connsiteX6-841" fmla="*/ 5178959 w 10140079"/>
              <a:gd name="connsiteY6-842" fmla="*/ 10146384 h 10147571"/>
              <a:gd name="connsiteX7-843" fmla="*/ 1869466 w 10140079"/>
              <a:gd name="connsiteY7-844" fmla="*/ 8151833 h 10147571"/>
              <a:gd name="connsiteX8-845" fmla="*/ 787 w 10140079"/>
              <a:gd name="connsiteY8-846" fmla="*/ 5015164 h 10147571"/>
              <a:gd name="connsiteX0-847" fmla="*/ 787 w 10142684"/>
              <a:gd name="connsiteY0-848" fmla="*/ 5015164 h 10147571"/>
              <a:gd name="connsiteX1-849" fmla="*/ 1895592 w 10142684"/>
              <a:gd name="connsiteY1-850" fmla="*/ 1973101 h 10147571"/>
              <a:gd name="connsiteX2-851" fmla="*/ 5039562 w 10142684"/>
              <a:gd name="connsiteY2-852" fmla="*/ 4 h 10147571"/>
              <a:gd name="connsiteX3-853" fmla="*/ 8068320 w 10142684"/>
              <a:gd name="connsiteY3-854" fmla="*/ 1806815 h 10147571"/>
              <a:gd name="connsiteX4-855" fmla="*/ 10140019 w 10142684"/>
              <a:gd name="connsiteY4-856" fmla="*/ 5076948 h 10147571"/>
              <a:gd name="connsiteX5-857" fmla="*/ 8335579 w 10142684"/>
              <a:gd name="connsiteY5-858" fmla="*/ 8034268 h 10147571"/>
              <a:gd name="connsiteX6-859" fmla="*/ 5178959 w 10142684"/>
              <a:gd name="connsiteY6-860" fmla="*/ 10146384 h 10147571"/>
              <a:gd name="connsiteX7-861" fmla="*/ 1869466 w 10142684"/>
              <a:gd name="connsiteY7-862" fmla="*/ 8151833 h 10147571"/>
              <a:gd name="connsiteX8-863" fmla="*/ 787 w 10142684"/>
              <a:gd name="connsiteY8-864" fmla="*/ 5015164 h 10147571"/>
              <a:gd name="connsiteX0-865" fmla="*/ 787 w 10130180"/>
              <a:gd name="connsiteY0-866" fmla="*/ 5015164 h 10147571"/>
              <a:gd name="connsiteX1-867" fmla="*/ 1895592 w 10130180"/>
              <a:gd name="connsiteY1-868" fmla="*/ 1973101 h 10147571"/>
              <a:gd name="connsiteX2-869" fmla="*/ 5039562 w 10130180"/>
              <a:gd name="connsiteY2-870" fmla="*/ 4 h 10147571"/>
              <a:gd name="connsiteX3-871" fmla="*/ 8068320 w 10130180"/>
              <a:gd name="connsiteY3-872" fmla="*/ 1806815 h 10147571"/>
              <a:gd name="connsiteX4-873" fmla="*/ 10127493 w 10130180"/>
              <a:gd name="connsiteY4-874" fmla="*/ 5095737 h 10147571"/>
              <a:gd name="connsiteX5-875" fmla="*/ 8335579 w 10130180"/>
              <a:gd name="connsiteY5-876" fmla="*/ 8034268 h 10147571"/>
              <a:gd name="connsiteX6-877" fmla="*/ 5178959 w 10130180"/>
              <a:gd name="connsiteY6-878" fmla="*/ 10146384 h 10147571"/>
              <a:gd name="connsiteX7-879" fmla="*/ 1869466 w 10130180"/>
              <a:gd name="connsiteY7-880" fmla="*/ 8151833 h 10147571"/>
              <a:gd name="connsiteX8-881" fmla="*/ 787 w 10130180"/>
              <a:gd name="connsiteY8-882" fmla="*/ 5015164 h 10147571"/>
              <a:gd name="connsiteX0-883" fmla="*/ 787 w 10129060"/>
              <a:gd name="connsiteY0-884" fmla="*/ 5015164 h 10146587"/>
              <a:gd name="connsiteX1-885" fmla="*/ 1895592 w 10129060"/>
              <a:gd name="connsiteY1-886" fmla="*/ 1973101 h 10146587"/>
              <a:gd name="connsiteX2-887" fmla="*/ 5039562 w 10129060"/>
              <a:gd name="connsiteY2-888" fmla="*/ 4 h 10146587"/>
              <a:gd name="connsiteX3-889" fmla="*/ 8068320 w 10129060"/>
              <a:gd name="connsiteY3-890" fmla="*/ 1806815 h 10146587"/>
              <a:gd name="connsiteX4-891" fmla="*/ 10127493 w 10129060"/>
              <a:gd name="connsiteY4-892" fmla="*/ 5095737 h 10146587"/>
              <a:gd name="connsiteX5-893" fmla="*/ 8354931 w 10129060"/>
              <a:gd name="connsiteY5-894" fmla="*/ 8043945 h 10146587"/>
              <a:gd name="connsiteX6-895" fmla="*/ 5178959 w 10129060"/>
              <a:gd name="connsiteY6-896" fmla="*/ 10146384 h 10146587"/>
              <a:gd name="connsiteX7-897" fmla="*/ 1869466 w 10129060"/>
              <a:gd name="connsiteY7-898" fmla="*/ 8151833 h 10146587"/>
              <a:gd name="connsiteX8-899" fmla="*/ 787 w 10129060"/>
              <a:gd name="connsiteY8-900" fmla="*/ 5015164 h 10146587"/>
              <a:gd name="connsiteX0-901" fmla="*/ 787 w 10129060"/>
              <a:gd name="connsiteY0-902" fmla="*/ 5015164 h 10146587"/>
              <a:gd name="connsiteX1-903" fmla="*/ 1895592 w 10129060"/>
              <a:gd name="connsiteY1-904" fmla="*/ 1973101 h 10146587"/>
              <a:gd name="connsiteX2-905" fmla="*/ 5039562 w 10129060"/>
              <a:gd name="connsiteY2-906" fmla="*/ 4 h 10146587"/>
              <a:gd name="connsiteX3-907" fmla="*/ 8068320 w 10129060"/>
              <a:gd name="connsiteY3-908" fmla="*/ 1806815 h 10146587"/>
              <a:gd name="connsiteX4-909" fmla="*/ 10127493 w 10129060"/>
              <a:gd name="connsiteY4-910" fmla="*/ 5095737 h 10146587"/>
              <a:gd name="connsiteX5-911" fmla="*/ 8354931 w 10129060"/>
              <a:gd name="connsiteY5-912" fmla="*/ 8043945 h 10146587"/>
              <a:gd name="connsiteX6-913" fmla="*/ 5178959 w 10129060"/>
              <a:gd name="connsiteY6-914" fmla="*/ 10146384 h 10146587"/>
              <a:gd name="connsiteX7-915" fmla="*/ 1869466 w 10129060"/>
              <a:gd name="connsiteY7-916" fmla="*/ 8151833 h 10146587"/>
              <a:gd name="connsiteX8-917" fmla="*/ 787 w 10129060"/>
              <a:gd name="connsiteY8-918" fmla="*/ 5015164 h 10146587"/>
              <a:gd name="connsiteX0-919" fmla="*/ 787 w 10129243"/>
              <a:gd name="connsiteY0-920" fmla="*/ 5015164 h 10146587"/>
              <a:gd name="connsiteX1-921" fmla="*/ 1895592 w 10129243"/>
              <a:gd name="connsiteY1-922" fmla="*/ 1973101 h 10146587"/>
              <a:gd name="connsiteX2-923" fmla="*/ 5039562 w 10129243"/>
              <a:gd name="connsiteY2-924" fmla="*/ 4 h 10146587"/>
              <a:gd name="connsiteX3-925" fmla="*/ 8068320 w 10129243"/>
              <a:gd name="connsiteY3-926" fmla="*/ 1806815 h 10146587"/>
              <a:gd name="connsiteX4-927" fmla="*/ 10127493 w 10129243"/>
              <a:gd name="connsiteY4-928" fmla="*/ 5095737 h 10146587"/>
              <a:gd name="connsiteX5-929" fmla="*/ 8354931 w 10129243"/>
              <a:gd name="connsiteY5-930" fmla="*/ 8043945 h 10146587"/>
              <a:gd name="connsiteX6-931" fmla="*/ 5178959 w 10129243"/>
              <a:gd name="connsiteY6-932" fmla="*/ 10146384 h 10146587"/>
              <a:gd name="connsiteX7-933" fmla="*/ 1869466 w 10129243"/>
              <a:gd name="connsiteY7-934" fmla="*/ 8151833 h 10146587"/>
              <a:gd name="connsiteX8-935" fmla="*/ 787 w 10129243"/>
              <a:gd name="connsiteY8-936" fmla="*/ 5015164 h 10146587"/>
              <a:gd name="connsiteX0-937" fmla="*/ 787 w 10128135"/>
              <a:gd name="connsiteY0-938" fmla="*/ 5015164 h 10146587"/>
              <a:gd name="connsiteX1-939" fmla="*/ 1895592 w 10128135"/>
              <a:gd name="connsiteY1-940" fmla="*/ 1973101 h 10146587"/>
              <a:gd name="connsiteX2-941" fmla="*/ 5039562 w 10128135"/>
              <a:gd name="connsiteY2-942" fmla="*/ 4 h 10146587"/>
              <a:gd name="connsiteX3-943" fmla="*/ 8068320 w 10128135"/>
              <a:gd name="connsiteY3-944" fmla="*/ 1806815 h 10146587"/>
              <a:gd name="connsiteX4-945" fmla="*/ 10127493 w 10128135"/>
              <a:gd name="connsiteY4-946" fmla="*/ 5095737 h 10146587"/>
              <a:gd name="connsiteX5-947" fmla="*/ 8354931 w 10128135"/>
              <a:gd name="connsiteY5-948" fmla="*/ 8043945 h 10146587"/>
              <a:gd name="connsiteX6-949" fmla="*/ 5178959 w 10128135"/>
              <a:gd name="connsiteY6-950" fmla="*/ 10146384 h 10146587"/>
              <a:gd name="connsiteX7-951" fmla="*/ 1869466 w 10128135"/>
              <a:gd name="connsiteY7-952" fmla="*/ 8151833 h 10146587"/>
              <a:gd name="connsiteX8-953" fmla="*/ 787 w 10128135"/>
              <a:gd name="connsiteY8-954" fmla="*/ 5015164 h 10146587"/>
              <a:gd name="connsiteX0-955" fmla="*/ 787 w 10128212"/>
              <a:gd name="connsiteY0-956" fmla="*/ 5015164 h 10146587"/>
              <a:gd name="connsiteX1-957" fmla="*/ 1895592 w 10128212"/>
              <a:gd name="connsiteY1-958" fmla="*/ 1973101 h 10146587"/>
              <a:gd name="connsiteX2-959" fmla="*/ 5039562 w 10128212"/>
              <a:gd name="connsiteY2-960" fmla="*/ 4 h 10146587"/>
              <a:gd name="connsiteX3-961" fmla="*/ 8068320 w 10128212"/>
              <a:gd name="connsiteY3-962" fmla="*/ 1806815 h 10146587"/>
              <a:gd name="connsiteX4-963" fmla="*/ 10127493 w 10128212"/>
              <a:gd name="connsiteY4-964" fmla="*/ 5095737 h 10146587"/>
              <a:gd name="connsiteX5-965" fmla="*/ 8354931 w 10128212"/>
              <a:gd name="connsiteY5-966" fmla="*/ 8043945 h 10146587"/>
              <a:gd name="connsiteX6-967" fmla="*/ 5178959 w 10128212"/>
              <a:gd name="connsiteY6-968" fmla="*/ 10146384 h 10146587"/>
              <a:gd name="connsiteX7-969" fmla="*/ 1869466 w 10128212"/>
              <a:gd name="connsiteY7-970" fmla="*/ 8151833 h 10146587"/>
              <a:gd name="connsiteX8-971" fmla="*/ 787 w 10128212"/>
              <a:gd name="connsiteY8-972" fmla="*/ 5015164 h 10146587"/>
              <a:gd name="connsiteX0-973" fmla="*/ 787 w 10127543"/>
              <a:gd name="connsiteY0-974" fmla="*/ 5015164 h 10146587"/>
              <a:gd name="connsiteX1-975" fmla="*/ 1895592 w 10127543"/>
              <a:gd name="connsiteY1-976" fmla="*/ 1973101 h 10146587"/>
              <a:gd name="connsiteX2-977" fmla="*/ 5039562 w 10127543"/>
              <a:gd name="connsiteY2-978" fmla="*/ 4 h 10146587"/>
              <a:gd name="connsiteX3-979" fmla="*/ 8068320 w 10127543"/>
              <a:gd name="connsiteY3-980" fmla="*/ 1806815 h 10146587"/>
              <a:gd name="connsiteX4-981" fmla="*/ 10127493 w 10127543"/>
              <a:gd name="connsiteY4-982" fmla="*/ 5095737 h 10146587"/>
              <a:gd name="connsiteX5-983" fmla="*/ 8354931 w 10127543"/>
              <a:gd name="connsiteY5-984" fmla="*/ 8043945 h 10146587"/>
              <a:gd name="connsiteX6-985" fmla="*/ 5178959 w 10127543"/>
              <a:gd name="connsiteY6-986" fmla="*/ 10146384 h 10146587"/>
              <a:gd name="connsiteX7-987" fmla="*/ 1869466 w 10127543"/>
              <a:gd name="connsiteY7-988" fmla="*/ 8151833 h 10146587"/>
              <a:gd name="connsiteX8-989" fmla="*/ 787 w 10127543"/>
              <a:gd name="connsiteY8-990" fmla="*/ 5015164 h 10146587"/>
              <a:gd name="connsiteX0-991" fmla="*/ 787 w 10127543"/>
              <a:gd name="connsiteY0-992" fmla="*/ 5015164 h 10146587"/>
              <a:gd name="connsiteX1-993" fmla="*/ 1895592 w 10127543"/>
              <a:gd name="connsiteY1-994" fmla="*/ 1973101 h 10146587"/>
              <a:gd name="connsiteX2-995" fmla="*/ 5039562 w 10127543"/>
              <a:gd name="connsiteY2-996" fmla="*/ 4 h 10146587"/>
              <a:gd name="connsiteX3-997" fmla="*/ 8068320 w 10127543"/>
              <a:gd name="connsiteY3-998" fmla="*/ 1806815 h 10146587"/>
              <a:gd name="connsiteX4-999" fmla="*/ 10127493 w 10127543"/>
              <a:gd name="connsiteY4-1000" fmla="*/ 5095737 h 10146587"/>
              <a:gd name="connsiteX5-1001" fmla="*/ 8354931 w 10127543"/>
              <a:gd name="connsiteY5-1002" fmla="*/ 8043945 h 10146587"/>
              <a:gd name="connsiteX6-1003" fmla="*/ 5178959 w 10127543"/>
              <a:gd name="connsiteY6-1004" fmla="*/ 10146384 h 10146587"/>
              <a:gd name="connsiteX7-1005" fmla="*/ 1869466 w 10127543"/>
              <a:gd name="connsiteY7-1006" fmla="*/ 8151833 h 10146587"/>
              <a:gd name="connsiteX8-1007" fmla="*/ 787 w 10127543"/>
              <a:gd name="connsiteY8-1008" fmla="*/ 5015164 h 10146587"/>
              <a:gd name="connsiteX0-1009" fmla="*/ 787 w 10127543"/>
              <a:gd name="connsiteY0-1010" fmla="*/ 5015164 h 10146587"/>
              <a:gd name="connsiteX1-1011" fmla="*/ 1895592 w 10127543"/>
              <a:gd name="connsiteY1-1012" fmla="*/ 1973101 h 10146587"/>
              <a:gd name="connsiteX2-1013" fmla="*/ 5039562 w 10127543"/>
              <a:gd name="connsiteY2-1014" fmla="*/ 4 h 10146587"/>
              <a:gd name="connsiteX3-1015" fmla="*/ 8068320 w 10127543"/>
              <a:gd name="connsiteY3-1016" fmla="*/ 1806815 h 10146587"/>
              <a:gd name="connsiteX4-1017" fmla="*/ 10127493 w 10127543"/>
              <a:gd name="connsiteY4-1018" fmla="*/ 5095737 h 10146587"/>
              <a:gd name="connsiteX5-1019" fmla="*/ 8354931 w 10127543"/>
              <a:gd name="connsiteY5-1020" fmla="*/ 8043945 h 10146587"/>
              <a:gd name="connsiteX6-1021" fmla="*/ 5178959 w 10127543"/>
              <a:gd name="connsiteY6-1022" fmla="*/ 10146384 h 10146587"/>
              <a:gd name="connsiteX7-1023" fmla="*/ 1869466 w 10127543"/>
              <a:gd name="connsiteY7-1024" fmla="*/ 8151833 h 10146587"/>
              <a:gd name="connsiteX8-1025" fmla="*/ 787 w 10127543"/>
              <a:gd name="connsiteY8-1026" fmla="*/ 5015164 h 10146587"/>
              <a:gd name="connsiteX0-1027" fmla="*/ 787 w 10127543"/>
              <a:gd name="connsiteY0-1028" fmla="*/ 5015164 h 10146587"/>
              <a:gd name="connsiteX1-1029" fmla="*/ 1895592 w 10127543"/>
              <a:gd name="connsiteY1-1030" fmla="*/ 1973101 h 10146587"/>
              <a:gd name="connsiteX2-1031" fmla="*/ 5039562 w 10127543"/>
              <a:gd name="connsiteY2-1032" fmla="*/ 4 h 10146587"/>
              <a:gd name="connsiteX3-1033" fmla="*/ 8068320 w 10127543"/>
              <a:gd name="connsiteY3-1034" fmla="*/ 1806815 h 10146587"/>
              <a:gd name="connsiteX4-1035" fmla="*/ 10127493 w 10127543"/>
              <a:gd name="connsiteY4-1036" fmla="*/ 5095737 h 10146587"/>
              <a:gd name="connsiteX5-1037" fmla="*/ 8354931 w 10127543"/>
              <a:gd name="connsiteY5-1038" fmla="*/ 8043945 h 10146587"/>
              <a:gd name="connsiteX6-1039" fmla="*/ 5178959 w 10127543"/>
              <a:gd name="connsiteY6-1040" fmla="*/ 10146384 h 10146587"/>
              <a:gd name="connsiteX7-1041" fmla="*/ 1869466 w 10127543"/>
              <a:gd name="connsiteY7-1042" fmla="*/ 8151833 h 10146587"/>
              <a:gd name="connsiteX8-1043" fmla="*/ 787 w 10127543"/>
              <a:gd name="connsiteY8-1044" fmla="*/ 5015164 h 10146587"/>
              <a:gd name="connsiteX0-1045" fmla="*/ 787 w 10127543"/>
              <a:gd name="connsiteY0-1046" fmla="*/ 5015164 h 10146587"/>
              <a:gd name="connsiteX1-1047" fmla="*/ 1895592 w 10127543"/>
              <a:gd name="connsiteY1-1048" fmla="*/ 1973101 h 10146587"/>
              <a:gd name="connsiteX2-1049" fmla="*/ 5039562 w 10127543"/>
              <a:gd name="connsiteY2-1050" fmla="*/ 4 h 10146587"/>
              <a:gd name="connsiteX3-1051" fmla="*/ 8068320 w 10127543"/>
              <a:gd name="connsiteY3-1052" fmla="*/ 1806815 h 10146587"/>
              <a:gd name="connsiteX4-1053" fmla="*/ 10127493 w 10127543"/>
              <a:gd name="connsiteY4-1054" fmla="*/ 5095737 h 10146587"/>
              <a:gd name="connsiteX5-1055" fmla="*/ 8354931 w 10127543"/>
              <a:gd name="connsiteY5-1056" fmla="*/ 8043945 h 10146587"/>
              <a:gd name="connsiteX6-1057" fmla="*/ 5178959 w 10127543"/>
              <a:gd name="connsiteY6-1058" fmla="*/ 10146384 h 10146587"/>
              <a:gd name="connsiteX7-1059" fmla="*/ 1869466 w 10127543"/>
              <a:gd name="connsiteY7-1060" fmla="*/ 8151833 h 10146587"/>
              <a:gd name="connsiteX8-1061" fmla="*/ 787 w 10127543"/>
              <a:gd name="connsiteY8-1062" fmla="*/ 5015164 h 10146587"/>
              <a:gd name="connsiteX0-1063" fmla="*/ 787 w 10127543"/>
              <a:gd name="connsiteY0-1064" fmla="*/ 5015164 h 10146587"/>
              <a:gd name="connsiteX1-1065" fmla="*/ 1895592 w 10127543"/>
              <a:gd name="connsiteY1-1066" fmla="*/ 1973101 h 10146587"/>
              <a:gd name="connsiteX2-1067" fmla="*/ 5039562 w 10127543"/>
              <a:gd name="connsiteY2-1068" fmla="*/ 4 h 10146587"/>
              <a:gd name="connsiteX3-1069" fmla="*/ 8068320 w 10127543"/>
              <a:gd name="connsiteY3-1070" fmla="*/ 1806815 h 10146587"/>
              <a:gd name="connsiteX4-1071" fmla="*/ 10127493 w 10127543"/>
              <a:gd name="connsiteY4-1072" fmla="*/ 5095737 h 10146587"/>
              <a:gd name="connsiteX5-1073" fmla="*/ 8354931 w 10127543"/>
              <a:gd name="connsiteY5-1074" fmla="*/ 8043945 h 10146587"/>
              <a:gd name="connsiteX6-1075" fmla="*/ 5178959 w 10127543"/>
              <a:gd name="connsiteY6-1076" fmla="*/ 10146384 h 10146587"/>
              <a:gd name="connsiteX7-1077" fmla="*/ 1869466 w 10127543"/>
              <a:gd name="connsiteY7-1078" fmla="*/ 8151833 h 10146587"/>
              <a:gd name="connsiteX8-1079" fmla="*/ 787 w 10127543"/>
              <a:gd name="connsiteY8-1080" fmla="*/ 5015164 h 10146587"/>
              <a:gd name="connsiteX0-1081" fmla="*/ 787 w 10128171"/>
              <a:gd name="connsiteY0-1082" fmla="*/ 5015164 h 10146394"/>
              <a:gd name="connsiteX1-1083" fmla="*/ 1895592 w 10128171"/>
              <a:gd name="connsiteY1-1084" fmla="*/ 1973101 h 10146394"/>
              <a:gd name="connsiteX2-1085" fmla="*/ 5039562 w 10128171"/>
              <a:gd name="connsiteY2-1086" fmla="*/ 4 h 10146394"/>
              <a:gd name="connsiteX3-1087" fmla="*/ 8068320 w 10128171"/>
              <a:gd name="connsiteY3-1088" fmla="*/ 1806815 h 10146394"/>
              <a:gd name="connsiteX4-1089" fmla="*/ 10127493 w 10128171"/>
              <a:gd name="connsiteY4-1090" fmla="*/ 5095737 h 10146394"/>
              <a:gd name="connsiteX5-1091" fmla="*/ 8262099 w 10128171"/>
              <a:gd name="connsiteY5-1092" fmla="*/ 8127495 h 10146394"/>
              <a:gd name="connsiteX6-1093" fmla="*/ 5178959 w 10128171"/>
              <a:gd name="connsiteY6-1094" fmla="*/ 10146384 h 10146394"/>
              <a:gd name="connsiteX7-1095" fmla="*/ 1869466 w 10128171"/>
              <a:gd name="connsiteY7-1096" fmla="*/ 8151833 h 10146394"/>
              <a:gd name="connsiteX8-1097" fmla="*/ 787 w 10128171"/>
              <a:gd name="connsiteY8-1098" fmla="*/ 5015164 h 10146394"/>
              <a:gd name="connsiteX0-1099" fmla="*/ 787 w 10128274"/>
              <a:gd name="connsiteY0-1100" fmla="*/ 5015164 h 10146394"/>
              <a:gd name="connsiteX1-1101" fmla="*/ 1895592 w 10128274"/>
              <a:gd name="connsiteY1-1102" fmla="*/ 1973101 h 10146394"/>
              <a:gd name="connsiteX2-1103" fmla="*/ 5039562 w 10128274"/>
              <a:gd name="connsiteY2-1104" fmla="*/ 4 h 10146394"/>
              <a:gd name="connsiteX3-1105" fmla="*/ 8068320 w 10128274"/>
              <a:gd name="connsiteY3-1106" fmla="*/ 1806815 h 10146394"/>
              <a:gd name="connsiteX4-1107" fmla="*/ 10127493 w 10128274"/>
              <a:gd name="connsiteY4-1108" fmla="*/ 5095737 h 10146394"/>
              <a:gd name="connsiteX5-1109" fmla="*/ 8262099 w 10128274"/>
              <a:gd name="connsiteY5-1110" fmla="*/ 8127495 h 10146394"/>
              <a:gd name="connsiteX6-1111" fmla="*/ 5178959 w 10128274"/>
              <a:gd name="connsiteY6-1112" fmla="*/ 10146384 h 10146394"/>
              <a:gd name="connsiteX7-1113" fmla="*/ 1869466 w 10128274"/>
              <a:gd name="connsiteY7-1114" fmla="*/ 8151833 h 10146394"/>
              <a:gd name="connsiteX8-1115" fmla="*/ 787 w 10128274"/>
              <a:gd name="connsiteY8-1116" fmla="*/ 5015164 h 10146394"/>
              <a:gd name="connsiteX0-1117" fmla="*/ 787 w 10129368"/>
              <a:gd name="connsiteY0-1118" fmla="*/ 5015164 h 10146394"/>
              <a:gd name="connsiteX1-1119" fmla="*/ 1895592 w 10129368"/>
              <a:gd name="connsiteY1-1120" fmla="*/ 1973101 h 10146394"/>
              <a:gd name="connsiteX2-1121" fmla="*/ 5039562 w 10129368"/>
              <a:gd name="connsiteY2-1122" fmla="*/ 4 h 10146394"/>
              <a:gd name="connsiteX3-1123" fmla="*/ 8068320 w 10129368"/>
              <a:gd name="connsiteY3-1124" fmla="*/ 1806815 h 10146394"/>
              <a:gd name="connsiteX4-1125" fmla="*/ 10127493 w 10129368"/>
              <a:gd name="connsiteY4-1126" fmla="*/ 5095737 h 10146394"/>
              <a:gd name="connsiteX5-1127" fmla="*/ 8262099 w 10129368"/>
              <a:gd name="connsiteY5-1128" fmla="*/ 8127495 h 10146394"/>
              <a:gd name="connsiteX6-1129" fmla="*/ 5178959 w 10129368"/>
              <a:gd name="connsiteY6-1130" fmla="*/ 10146384 h 10146394"/>
              <a:gd name="connsiteX7-1131" fmla="*/ 1869466 w 10129368"/>
              <a:gd name="connsiteY7-1132" fmla="*/ 8151833 h 10146394"/>
              <a:gd name="connsiteX8-1133" fmla="*/ 787 w 10129368"/>
              <a:gd name="connsiteY8-1134" fmla="*/ 5015164 h 10146394"/>
              <a:gd name="connsiteX0-1135" fmla="*/ 787 w 10211939"/>
              <a:gd name="connsiteY0-1136" fmla="*/ 5015164 h 10146394"/>
              <a:gd name="connsiteX1-1137" fmla="*/ 1895592 w 10211939"/>
              <a:gd name="connsiteY1-1138" fmla="*/ 1973101 h 10146394"/>
              <a:gd name="connsiteX2-1139" fmla="*/ 5039562 w 10211939"/>
              <a:gd name="connsiteY2-1140" fmla="*/ 4 h 10146394"/>
              <a:gd name="connsiteX3-1141" fmla="*/ 8068320 w 10211939"/>
              <a:gd name="connsiteY3-1142" fmla="*/ 1806815 h 10146394"/>
              <a:gd name="connsiteX4-1143" fmla="*/ 10127493 w 10211939"/>
              <a:gd name="connsiteY4-1144" fmla="*/ 5095737 h 10146394"/>
              <a:gd name="connsiteX5-1145" fmla="*/ 9663282 w 10211939"/>
              <a:gd name="connsiteY5-1146" fmla="*/ 6635547 h 10146394"/>
              <a:gd name="connsiteX6-1147" fmla="*/ 8262099 w 10211939"/>
              <a:gd name="connsiteY6-1148" fmla="*/ 8127495 h 10146394"/>
              <a:gd name="connsiteX7-1149" fmla="*/ 5178959 w 10211939"/>
              <a:gd name="connsiteY7-1150" fmla="*/ 10146384 h 10146394"/>
              <a:gd name="connsiteX8-1151" fmla="*/ 1869466 w 10211939"/>
              <a:gd name="connsiteY8-1152" fmla="*/ 8151833 h 10146394"/>
              <a:gd name="connsiteX9" fmla="*/ 787 w 10211939"/>
              <a:gd name="connsiteY9" fmla="*/ 5015164 h 10146394"/>
              <a:gd name="connsiteX0-1153" fmla="*/ 787 w 10129010"/>
              <a:gd name="connsiteY0-1154" fmla="*/ 5015164 h 10146394"/>
              <a:gd name="connsiteX1-1155" fmla="*/ 1895592 w 10129010"/>
              <a:gd name="connsiteY1-1156" fmla="*/ 1973101 h 10146394"/>
              <a:gd name="connsiteX2-1157" fmla="*/ 5039562 w 10129010"/>
              <a:gd name="connsiteY2-1158" fmla="*/ 4 h 10146394"/>
              <a:gd name="connsiteX3-1159" fmla="*/ 8068320 w 10129010"/>
              <a:gd name="connsiteY3-1160" fmla="*/ 1806815 h 10146394"/>
              <a:gd name="connsiteX4-1161" fmla="*/ 10127493 w 10129010"/>
              <a:gd name="connsiteY4-1162" fmla="*/ 5095737 h 10146394"/>
              <a:gd name="connsiteX5-1163" fmla="*/ 9663282 w 10129010"/>
              <a:gd name="connsiteY5-1164" fmla="*/ 6635547 h 10146394"/>
              <a:gd name="connsiteX6-1165" fmla="*/ 8262099 w 10129010"/>
              <a:gd name="connsiteY6-1166" fmla="*/ 8127495 h 10146394"/>
              <a:gd name="connsiteX7-1167" fmla="*/ 5178959 w 10129010"/>
              <a:gd name="connsiteY7-1168" fmla="*/ 10146384 h 10146394"/>
              <a:gd name="connsiteX8-1169" fmla="*/ 1869466 w 10129010"/>
              <a:gd name="connsiteY8-1170" fmla="*/ 8151833 h 10146394"/>
              <a:gd name="connsiteX9-1171" fmla="*/ 787 w 10129010"/>
              <a:gd name="connsiteY9-1172" fmla="*/ 5015164 h 10146394"/>
              <a:gd name="connsiteX0-1173" fmla="*/ 787 w 10129010"/>
              <a:gd name="connsiteY0-1174" fmla="*/ 5015164 h 10146394"/>
              <a:gd name="connsiteX1-1175" fmla="*/ 1895592 w 10129010"/>
              <a:gd name="connsiteY1-1176" fmla="*/ 1973101 h 10146394"/>
              <a:gd name="connsiteX2-1177" fmla="*/ 5039562 w 10129010"/>
              <a:gd name="connsiteY2-1178" fmla="*/ 4 h 10146394"/>
              <a:gd name="connsiteX3-1179" fmla="*/ 8068320 w 10129010"/>
              <a:gd name="connsiteY3-1180" fmla="*/ 1806815 h 10146394"/>
              <a:gd name="connsiteX4-1181" fmla="*/ 10127493 w 10129010"/>
              <a:gd name="connsiteY4-1182" fmla="*/ 5095737 h 10146394"/>
              <a:gd name="connsiteX5-1183" fmla="*/ 9663282 w 10129010"/>
              <a:gd name="connsiteY5-1184" fmla="*/ 6635547 h 10146394"/>
              <a:gd name="connsiteX6-1185" fmla="*/ 8262099 w 10129010"/>
              <a:gd name="connsiteY6-1186" fmla="*/ 8127495 h 10146394"/>
              <a:gd name="connsiteX7-1187" fmla="*/ 5178959 w 10129010"/>
              <a:gd name="connsiteY7-1188" fmla="*/ 10146384 h 10146394"/>
              <a:gd name="connsiteX8-1189" fmla="*/ 1869466 w 10129010"/>
              <a:gd name="connsiteY8-1190" fmla="*/ 8151833 h 10146394"/>
              <a:gd name="connsiteX9-1191" fmla="*/ 787 w 10129010"/>
              <a:gd name="connsiteY9-1192" fmla="*/ 5015164 h 10146394"/>
              <a:gd name="connsiteX0-1193" fmla="*/ 787 w 10129010"/>
              <a:gd name="connsiteY0-1194" fmla="*/ 5015164 h 10146394"/>
              <a:gd name="connsiteX1-1195" fmla="*/ 1895592 w 10129010"/>
              <a:gd name="connsiteY1-1196" fmla="*/ 1973101 h 10146394"/>
              <a:gd name="connsiteX2-1197" fmla="*/ 5039562 w 10129010"/>
              <a:gd name="connsiteY2-1198" fmla="*/ 4 h 10146394"/>
              <a:gd name="connsiteX3-1199" fmla="*/ 8068320 w 10129010"/>
              <a:gd name="connsiteY3-1200" fmla="*/ 1806815 h 10146394"/>
              <a:gd name="connsiteX4-1201" fmla="*/ 10127493 w 10129010"/>
              <a:gd name="connsiteY4-1202" fmla="*/ 5095737 h 10146394"/>
              <a:gd name="connsiteX5-1203" fmla="*/ 9663282 w 10129010"/>
              <a:gd name="connsiteY5-1204" fmla="*/ 6635547 h 10146394"/>
              <a:gd name="connsiteX6-1205" fmla="*/ 8262099 w 10129010"/>
              <a:gd name="connsiteY6-1206" fmla="*/ 8127495 h 10146394"/>
              <a:gd name="connsiteX7-1207" fmla="*/ 5178959 w 10129010"/>
              <a:gd name="connsiteY7-1208" fmla="*/ 10146384 h 10146394"/>
              <a:gd name="connsiteX8-1209" fmla="*/ 1869466 w 10129010"/>
              <a:gd name="connsiteY8-1210" fmla="*/ 8151833 h 10146394"/>
              <a:gd name="connsiteX9-1211" fmla="*/ 787 w 10129010"/>
              <a:gd name="connsiteY9-1212" fmla="*/ 5015164 h 10146394"/>
              <a:gd name="connsiteX0-1213" fmla="*/ 787 w 10129010"/>
              <a:gd name="connsiteY0-1214" fmla="*/ 5015164 h 10158584"/>
              <a:gd name="connsiteX1-1215" fmla="*/ 1895592 w 10129010"/>
              <a:gd name="connsiteY1-1216" fmla="*/ 1973101 h 10158584"/>
              <a:gd name="connsiteX2-1217" fmla="*/ 5039562 w 10129010"/>
              <a:gd name="connsiteY2-1218" fmla="*/ 4 h 10158584"/>
              <a:gd name="connsiteX3-1219" fmla="*/ 8068320 w 10129010"/>
              <a:gd name="connsiteY3-1220" fmla="*/ 1806815 h 10158584"/>
              <a:gd name="connsiteX4-1221" fmla="*/ 10127493 w 10129010"/>
              <a:gd name="connsiteY4-1222" fmla="*/ 5095737 h 10158584"/>
              <a:gd name="connsiteX5-1223" fmla="*/ 9663282 w 10129010"/>
              <a:gd name="connsiteY5-1224" fmla="*/ 6635547 h 10158584"/>
              <a:gd name="connsiteX6-1225" fmla="*/ 8262099 w 10129010"/>
              <a:gd name="connsiteY6-1226" fmla="*/ 8127495 h 10158584"/>
              <a:gd name="connsiteX7-1227" fmla="*/ 5178959 w 10129010"/>
              <a:gd name="connsiteY7-1228" fmla="*/ 10146384 h 10158584"/>
              <a:gd name="connsiteX8-1229" fmla="*/ 1869466 w 10129010"/>
              <a:gd name="connsiteY8-1230" fmla="*/ 8151833 h 10158584"/>
              <a:gd name="connsiteX9-1231" fmla="*/ 787 w 10129010"/>
              <a:gd name="connsiteY9-1232" fmla="*/ 5015164 h 10158584"/>
              <a:gd name="connsiteX0-1233" fmla="*/ 787 w 10129010"/>
              <a:gd name="connsiteY0-1234" fmla="*/ 5015164 h 10158584"/>
              <a:gd name="connsiteX1-1235" fmla="*/ 1895592 w 10129010"/>
              <a:gd name="connsiteY1-1236" fmla="*/ 1973101 h 10158584"/>
              <a:gd name="connsiteX2-1237" fmla="*/ 5039562 w 10129010"/>
              <a:gd name="connsiteY2-1238" fmla="*/ 4 h 10158584"/>
              <a:gd name="connsiteX3-1239" fmla="*/ 8068320 w 10129010"/>
              <a:gd name="connsiteY3-1240" fmla="*/ 1806815 h 10158584"/>
              <a:gd name="connsiteX4-1241" fmla="*/ 10127493 w 10129010"/>
              <a:gd name="connsiteY4-1242" fmla="*/ 5095737 h 10158584"/>
              <a:gd name="connsiteX5-1243" fmla="*/ 9663282 w 10129010"/>
              <a:gd name="connsiteY5-1244" fmla="*/ 6635547 h 10158584"/>
              <a:gd name="connsiteX6-1245" fmla="*/ 8262099 w 10129010"/>
              <a:gd name="connsiteY6-1246" fmla="*/ 8127495 h 10158584"/>
              <a:gd name="connsiteX7-1247" fmla="*/ 5178959 w 10129010"/>
              <a:gd name="connsiteY7-1248" fmla="*/ 10146384 h 10158584"/>
              <a:gd name="connsiteX8-1249" fmla="*/ 1869466 w 10129010"/>
              <a:gd name="connsiteY8-1250" fmla="*/ 8151833 h 10158584"/>
              <a:gd name="connsiteX9-1251" fmla="*/ 787 w 10129010"/>
              <a:gd name="connsiteY9-1252" fmla="*/ 5015164 h 10158584"/>
              <a:gd name="connsiteX0-1253" fmla="*/ 787 w 10129010"/>
              <a:gd name="connsiteY0-1254" fmla="*/ 5015164 h 10161391"/>
              <a:gd name="connsiteX1-1255" fmla="*/ 1895592 w 10129010"/>
              <a:gd name="connsiteY1-1256" fmla="*/ 1973101 h 10161391"/>
              <a:gd name="connsiteX2-1257" fmla="*/ 5039562 w 10129010"/>
              <a:gd name="connsiteY2-1258" fmla="*/ 4 h 10161391"/>
              <a:gd name="connsiteX3-1259" fmla="*/ 8068320 w 10129010"/>
              <a:gd name="connsiteY3-1260" fmla="*/ 1806815 h 10161391"/>
              <a:gd name="connsiteX4-1261" fmla="*/ 10127493 w 10129010"/>
              <a:gd name="connsiteY4-1262" fmla="*/ 5095737 h 10161391"/>
              <a:gd name="connsiteX5-1263" fmla="*/ 9663282 w 10129010"/>
              <a:gd name="connsiteY5-1264" fmla="*/ 6635547 h 10161391"/>
              <a:gd name="connsiteX6-1265" fmla="*/ 8262099 w 10129010"/>
              <a:gd name="connsiteY6-1266" fmla="*/ 8127495 h 10161391"/>
              <a:gd name="connsiteX7-1267" fmla="*/ 5178959 w 10129010"/>
              <a:gd name="connsiteY7-1268" fmla="*/ 10146384 h 10161391"/>
              <a:gd name="connsiteX8-1269" fmla="*/ 1869466 w 10129010"/>
              <a:gd name="connsiteY8-1270" fmla="*/ 8151833 h 10161391"/>
              <a:gd name="connsiteX9-1271" fmla="*/ 787 w 10129010"/>
              <a:gd name="connsiteY9-1272" fmla="*/ 5015164 h 10161391"/>
              <a:gd name="connsiteX0-1273" fmla="*/ 787 w 10129010"/>
              <a:gd name="connsiteY0-1274" fmla="*/ 5015164 h 10165212"/>
              <a:gd name="connsiteX1-1275" fmla="*/ 1895592 w 10129010"/>
              <a:gd name="connsiteY1-1276" fmla="*/ 1973101 h 10165212"/>
              <a:gd name="connsiteX2-1277" fmla="*/ 5039562 w 10129010"/>
              <a:gd name="connsiteY2-1278" fmla="*/ 4 h 10165212"/>
              <a:gd name="connsiteX3-1279" fmla="*/ 8068320 w 10129010"/>
              <a:gd name="connsiteY3-1280" fmla="*/ 1806815 h 10165212"/>
              <a:gd name="connsiteX4-1281" fmla="*/ 10127493 w 10129010"/>
              <a:gd name="connsiteY4-1282" fmla="*/ 5095737 h 10165212"/>
              <a:gd name="connsiteX5-1283" fmla="*/ 9663282 w 10129010"/>
              <a:gd name="connsiteY5-1284" fmla="*/ 6635547 h 10165212"/>
              <a:gd name="connsiteX6-1285" fmla="*/ 8262099 w 10129010"/>
              <a:gd name="connsiteY6-1286" fmla="*/ 8127495 h 10165212"/>
              <a:gd name="connsiteX7-1287" fmla="*/ 5178959 w 10129010"/>
              <a:gd name="connsiteY7-1288" fmla="*/ 10146384 h 10165212"/>
              <a:gd name="connsiteX8-1289" fmla="*/ 1869466 w 10129010"/>
              <a:gd name="connsiteY8-1290" fmla="*/ 8151833 h 10165212"/>
              <a:gd name="connsiteX9-1291" fmla="*/ 787 w 10129010"/>
              <a:gd name="connsiteY9-1292" fmla="*/ 5015164 h 10165212"/>
              <a:gd name="connsiteX0-1293" fmla="*/ 787 w 10129528"/>
              <a:gd name="connsiteY0-1294" fmla="*/ 5015164 h 10165212"/>
              <a:gd name="connsiteX1-1295" fmla="*/ 1895592 w 10129528"/>
              <a:gd name="connsiteY1-1296" fmla="*/ 1973101 h 10165212"/>
              <a:gd name="connsiteX2-1297" fmla="*/ 5039562 w 10129528"/>
              <a:gd name="connsiteY2-1298" fmla="*/ 4 h 10165212"/>
              <a:gd name="connsiteX3-1299" fmla="*/ 8068320 w 10129528"/>
              <a:gd name="connsiteY3-1300" fmla="*/ 1806815 h 10165212"/>
              <a:gd name="connsiteX4-1301" fmla="*/ 9524033 w 10129528"/>
              <a:gd name="connsiteY4-1302" fmla="*/ 3279652 h 10165212"/>
              <a:gd name="connsiteX5-1303" fmla="*/ 10127493 w 10129528"/>
              <a:gd name="connsiteY5-1304" fmla="*/ 5095737 h 10165212"/>
              <a:gd name="connsiteX6-1305" fmla="*/ 9663282 w 10129528"/>
              <a:gd name="connsiteY6-1306" fmla="*/ 6635547 h 10165212"/>
              <a:gd name="connsiteX7-1307" fmla="*/ 8262099 w 10129528"/>
              <a:gd name="connsiteY7-1308" fmla="*/ 8127495 h 10165212"/>
              <a:gd name="connsiteX8-1309" fmla="*/ 5178959 w 10129528"/>
              <a:gd name="connsiteY8-1310" fmla="*/ 10146384 h 10165212"/>
              <a:gd name="connsiteX9-1311" fmla="*/ 1869466 w 10129528"/>
              <a:gd name="connsiteY9-1312" fmla="*/ 8151833 h 10165212"/>
              <a:gd name="connsiteX10" fmla="*/ 787 w 10129528"/>
              <a:gd name="connsiteY10" fmla="*/ 5015164 h 10165212"/>
              <a:gd name="connsiteX0-1313" fmla="*/ 787 w 10129528"/>
              <a:gd name="connsiteY0-1314" fmla="*/ 5015164 h 10165212"/>
              <a:gd name="connsiteX1-1315" fmla="*/ 1895592 w 10129528"/>
              <a:gd name="connsiteY1-1316" fmla="*/ 1973101 h 10165212"/>
              <a:gd name="connsiteX2-1317" fmla="*/ 5039562 w 10129528"/>
              <a:gd name="connsiteY2-1318" fmla="*/ 4 h 10165212"/>
              <a:gd name="connsiteX3-1319" fmla="*/ 8068320 w 10129528"/>
              <a:gd name="connsiteY3-1320" fmla="*/ 1806815 h 10165212"/>
              <a:gd name="connsiteX4-1321" fmla="*/ 9524033 w 10129528"/>
              <a:gd name="connsiteY4-1322" fmla="*/ 3279652 h 10165212"/>
              <a:gd name="connsiteX5-1323" fmla="*/ 10127493 w 10129528"/>
              <a:gd name="connsiteY5-1324" fmla="*/ 5095737 h 10165212"/>
              <a:gd name="connsiteX6-1325" fmla="*/ 9663282 w 10129528"/>
              <a:gd name="connsiteY6-1326" fmla="*/ 6635547 h 10165212"/>
              <a:gd name="connsiteX7-1327" fmla="*/ 8262099 w 10129528"/>
              <a:gd name="connsiteY7-1328" fmla="*/ 8127495 h 10165212"/>
              <a:gd name="connsiteX8-1329" fmla="*/ 5178959 w 10129528"/>
              <a:gd name="connsiteY8-1330" fmla="*/ 10146384 h 10165212"/>
              <a:gd name="connsiteX9-1331" fmla="*/ 1869466 w 10129528"/>
              <a:gd name="connsiteY9-1332" fmla="*/ 8151833 h 10165212"/>
              <a:gd name="connsiteX10-1333" fmla="*/ 787 w 10129528"/>
              <a:gd name="connsiteY10-1334" fmla="*/ 5015164 h 10165212"/>
              <a:gd name="connsiteX0-1335" fmla="*/ 787 w 10129528"/>
              <a:gd name="connsiteY0-1336" fmla="*/ 5015164 h 10165212"/>
              <a:gd name="connsiteX1-1337" fmla="*/ 1895592 w 10129528"/>
              <a:gd name="connsiteY1-1338" fmla="*/ 1973101 h 10165212"/>
              <a:gd name="connsiteX2-1339" fmla="*/ 5039562 w 10129528"/>
              <a:gd name="connsiteY2-1340" fmla="*/ 4 h 10165212"/>
              <a:gd name="connsiteX3-1341" fmla="*/ 8068320 w 10129528"/>
              <a:gd name="connsiteY3-1342" fmla="*/ 1806815 h 10165212"/>
              <a:gd name="connsiteX4-1343" fmla="*/ 9524033 w 10129528"/>
              <a:gd name="connsiteY4-1344" fmla="*/ 3279652 h 10165212"/>
              <a:gd name="connsiteX5-1345" fmla="*/ 10127493 w 10129528"/>
              <a:gd name="connsiteY5-1346" fmla="*/ 5095737 h 10165212"/>
              <a:gd name="connsiteX6-1347" fmla="*/ 9663282 w 10129528"/>
              <a:gd name="connsiteY6-1348" fmla="*/ 6635547 h 10165212"/>
              <a:gd name="connsiteX7-1349" fmla="*/ 8262099 w 10129528"/>
              <a:gd name="connsiteY7-1350" fmla="*/ 8127495 h 10165212"/>
              <a:gd name="connsiteX8-1351" fmla="*/ 5178959 w 10129528"/>
              <a:gd name="connsiteY8-1352" fmla="*/ 10146384 h 10165212"/>
              <a:gd name="connsiteX9-1353" fmla="*/ 1869466 w 10129528"/>
              <a:gd name="connsiteY9-1354" fmla="*/ 8151833 h 10165212"/>
              <a:gd name="connsiteX10-1355" fmla="*/ 787 w 10129528"/>
              <a:gd name="connsiteY10-1356" fmla="*/ 5015164 h 10165212"/>
              <a:gd name="connsiteX0-1357" fmla="*/ 787 w 10132097"/>
              <a:gd name="connsiteY0-1358" fmla="*/ 5015164 h 10165212"/>
              <a:gd name="connsiteX1-1359" fmla="*/ 1895592 w 10132097"/>
              <a:gd name="connsiteY1-1360" fmla="*/ 1973101 h 10165212"/>
              <a:gd name="connsiteX2-1361" fmla="*/ 5039562 w 10132097"/>
              <a:gd name="connsiteY2-1362" fmla="*/ 4 h 10165212"/>
              <a:gd name="connsiteX3-1363" fmla="*/ 8068320 w 10132097"/>
              <a:gd name="connsiteY3-1364" fmla="*/ 1806815 h 10165212"/>
              <a:gd name="connsiteX4-1365" fmla="*/ 9524033 w 10132097"/>
              <a:gd name="connsiteY4-1366" fmla="*/ 3279652 h 10165212"/>
              <a:gd name="connsiteX5-1367" fmla="*/ 10127493 w 10132097"/>
              <a:gd name="connsiteY5-1368" fmla="*/ 5095737 h 10165212"/>
              <a:gd name="connsiteX6-1369" fmla="*/ 9663282 w 10132097"/>
              <a:gd name="connsiteY6-1370" fmla="*/ 6635547 h 10165212"/>
              <a:gd name="connsiteX7-1371" fmla="*/ 8262099 w 10132097"/>
              <a:gd name="connsiteY7-1372" fmla="*/ 8127495 h 10165212"/>
              <a:gd name="connsiteX8-1373" fmla="*/ 5178959 w 10132097"/>
              <a:gd name="connsiteY8-1374" fmla="*/ 10146384 h 10165212"/>
              <a:gd name="connsiteX9-1375" fmla="*/ 1869466 w 10132097"/>
              <a:gd name="connsiteY9-1376" fmla="*/ 8151833 h 10165212"/>
              <a:gd name="connsiteX10-1377" fmla="*/ 787 w 10132097"/>
              <a:gd name="connsiteY10-1378" fmla="*/ 5015164 h 10165212"/>
              <a:gd name="connsiteX0-1379" fmla="*/ 787 w 10128369"/>
              <a:gd name="connsiteY0-1380" fmla="*/ 5015164 h 10165212"/>
              <a:gd name="connsiteX1-1381" fmla="*/ 1895592 w 10128369"/>
              <a:gd name="connsiteY1-1382" fmla="*/ 1973101 h 10165212"/>
              <a:gd name="connsiteX2-1383" fmla="*/ 5039562 w 10128369"/>
              <a:gd name="connsiteY2-1384" fmla="*/ 4 h 10165212"/>
              <a:gd name="connsiteX3-1385" fmla="*/ 8068320 w 10128369"/>
              <a:gd name="connsiteY3-1386" fmla="*/ 1806815 h 10165212"/>
              <a:gd name="connsiteX4-1387" fmla="*/ 9524033 w 10128369"/>
              <a:gd name="connsiteY4-1388" fmla="*/ 3279652 h 10165212"/>
              <a:gd name="connsiteX5-1389" fmla="*/ 10127493 w 10128369"/>
              <a:gd name="connsiteY5-1390" fmla="*/ 5095737 h 10165212"/>
              <a:gd name="connsiteX6-1391" fmla="*/ 9663282 w 10128369"/>
              <a:gd name="connsiteY6-1392" fmla="*/ 6635547 h 10165212"/>
              <a:gd name="connsiteX7-1393" fmla="*/ 8262099 w 10128369"/>
              <a:gd name="connsiteY7-1394" fmla="*/ 8127495 h 10165212"/>
              <a:gd name="connsiteX8-1395" fmla="*/ 5178959 w 10128369"/>
              <a:gd name="connsiteY8-1396" fmla="*/ 10146384 h 10165212"/>
              <a:gd name="connsiteX9-1397" fmla="*/ 1869466 w 10128369"/>
              <a:gd name="connsiteY9-1398" fmla="*/ 8151833 h 10165212"/>
              <a:gd name="connsiteX10-1399" fmla="*/ 787 w 10128369"/>
              <a:gd name="connsiteY10-1400" fmla="*/ 5015164 h 10165212"/>
              <a:gd name="connsiteX0-1401" fmla="*/ 787 w 10128675"/>
              <a:gd name="connsiteY0-1402" fmla="*/ 5015164 h 10165212"/>
              <a:gd name="connsiteX1-1403" fmla="*/ 1895592 w 10128675"/>
              <a:gd name="connsiteY1-1404" fmla="*/ 1973101 h 10165212"/>
              <a:gd name="connsiteX2-1405" fmla="*/ 5039562 w 10128675"/>
              <a:gd name="connsiteY2-1406" fmla="*/ 4 h 10165212"/>
              <a:gd name="connsiteX3-1407" fmla="*/ 8068320 w 10128675"/>
              <a:gd name="connsiteY3-1408" fmla="*/ 1806815 h 10165212"/>
              <a:gd name="connsiteX4-1409" fmla="*/ 9524033 w 10128675"/>
              <a:gd name="connsiteY4-1410" fmla="*/ 3279652 h 10165212"/>
              <a:gd name="connsiteX5-1411" fmla="*/ 10127493 w 10128675"/>
              <a:gd name="connsiteY5-1412" fmla="*/ 5095737 h 10165212"/>
              <a:gd name="connsiteX6-1413" fmla="*/ 9663282 w 10128675"/>
              <a:gd name="connsiteY6-1414" fmla="*/ 6635547 h 10165212"/>
              <a:gd name="connsiteX7-1415" fmla="*/ 8262099 w 10128675"/>
              <a:gd name="connsiteY7-1416" fmla="*/ 8127495 h 10165212"/>
              <a:gd name="connsiteX8-1417" fmla="*/ 5178959 w 10128675"/>
              <a:gd name="connsiteY8-1418" fmla="*/ 10146384 h 10165212"/>
              <a:gd name="connsiteX9-1419" fmla="*/ 1869466 w 10128675"/>
              <a:gd name="connsiteY9-1420" fmla="*/ 8151833 h 10165212"/>
              <a:gd name="connsiteX10-1421" fmla="*/ 787 w 10128675"/>
              <a:gd name="connsiteY10-1422" fmla="*/ 5015164 h 10165212"/>
              <a:gd name="connsiteX0-1423" fmla="*/ 787 w 10128675"/>
              <a:gd name="connsiteY0-1424" fmla="*/ 5015164 h 10165212"/>
              <a:gd name="connsiteX1-1425" fmla="*/ 1895592 w 10128675"/>
              <a:gd name="connsiteY1-1426" fmla="*/ 1973101 h 10165212"/>
              <a:gd name="connsiteX2-1427" fmla="*/ 5039562 w 10128675"/>
              <a:gd name="connsiteY2-1428" fmla="*/ 4 h 10165212"/>
              <a:gd name="connsiteX3-1429" fmla="*/ 8068320 w 10128675"/>
              <a:gd name="connsiteY3-1430" fmla="*/ 1806815 h 10165212"/>
              <a:gd name="connsiteX4-1431" fmla="*/ 9524033 w 10128675"/>
              <a:gd name="connsiteY4-1432" fmla="*/ 3279652 h 10165212"/>
              <a:gd name="connsiteX5-1433" fmla="*/ 10127493 w 10128675"/>
              <a:gd name="connsiteY5-1434" fmla="*/ 5095737 h 10165212"/>
              <a:gd name="connsiteX6-1435" fmla="*/ 9663282 w 10128675"/>
              <a:gd name="connsiteY6-1436" fmla="*/ 6635547 h 10165212"/>
              <a:gd name="connsiteX7-1437" fmla="*/ 8262099 w 10128675"/>
              <a:gd name="connsiteY7-1438" fmla="*/ 8127495 h 10165212"/>
              <a:gd name="connsiteX8-1439" fmla="*/ 5178959 w 10128675"/>
              <a:gd name="connsiteY8-1440" fmla="*/ 10146384 h 10165212"/>
              <a:gd name="connsiteX9-1441" fmla="*/ 1869466 w 10128675"/>
              <a:gd name="connsiteY9-1442" fmla="*/ 8151833 h 10165212"/>
              <a:gd name="connsiteX10-1443" fmla="*/ 787 w 10128675"/>
              <a:gd name="connsiteY10-1444" fmla="*/ 5015164 h 10165212"/>
              <a:gd name="connsiteX0-1445" fmla="*/ 787 w 10128675"/>
              <a:gd name="connsiteY0-1446" fmla="*/ 5015424 h 10165472"/>
              <a:gd name="connsiteX1-1447" fmla="*/ 1895592 w 10128675"/>
              <a:gd name="connsiteY1-1448" fmla="*/ 1973361 h 10165472"/>
              <a:gd name="connsiteX2-1449" fmla="*/ 5039562 w 10128675"/>
              <a:gd name="connsiteY2-1450" fmla="*/ 264 h 10165472"/>
              <a:gd name="connsiteX3-1451" fmla="*/ 8068320 w 10128675"/>
              <a:gd name="connsiteY3-1452" fmla="*/ 1807075 h 10165472"/>
              <a:gd name="connsiteX4-1453" fmla="*/ 9524033 w 10128675"/>
              <a:gd name="connsiteY4-1454" fmla="*/ 3279912 h 10165472"/>
              <a:gd name="connsiteX5-1455" fmla="*/ 10127493 w 10128675"/>
              <a:gd name="connsiteY5-1456" fmla="*/ 5095997 h 10165472"/>
              <a:gd name="connsiteX6-1457" fmla="*/ 9663282 w 10128675"/>
              <a:gd name="connsiteY6-1458" fmla="*/ 6635807 h 10165472"/>
              <a:gd name="connsiteX7-1459" fmla="*/ 8262099 w 10128675"/>
              <a:gd name="connsiteY7-1460" fmla="*/ 8127755 h 10165472"/>
              <a:gd name="connsiteX8-1461" fmla="*/ 5178959 w 10128675"/>
              <a:gd name="connsiteY8-1462" fmla="*/ 10146644 h 10165472"/>
              <a:gd name="connsiteX9-1463" fmla="*/ 1869466 w 10128675"/>
              <a:gd name="connsiteY9-1464" fmla="*/ 8152093 h 10165472"/>
              <a:gd name="connsiteX10-1465" fmla="*/ 787 w 10128675"/>
              <a:gd name="connsiteY10-1466" fmla="*/ 5015424 h 10165472"/>
              <a:gd name="connsiteX0-1467" fmla="*/ 787 w 10128675"/>
              <a:gd name="connsiteY0-1468" fmla="*/ 5015424 h 10165472"/>
              <a:gd name="connsiteX1-1469" fmla="*/ 1895592 w 10128675"/>
              <a:gd name="connsiteY1-1470" fmla="*/ 1973361 h 10165472"/>
              <a:gd name="connsiteX2-1471" fmla="*/ 5039562 w 10128675"/>
              <a:gd name="connsiteY2-1472" fmla="*/ 264 h 10165472"/>
              <a:gd name="connsiteX3-1473" fmla="*/ 8068320 w 10128675"/>
              <a:gd name="connsiteY3-1474" fmla="*/ 1807075 h 10165472"/>
              <a:gd name="connsiteX4-1475" fmla="*/ 9524033 w 10128675"/>
              <a:gd name="connsiteY4-1476" fmla="*/ 3279912 h 10165472"/>
              <a:gd name="connsiteX5-1477" fmla="*/ 10127493 w 10128675"/>
              <a:gd name="connsiteY5-1478" fmla="*/ 5095997 h 10165472"/>
              <a:gd name="connsiteX6-1479" fmla="*/ 9663282 w 10128675"/>
              <a:gd name="connsiteY6-1480" fmla="*/ 6635807 h 10165472"/>
              <a:gd name="connsiteX7-1481" fmla="*/ 8262099 w 10128675"/>
              <a:gd name="connsiteY7-1482" fmla="*/ 8127755 h 10165472"/>
              <a:gd name="connsiteX8-1483" fmla="*/ 5178959 w 10128675"/>
              <a:gd name="connsiteY8-1484" fmla="*/ 10146644 h 10165472"/>
              <a:gd name="connsiteX9-1485" fmla="*/ 1869466 w 10128675"/>
              <a:gd name="connsiteY9-1486" fmla="*/ 8152093 h 10165472"/>
              <a:gd name="connsiteX10-1487" fmla="*/ 787 w 10128675"/>
              <a:gd name="connsiteY10-1488" fmla="*/ 5015424 h 10165472"/>
              <a:gd name="connsiteX0-1489" fmla="*/ 777 w 10128665"/>
              <a:gd name="connsiteY0-1490" fmla="*/ 5015424 h 10165472"/>
              <a:gd name="connsiteX1-1491" fmla="*/ 1895582 w 10128665"/>
              <a:gd name="connsiteY1-1492" fmla="*/ 1973361 h 10165472"/>
              <a:gd name="connsiteX2-1493" fmla="*/ 5039552 w 10128665"/>
              <a:gd name="connsiteY2-1494" fmla="*/ 264 h 10165472"/>
              <a:gd name="connsiteX3-1495" fmla="*/ 8068310 w 10128665"/>
              <a:gd name="connsiteY3-1496" fmla="*/ 1807075 h 10165472"/>
              <a:gd name="connsiteX4-1497" fmla="*/ 9524023 w 10128665"/>
              <a:gd name="connsiteY4-1498" fmla="*/ 3279912 h 10165472"/>
              <a:gd name="connsiteX5-1499" fmla="*/ 10127483 w 10128665"/>
              <a:gd name="connsiteY5-1500" fmla="*/ 5095997 h 10165472"/>
              <a:gd name="connsiteX6-1501" fmla="*/ 9663272 w 10128665"/>
              <a:gd name="connsiteY6-1502" fmla="*/ 6635807 h 10165472"/>
              <a:gd name="connsiteX7-1503" fmla="*/ 8262089 w 10128665"/>
              <a:gd name="connsiteY7-1504" fmla="*/ 8127755 h 10165472"/>
              <a:gd name="connsiteX8-1505" fmla="*/ 5178949 w 10128665"/>
              <a:gd name="connsiteY8-1506" fmla="*/ 10146644 h 10165472"/>
              <a:gd name="connsiteX9-1507" fmla="*/ 1869456 w 10128665"/>
              <a:gd name="connsiteY9-1508" fmla="*/ 8152093 h 10165472"/>
              <a:gd name="connsiteX10-1509" fmla="*/ 777 w 10128665"/>
              <a:gd name="connsiteY10-1510" fmla="*/ 5015424 h 10165472"/>
              <a:gd name="connsiteX0-1511" fmla="*/ 777 w 10128665"/>
              <a:gd name="connsiteY0-1512" fmla="*/ 5015424 h 10165653"/>
              <a:gd name="connsiteX1-1513" fmla="*/ 1895582 w 10128665"/>
              <a:gd name="connsiteY1-1514" fmla="*/ 1973361 h 10165653"/>
              <a:gd name="connsiteX2-1515" fmla="*/ 5039552 w 10128665"/>
              <a:gd name="connsiteY2-1516" fmla="*/ 264 h 10165653"/>
              <a:gd name="connsiteX3-1517" fmla="*/ 8068310 w 10128665"/>
              <a:gd name="connsiteY3-1518" fmla="*/ 1807075 h 10165653"/>
              <a:gd name="connsiteX4-1519" fmla="*/ 9524023 w 10128665"/>
              <a:gd name="connsiteY4-1520" fmla="*/ 3279912 h 10165653"/>
              <a:gd name="connsiteX5-1521" fmla="*/ 10127483 w 10128665"/>
              <a:gd name="connsiteY5-1522" fmla="*/ 5095997 h 10165653"/>
              <a:gd name="connsiteX6-1523" fmla="*/ 9663272 w 10128665"/>
              <a:gd name="connsiteY6-1524" fmla="*/ 6635807 h 10165653"/>
              <a:gd name="connsiteX7-1525" fmla="*/ 8262089 w 10128665"/>
              <a:gd name="connsiteY7-1526" fmla="*/ 8127755 h 10165653"/>
              <a:gd name="connsiteX8-1527" fmla="*/ 5178949 w 10128665"/>
              <a:gd name="connsiteY8-1528" fmla="*/ 10146644 h 10165653"/>
              <a:gd name="connsiteX9-1529" fmla="*/ 1869456 w 10128665"/>
              <a:gd name="connsiteY9-1530" fmla="*/ 8152093 h 10165653"/>
              <a:gd name="connsiteX10-1531" fmla="*/ 777 w 10128665"/>
              <a:gd name="connsiteY10-1532" fmla="*/ 5015424 h 10165653"/>
              <a:gd name="connsiteX0-1533" fmla="*/ 781 w 10128669"/>
              <a:gd name="connsiteY0-1534" fmla="*/ 5015424 h 10165653"/>
              <a:gd name="connsiteX1-1535" fmla="*/ 1895586 w 10128669"/>
              <a:gd name="connsiteY1-1536" fmla="*/ 1973361 h 10165653"/>
              <a:gd name="connsiteX2-1537" fmla="*/ 5039556 w 10128669"/>
              <a:gd name="connsiteY2-1538" fmla="*/ 264 h 10165653"/>
              <a:gd name="connsiteX3-1539" fmla="*/ 8068314 w 10128669"/>
              <a:gd name="connsiteY3-1540" fmla="*/ 1807075 h 10165653"/>
              <a:gd name="connsiteX4-1541" fmla="*/ 9524027 w 10128669"/>
              <a:gd name="connsiteY4-1542" fmla="*/ 3279912 h 10165653"/>
              <a:gd name="connsiteX5-1543" fmla="*/ 10127487 w 10128669"/>
              <a:gd name="connsiteY5-1544" fmla="*/ 5095997 h 10165653"/>
              <a:gd name="connsiteX6-1545" fmla="*/ 9663276 w 10128669"/>
              <a:gd name="connsiteY6-1546" fmla="*/ 6635807 h 10165653"/>
              <a:gd name="connsiteX7-1547" fmla="*/ 8262093 w 10128669"/>
              <a:gd name="connsiteY7-1548" fmla="*/ 8127755 h 10165653"/>
              <a:gd name="connsiteX8-1549" fmla="*/ 5178953 w 10128669"/>
              <a:gd name="connsiteY8-1550" fmla="*/ 10146644 h 10165653"/>
              <a:gd name="connsiteX9-1551" fmla="*/ 1869460 w 10128669"/>
              <a:gd name="connsiteY9-1552" fmla="*/ 8152093 h 10165653"/>
              <a:gd name="connsiteX10-1553" fmla="*/ 781 w 10128669"/>
              <a:gd name="connsiteY10-1554" fmla="*/ 5015424 h 10165653"/>
              <a:gd name="connsiteX0-1555" fmla="*/ 777 w 10128665"/>
              <a:gd name="connsiteY0-1556" fmla="*/ 5015424 h 10165653"/>
              <a:gd name="connsiteX1-1557" fmla="*/ 1895582 w 10128665"/>
              <a:gd name="connsiteY1-1558" fmla="*/ 1973361 h 10165653"/>
              <a:gd name="connsiteX2-1559" fmla="*/ 5039552 w 10128665"/>
              <a:gd name="connsiteY2-1560" fmla="*/ 264 h 10165653"/>
              <a:gd name="connsiteX3-1561" fmla="*/ 8068310 w 10128665"/>
              <a:gd name="connsiteY3-1562" fmla="*/ 1807075 h 10165653"/>
              <a:gd name="connsiteX4-1563" fmla="*/ 9524023 w 10128665"/>
              <a:gd name="connsiteY4-1564" fmla="*/ 3279912 h 10165653"/>
              <a:gd name="connsiteX5-1565" fmla="*/ 10127483 w 10128665"/>
              <a:gd name="connsiteY5-1566" fmla="*/ 5095997 h 10165653"/>
              <a:gd name="connsiteX6-1567" fmla="*/ 9663272 w 10128665"/>
              <a:gd name="connsiteY6-1568" fmla="*/ 6635807 h 10165653"/>
              <a:gd name="connsiteX7-1569" fmla="*/ 8262089 w 10128665"/>
              <a:gd name="connsiteY7-1570" fmla="*/ 8127755 h 10165653"/>
              <a:gd name="connsiteX8-1571" fmla="*/ 5178949 w 10128665"/>
              <a:gd name="connsiteY8-1572" fmla="*/ 10146644 h 10165653"/>
              <a:gd name="connsiteX9-1573" fmla="*/ 1869456 w 10128665"/>
              <a:gd name="connsiteY9-1574" fmla="*/ 8152093 h 10165653"/>
              <a:gd name="connsiteX10-1575" fmla="*/ 777 w 10128665"/>
              <a:gd name="connsiteY10-1576" fmla="*/ 5015424 h 10165653"/>
              <a:gd name="connsiteX0-1577" fmla="*/ 777 w 10128665"/>
              <a:gd name="connsiteY0-1578" fmla="*/ 5015424 h 10154591"/>
              <a:gd name="connsiteX1-1579" fmla="*/ 1895582 w 10128665"/>
              <a:gd name="connsiteY1-1580" fmla="*/ 1973361 h 10154591"/>
              <a:gd name="connsiteX2-1581" fmla="*/ 5039552 w 10128665"/>
              <a:gd name="connsiteY2-1582" fmla="*/ 264 h 10154591"/>
              <a:gd name="connsiteX3-1583" fmla="*/ 8068310 w 10128665"/>
              <a:gd name="connsiteY3-1584" fmla="*/ 1807075 h 10154591"/>
              <a:gd name="connsiteX4-1585" fmla="*/ 9524023 w 10128665"/>
              <a:gd name="connsiteY4-1586" fmla="*/ 3279912 h 10154591"/>
              <a:gd name="connsiteX5-1587" fmla="*/ 10127483 w 10128665"/>
              <a:gd name="connsiteY5-1588" fmla="*/ 5095997 h 10154591"/>
              <a:gd name="connsiteX6-1589" fmla="*/ 9663272 w 10128665"/>
              <a:gd name="connsiteY6-1590" fmla="*/ 6635807 h 10154591"/>
              <a:gd name="connsiteX7-1591" fmla="*/ 8262089 w 10128665"/>
              <a:gd name="connsiteY7-1592" fmla="*/ 8127755 h 10154591"/>
              <a:gd name="connsiteX8-1593" fmla="*/ 5178949 w 10128665"/>
              <a:gd name="connsiteY8-1594" fmla="*/ 10146644 h 10154591"/>
              <a:gd name="connsiteX9-1595" fmla="*/ 1869456 w 10128665"/>
              <a:gd name="connsiteY9-1596" fmla="*/ 8152093 h 10154591"/>
              <a:gd name="connsiteX10-1597" fmla="*/ 777 w 10128665"/>
              <a:gd name="connsiteY10-1598" fmla="*/ 5015424 h 10154591"/>
              <a:gd name="connsiteX0-1599" fmla="*/ 777 w 10128665"/>
              <a:gd name="connsiteY0-1600" fmla="*/ 5015424 h 10139810"/>
              <a:gd name="connsiteX1-1601" fmla="*/ 1895582 w 10128665"/>
              <a:gd name="connsiteY1-1602" fmla="*/ 1973361 h 10139810"/>
              <a:gd name="connsiteX2-1603" fmla="*/ 5039552 w 10128665"/>
              <a:gd name="connsiteY2-1604" fmla="*/ 264 h 10139810"/>
              <a:gd name="connsiteX3-1605" fmla="*/ 8068310 w 10128665"/>
              <a:gd name="connsiteY3-1606" fmla="*/ 1807075 h 10139810"/>
              <a:gd name="connsiteX4-1607" fmla="*/ 9524023 w 10128665"/>
              <a:gd name="connsiteY4-1608" fmla="*/ 3279912 h 10139810"/>
              <a:gd name="connsiteX5-1609" fmla="*/ 10127483 w 10128665"/>
              <a:gd name="connsiteY5-1610" fmla="*/ 5095997 h 10139810"/>
              <a:gd name="connsiteX6-1611" fmla="*/ 9663272 w 10128665"/>
              <a:gd name="connsiteY6-1612" fmla="*/ 6635807 h 10139810"/>
              <a:gd name="connsiteX7-1613" fmla="*/ 8262089 w 10128665"/>
              <a:gd name="connsiteY7-1614" fmla="*/ 8127755 h 10139810"/>
              <a:gd name="connsiteX8-1615" fmla="*/ 5178949 w 10128665"/>
              <a:gd name="connsiteY8-1616" fmla="*/ 10131776 h 10139810"/>
              <a:gd name="connsiteX9-1617" fmla="*/ 1869456 w 10128665"/>
              <a:gd name="connsiteY9-1618" fmla="*/ 8152093 h 10139810"/>
              <a:gd name="connsiteX10-1619" fmla="*/ 777 w 10128665"/>
              <a:gd name="connsiteY10-1620" fmla="*/ 5015424 h 10139810"/>
              <a:gd name="connsiteX0-1621" fmla="*/ 777 w 10128665"/>
              <a:gd name="connsiteY0-1622" fmla="*/ 5015424 h 10139724"/>
              <a:gd name="connsiteX1-1623" fmla="*/ 1895582 w 10128665"/>
              <a:gd name="connsiteY1-1624" fmla="*/ 1973361 h 10139724"/>
              <a:gd name="connsiteX2-1625" fmla="*/ 5039552 w 10128665"/>
              <a:gd name="connsiteY2-1626" fmla="*/ 264 h 10139724"/>
              <a:gd name="connsiteX3-1627" fmla="*/ 8068310 w 10128665"/>
              <a:gd name="connsiteY3-1628" fmla="*/ 1807075 h 10139724"/>
              <a:gd name="connsiteX4-1629" fmla="*/ 9524023 w 10128665"/>
              <a:gd name="connsiteY4-1630" fmla="*/ 3279912 h 10139724"/>
              <a:gd name="connsiteX5-1631" fmla="*/ 10127483 w 10128665"/>
              <a:gd name="connsiteY5-1632" fmla="*/ 5095997 h 10139724"/>
              <a:gd name="connsiteX6-1633" fmla="*/ 9663272 w 10128665"/>
              <a:gd name="connsiteY6-1634" fmla="*/ 6635807 h 10139724"/>
              <a:gd name="connsiteX7-1635" fmla="*/ 8262089 w 10128665"/>
              <a:gd name="connsiteY7-1636" fmla="*/ 8127755 h 10139724"/>
              <a:gd name="connsiteX8-1637" fmla="*/ 5178949 w 10128665"/>
              <a:gd name="connsiteY8-1638" fmla="*/ 10131776 h 10139724"/>
              <a:gd name="connsiteX9-1639" fmla="*/ 1869456 w 10128665"/>
              <a:gd name="connsiteY9-1640" fmla="*/ 8152093 h 10139724"/>
              <a:gd name="connsiteX10-1641" fmla="*/ 777 w 10128665"/>
              <a:gd name="connsiteY10-1642" fmla="*/ 5015424 h 10139724"/>
              <a:gd name="connsiteX0-1643" fmla="*/ 777 w 10128665"/>
              <a:gd name="connsiteY0-1644" fmla="*/ 5015424 h 10139682"/>
              <a:gd name="connsiteX1-1645" fmla="*/ 1895582 w 10128665"/>
              <a:gd name="connsiteY1-1646" fmla="*/ 1973361 h 10139682"/>
              <a:gd name="connsiteX2-1647" fmla="*/ 5039552 w 10128665"/>
              <a:gd name="connsiteY2-1648" fmla="*/ 264 h 10139682"/>
              <a:gd name="connsiteX3-1649" fmla="*/ 8068310 w 10128665"/>
              <a:gd name="connsiteY3-1650" fmla="*/ 1807075 h 10139682"/>
              <a:gd name="connsiteX4-1651" fmla="*/ 9524023 w 10128665"/>
              <a:gd name="connsiteY4-1652" fmla="*/ 3279912 h 10139682"/>
              <a:gd name="connsiteX5-1653" fmla="*/ 10127483 w 10128665"/>
              <a:gd name="connsiteY5-1654" fmla="*/ 5095997 h 10139682"/>
              <a:gd name="connsiteX6-1655" fmla="*/ 9663272 w 10128665"/>
              <a:gd name="connsiteY6-1656" fmla="*/ 6635807 h 10139682"/>
              <a:gd name="connsiteX7-1657" fmla="*/ 8262089 w 10128665"/>
              <a:gd name="connsiteY7-1658" fmla="*/ 8127755 h 10139682"/>
              <a:gd name="connsiteX8-1659" fmla="*/ 5178949 w 10128665"/>
              <a:gd name="connsiteY8-1660" fmla="*/ 10131776 h 10139682"/>
              <a:gd name="connsiteX9-1661" fmla="*/ 1869456 w 10128665"/>
              <a:gd name="connsiteY9-1662" fmla="*/ 8152093 h 10139682"/>
              <a:gd name="connsiteX10-1663" fmla="*/ 777 w 10128665"/>
              <a:gd name="connsiteY10-1664" fmla="*/ 5015424 h 10139682"/>
              <a:gd name="connsiteX0-1665" fmla="*/ 777 w 10128665"/>
              <a:gd name="connsiteY0-1666" fmla="*/ 5015424 h 10132673"/>
              <a:gd name="connsiteX1-1667" fmla="*/ 1895582 w 10128665"/>
              <a:gd name="connsiteY1-1668" fmla="*/ 1973361 h 10132673"/>
              <a:gd name="connsiteX2-1669" fmla="*/ 5039552 w 10128665"/>
              <a:gd name="connsiteY2-1670" fmla="*/ 264 h 10132673"/>
              <a:gd name="connsiteX3-1671" fmla="*/ 8068310 w 10128665"/>
              <a:gd name="connsiteY3-1672" fmla="*/ 1807075 h 10132673"/>
              <a:gd name="connsiteX4-1673" fmla="*/ 9524023 w 10128665"/>
              <a:gd name="connsiteY4-1674" fmla="*/ 3279912 h 10132673"/>
              <a:gd name="connsiteX5-1675" fmla="*/ 10127483 w 10128665"/>
              <a:gd name="connsiteY5-1676" fmla="*/ 5095997 h 10132673"/>
              <a:gd name="connsiteX6-1677" fmla="*/ 9663272 w 10128665"/>
              <a:gd name="connsiteY6-1678" fmla="*/ 6635807 h 10132673"/>
              <a:gd name="connsiteX7-1679" fmla="*/ 8262089 w 10128665"/>
              <a:gd name="connsiteY7-1680" fmla="*/ 8127755 h 10132673"/>
              <a:gd name="connsiteX8-1681" fmla="*/ 5178949 w 10128665"/>
              <a:gd name="connsiteY8-1682" fmla="*/ 10131776 h 10132673"/>
              <a:gd name="connsiteX9-1683" fmla="*/ 1869456 w 10128665"/>
              <a:gd name="connsiteY9-1684" fmla="*/ 8152093 h 10132673"/>
              <a:gd name="connsiteX10-1685" fmla="*/ 777 w 10128665"/>
              <a:gd name="connsiteY10-1686" fmla="*/ 5015424 h 10132673"/>
              <a:gd name="connsiteX0-1687" fmla="*/ 777 w 10128665"/>
              <a:gd name="connsiteY0-1688" fmla="*/ 5015424 h 10132673"/>
              <a:gd name="connsiteX1-1689" fmla="*/ 1895582 w 10128665"/>
              <a:gd name="connsiteY1-1690" fmla="*/ 1973361 h 10132673"/>
              <a:gd name="connsiteX2-1691" fmla="*/ 5039552 w 10128665"/>
              <a:gd name="connsiteY2-1692" fmla="*/ 264 h 10132673"/>
              <a:gd name="connsiteX3-1693" fmla="*/ 8068310 w 10128665"/>
              <a:gd name="connsiteY3-1694" fmla="*/ 1807075 h 10132673"/>
              <a:gd name="connsiteX4-1695" fmla="*/ 9524023 w 10128665"/>
              <a:gd name="connsiteY4-1696" fmla="*/ 3279912 h 10132673"/>
              <a:gd name="connsiteX5-1697" fmla="*/ 10127483 w 10128665"/>
              <a:gd name="connsiteY5-1698" fmla="*/ 5095997 h 10132673"/>
              <a:gd name="connsiteX6-1699" fmla="*/ 9663272 w 10128665"/>
              <a:gd name="connsiteY6-1700" fmla="*/ 6635807 h 10132673"/>
              <a:gd name="connsiteX7-1701" fmla="*/ 8262089 w 10128665"/>
              <a:gd name="connsiteY7-1702" fmla="*/ 8127755 h 10132673"/>
              <a:gd name="connsiteX8-1703" fmla="*/ 5178949 w 10128665"/>
              <a:gd name="connsiteY8-1704" fmla="*/ 10131776 h 10132673"/>
              <a:gd name="connsiteX9-1705" fmla="*/ 1869456 w 10128665"/>
              <a:gd name="connsiteY9-1706" fmla="*/ 8152093 h 10132673"/>
              <a:gd name="connsiteX10-1707" fmla="*/ 777 w 10128665"/>
              <a:gd name="connsiteY10-1708" fmla="*/ 5015424 h 10132673"/>
              <a:gd name="connsiteX0-1709" fmla="*/ 777 w 10128665"/>
              <a:gd name="connsiteY0-1710" fmla="*/ 5015424 h 10132673"/>
              <a:gd name="connsiteX1-1711" fmla="*/ 1895582 w 10128665"/>
              <a:gd name="connsiteY1-1712" fmla="*/ 1973361 h 10132673"/>
              <a:gd name="connsiteX2-1713" fmla="*/ 5039552 w 10128665"/>
              <a:gd name="connsiteY2-1714" fmla="*/ 264 h 10132673"/>
              <a:gd name="connsiteX3-1715" fmla="*/ 8068310 w 10128665"/>
              <a:gd name="connsiteY3-1716" fmla="*/ 1807075 h 10132673"/>
              <a:gd name="connsiteX4-1717" fmla="*/ 9524023 w 10128665"/>
              <a:gd name="connsiteY4-1718" fmla="*/ 3279912 h 10132673"/>
              <a:gd name="connsiteX5-1719" fmla="*/ 10127483 w 10128665"/>
              <a:gd name="connsiteY5-1720" fmla="*/ 5095997 h 10132673"/>
              <a:gd name="connsiteX6-1721" fmla="*/ 9663272 w 10128665"/>
              <a:gd name="connsiteY6-1722" fmla="*/ 6635807 h 10132673"/>
              <a:gd name="connsiteX7-1723" fmla="*/ 8262089 w 10128665"/>
              <a:gd name="connsiteY7-1724" fmla="*/ 8127755 h 10132673"/>
              <a:gd name="connsiteX8-1725" fmla="*/ 5178949 w 10128665"/>
              <a:gd name="connsiteY8-1726" fmla="*/ 10131776 h 10132673"/>
              <a:gd name="connsiteX9-1727" fmla="*/ 1869456 w 10128665"/>
              <a:gd name="connsiteY9-1728" fmla="*/ 8152093 h 10132673"/>
              <a:gd name="connsiteX10-1729" fmla="*/ 777 w 10128665"/>
              <a:gd name="connsiteY10-1730" fmla="*/ 5015424 h 10132673"/>
              <a:gd name="connsiteX0-1731" fmla="*/ 777 w 10128665"/>
              <a:gd name="connsiteY0-1732" fmla="*/ 5015424 h 10136221"/>
              <a:gd name="connsiteX1-1733" fmla="*/ 1895582 w 10128665"/>
              <a:gd name="connsiteY1-1734" fmla="*/ 1973361 h 10136221"/>
              <a:gd name="connsiteX2-1735" fmla="*/ 5039552 w 10128665"/>
              <a:gd name="connsiteY2-1736" fmla="*/ 264 h 10136221"/>
              <a:gd name="connsiteX3-1737" fmla="*/ 8068310 w 10128665"/>
              <a:gd name="connsiteY3-1738" fmla="*/ 1807075 h 10136221"/>
              <a:gd name="connsiteX4-1739" fmla="*/ 9524023 w 10128665"/>
              <a:gd name="connsiteY4-1740" fmla="*/ 3279912 h 10136221"/>
              <a:gd name="connsiteX5-1741" fmla="*/ 10127483 w 10128665"/>
              <a:gd name="connsiteY5-1742" fmla="*/ 5095997 h 10136221"/>
              <a:gd name="connsiteX6-1743" fmla="*/ 9663272 w 10128665"/>
              <a:gd name="connsiteY6-1744" fmla="*/ 6635807 h 10136221"/>
              <a:gd name="connsiteX7-1745" fmla="*/ 8262089 w 10128665"/>
              <a:gd name="connsiteY7-1746" fmla="*/ 8127755 h 10136221"/>
              <a:gd name="connsiteX8-1747" fmla="*/ 5178949 w 10128665"/>
              <a:gd name="connsiteY8-1748" fmla="*/ 10131776 h 10136221"/>
              <a:gd name="connsiteX9-1749" fmla="*/ 1869456 w 10128665"/>
              <a:gd name="connsiteY9-1750" fmla="*/ 8152093 h 10136221"/>
              <a:gd name="connsiteX10-1751" fmla="*/ 777 w 10128665"/>
              <a:gd name="connsiteY10-1752" fmla="*/ 5015424 h 10136221"/>
              <a:gd name="connsiteX0-1753" fmla="*/ 777 w 10128665"/>
              <a:gd name="connsiteY0-1754" fmla="*/ 5015424 h 10140893"/>
              <a:gd name="connsiteX1-1755" fmla="*/ 1895582 w 10128665"/>
              <a:gd name="connsiteY1-1756" fmla="*/ 1973361 h 10140893"/>
              <a:gd name="connsiteX2-1757" fmla="*/ 5039552 w 10128665"/>
              <a:gd name="connsiteY2-1758" fmla="*/ 264 h 10140893"/>
              <a:gd name="connsiteX3-1759" fmla="*/ 8068310 w 10128665"/>
              <a:gd name="connsiteY3-1760" fmla="*/ 1807075 h 10140893"/>
              <a:gd name="connsiteX4-1761" fmla="*/ 9524023 w 10128665"/>
              <a:gd name="connsiteY4-1762" fmla="*/ 3279912 h 10140893"/>
              <a:gd name="connsiteX5-1763" fmla="*/ 10127483 w 10128665"/>
              <a:gd name="connsiteY5-1764" fmla="*/ 5095997 h 10140893"/>
              <a:gd name="connsiteX6-1765" fmla="*/ 9663272 w 10128665"/>
              <a:gd name="connsiteY6-1766" fmla="*/ 6635807 h 10140893"/>
              <a:gd name="connsiteX7-1767" fmla="*/ 8262089 w 10128665"/>
              <a:gd name="connsiteY7-1768" fmla="*/ 8127755 h 10140893"/>
              <a:gd name="connsiteX8-1769" fmla="*/ 5178949 w 10128665"/>
              <a:gd name="connsiteY8-1770" fmla="*/ 10131776 h 10140893"/>
              <a:gd name="connsiteX9-1771" fmla="*/ 1869456 w 10128665"/>
              <a:gd name="connsiteY9-1772" fmla="*/ 8152093 h 10140893"/>
              <a:gd name="connsiteX10-1773" fmla="*/ 777 w 10128665"/>
              <a:gd name="connsiteY10-1774" fmla="*/ 5015424 h 10140893"/>
              <a:gd name="connsiteX0-1775" fmla="*/ 777 w 10128665"/>
              <a:gd name="connsiteY0-1776" fmla="*/ 5015424 h 10137040"/>
              <a:gd name="connsiteX1-1777" fmla="*/ 1895582 w 10128665"/>
              <a:gd name="connsiteY1-1778" fmla="*/ 1973361 h 10137040"/>
              <a:gd name="connsiteX2-1779" fmla="*/ 5039552 w 10128665"/>
              <a:gd name="connsiteY2-1780" fmla="*/ 264 h 10137040"/>
              <a:gd name="connsiteX3-1781" fmla="*/ 8068310 w 10128665"/>
              <a:gd name="connsiteY3-1782" fmla="*/ 1807075 h 10137040"/>
              <a:gd name="connsiteX4-1783" fmla="*/ 9524023 w 10128665"/>
              <a:gd name="connsiteY4-1784" fmla="*/ 3279912 h 10137040"/>
              <a:gd name="connsiteX5-1785" fmla="*/ 10127483 w 10128665"/>
              <a:gd name="connsiteY5-1786" fmla="*/ 5095997 h 10137040"/>
              <a:gd name="connsiteX6-1787" fmla="*/ 9663272 w 10128665"/>
              <a:gd name="connsiteY6-1788" fmla="*/ 6635807 h 10137040"/>
              <a:gd name="connsiteX7-1789" fmla="*/ 8262089 w 10128665"/>
              <a:gd name="connsiteY7-1790" fmla="*/ 8127755 h 10137040"/>
              <a:gd name="connsiteX8-1791" fmla="*/ 5178949 w 10128665"/>
              <a:gd name="connsiteY8-1792" fmla="*/ 10131776 h 10137040"/>
              <a:gd name="connsiteX9-1793" fmla="*/ 1869456 w 10128665"/>
              <a:gd name="connsiteY9-1794" fmla="*/ 8152093 h 10137040"/>
              <a:gd name="connsiteX10-1795" fmla="*/ 777 w 10128665"/>
              <a:gd name="connsiteY10-1796" fmla="*/ 5015424 h 10137040"/>
              <a:gd name="connsiteX0-1797" fmla="*/ 777 w 10128665"/>
              <a:gd name="connsiteY0-1798" fmla="*/ 5015424 h 10139847"/>
              <a:gd name="connsiteX1-1799" fmla="*/ 1895582 w 10128665"/>
              <a:gd name="connsiteY1-1800" fmla="*/ 1973361 h 10139847"/>
              <a:gd name="connsiteX2-1801" fmla="*/ 5039552 w 10128665"/>
              <a:gd name="connsiteY2-1802" fmla="*/ 264 h 10139847"/>
              <a:gd name="connsiteX3-1803" fmla="*/ 8068310 w 10128665"/>
              <a:gd name="connsiteY3-1804" fmla="*/ 1807075 h 10139847"/>
              <a:gd name="connsiteX4-1805" fmla="*/ 9524023 w 10128665"/>
              <a:gd name="connsiteY4-1806" fmla="*/ 3279912 h 10139847"/>
              <a:gd name="connsiteX5-1807" fmla="*/ 10127483 w 10128665"/>
              <a:gd name="connsiteY5-1808" fmla="*/ 5095997 h 10139847"/>
              <a:gd name="connsiteX6-1809" fmla="*/ 9663272 w 10128665"/>
              <a:gd name="connsiteY6-1810" fmla="*/ 6635807 h 10139847"/>
              <a:gd name="connsiteX7-1811" fmla="*/ 8262089 w 10128665"/>
              <a:gd name="connsiteY7-1812" fmla="*/ 8127755 h 10139847"/>
              <a:gd name="connsiteX8-1813" fmla="*/ 5178949 w 10128665"/>
              <a:gd name="connsiteY8-1814" fmla="*/ 10131776 h 10139847"/>
              <a:gd name="connsiteX9-1815" fmla="*/ 1869456 w 10128665"/>
              <a:gd name="connsiteY9-1816" fmla="*/ 8152093 h 10139847"/>
              <a:gd name="connsiteX10-1817" fmla="*/ 777 w 10128665"/>
              <a:gd name="connsiteY10-1818" fmla="*/ 5015424 h 10139847"/>
              <a:gd name="connsiteX0-1819" fmla="*/ 777 w 10128665"/>
              <a:gd name="connsiteY0-1820" fmla="*/ 5015424 h 10139847"/>
              <a:gd name="connsiteX1-1821" fmla="*/ 1895582 w 10128665"/>
              <a:gd name="connsiteY1-1822" fmla="*/ 1973361 h 10139847"/>
              <a:gd name="connsiteX2-1823" fmla="*/ 5039552 w 10128665"/>
              <a:gd name="connsiteY2-1824" fmla="*/ 264 h 10139847"/>
              <a:gd name="connsiteX3-1825" fmla="*/ 8068310 w 10128665"/>
              <a:gd name="connsiteY3-1826" fmla="*/ 1807075 h 10139847"/>
              <a:gd name="connsiteX4-1827" fmla="*/ 9524023 w 10128665"/>
              <a:gd name="connsiteY4-1828" fmla="*/ 3279912 h 10139847"/>
              <a:gd name="connsiteX5-1829" fmla="*/ 10127483 w 10128665"/>
              <a:gd name="connsiteY5-1830" fmla="*/ 5095997 h 10139847"/>
              <a:gd name="connsiteX6-1831" fmla="*/ 9663272 w 10128665"/>
              <a:gd name="connsiteY6-1832" fmla="*/ 6635807 h 10139847"/>
              <a:gd name="connsiteX7-1833" fmla="*/ 8262089 w 10128665"/>
              <a:gd name="connsiteY7-1834" fmla="*/ 8127755 h 10139847"/>
              <a:gd name="connsiteX8-1835" fmla="*/ 5178949 w 10128665"/>
              <a:gd name="connsiteY8-1836" fmla="*/ 10131776 h 10139847"/>
              <a:gd name="connsiteX9-1837" fmla="*/ 1869456 w 10128665"/>
              <a:gd name="connsiteY9-1838" fmla="*/ 8152093 h 10139847"/>
              <a:gd name="connsiteX10-1839" fmla="*/ 777 w 10128665"/>
              <a:gd name="connsiteY10-1840" fmla="*/ 5015424 h 10139847"/>
              <a:gd name="connsiteX0-1841" fmla="*/ 777 w 10211929"/>
              <a:gd name="connsiteY0-1842" fmla="*/ 5015424 h 10139847"/>
              <a:gd name="connsiteX1-1843" fmla="*/ 1895582 w 10211929"/>
              <a:gd name="connsiteY1-1844" fmla="*/ 1973361 h 10139847"/>
              <a:gd name="connsiteX2-1845" fmla="*/ 5039552 w 10211929"/>
              <a:gd name="connsiteY2-1846" fmla="*/ 264 h 10139847"/>
              <a:gd name="connsiteX3-1847" fmla="*/ 8068310 w 10211929"/>
              <a:gd name="connsiteY3-1848" fmla="*/ 1807075 h 10139847"/>
              <a:gd name="connsiteX4-1849" fmla="*/ 10127483 w 10211929"/>
              <a:gd name="connsiteY4-1850" fmla="*/ 5095997 h 10139847"/>
              <a:gd name="connsiteX5-1851" fmla="*/ 9663272 w 10211929"/>
              <a:gd name="connsiteY5-1852" fmla="*/ 6635807 h 10139847"/>
              <a:gd name="connsiteX6-1853" fmla="*/ 8262089 w 10211929"/>
              <a:gd name="connsiteY6-1854" fmla="*/ 8127755 h 10139847"/>
              <a:gd name="connsiteX7-1855" fmla="*/ 5178949 w 10211929"/>
              <a:gd name="connsiteY7-1856" fmla="*/ 10131776 h 10139847"/>
              <a:gd name="connsiteX8-1857" fmla="*/ 1869456 w 10211929"/>
              <a:gd name="connsiteY8-1858" fmla="*/ 8152093 h 10139847"/>
              <a:gd name="connsiteX9-1859" fmla="*/ 777 w 10211929"/>
              <a:gd name="connsiteY9-1860" fmla="*/ 5015424 h 10139847"/>
              <a:gd name="connsiteX0-1861" fmla="*/ 777 w 10095194"/>
              <a:gd name="connsiteY0-1862" fmla="*/ 5015424 h 10139847"/>
              <a:gd name="connsiteX1-1863" fmla="*/ 1895582 w 10095194"/>
              <a:gd name="connsiteY1-1864" fmla="*/ 1973361 h 10139847"/>
              <a:gd name="connsiteX2-1865" fmla="*/ 5039552 w 10095194"/>
              <a:gd name="connsiteY2-1866" fmla="*/ 264 h 10139847"/>
              <a:gd name="connsiteX3-1867" fmla="*/ 8068310 w 10095194"/>
              <a:gd name="connsiteY3-1868" fmla="*/ 1807075 h 10139847"/>
              <a:gd name="connsiteX4-1869" fmla="*/ 9989124 w 10095194"/>
              <a:gd name="connsiteY4-1870" fmla="*/ 4086473 h 10139847"/>
              <a:gd name="connsiteX5-1871" fmla="*/ 9663272 w 10095194"/>
              <a:gd name="connsiteY5-1872" fmla="*/ 6635807 h 10139847"/>
              <a:gd name="connsiteX6-1873" fmla="*/ 8262089 w 10095194"/>
              <a:gd name="connsiteY6-1874" fmla="*/ 8127755 h 10139847"/>
              <a:gd name="connsiteX7-1875" fmla="*/ 5178949 w 10095194"/>
              <a:gd name="connsiteY7-1876" fmla="*/ 10131776 h 10139847"/>
              <a:gd name="connsiteX8-1877" fmla="*/ 1869456 w 10095194"/>
              <a:gd name="connsiteY8-1878" fmla="*/ 8152093 h 10139847"/>
              <a:gd name="connsiteX9-1879" fmla="*/ 777 w 10095194"/>
              <a:gd name="connsiteY9-1880" fmla="*/ 5015424 h 10139847"/>
              <a:gd name="connsiteX0-1881" fmla="*/ 777 w 10143243"/>
              <a:gd name="connsiteY0-1882" fmla="*/ 5015424 h 10139847"/>
              <a:gd name="connsiteX1-1883" fmla="*/ 1895582 w 10143243"/>
              <a:gd name="connsiteY1-1884" fmla="*/ 1973361 h 10139847"/>
              <a:gd name="connsiteX2-1885" fmla="*/ 5039552 w 10143243"/>
              <a:gd name="connsiteY2-1886" fmla="*/ 264 h 10139847"/>
              <a:gd name="connsiteX3-1887" fmla="*/ 8068310 w 10143243"/>
              <a:gd name="connsiteY3-1888" fmla="*/ 1807075 h 10139847"/>
              <a:gd name="connsiteX4-1889" fmla="*/ 10047380 w 10143243"/>
              <a:gd name="connsiteY4-1890" fmla="*/ 4369721 h 10139847"/>
              <a:gd name="connsiteX5-1891" fmla="*/ 9663272 w 10143243"/>
              <a:gd name="connsiteY5-1892" fmla="*/ 6635807 h 10139847"/>
              <a:gd name="connsiteX6-1893" fmla="*/ 8262089 w 10143243"/>
              <a:gd name="connsiteY6-1894" fmla="*/ 8127755 h 10139847"/>
              <a:gd name="connsiteX7-1895" fmla="*/ 5178949 w 10143243"/>
              <a:gd name="connsiteY7-1896" fmla="*/ 10131776 h 10139847"/>
              <a:gd name="connsiteX8-1897" fmla="*/ 1869456 w 10143243"/>
              <a:gd name="connsiteY8-1898" fmla="*/ 8152093 h 10139847"/>
              <a:gd name="connsiteX9-1899" fmla="*/ 777 w 10143243"/>
              <a:gd name="connsiteY9-1900" fmla="*/ 5015424 h 10139847"/>
              <a:gd name="connsiteX0-1901" fmla="*/ 777 w 10188867"/>
              <a:gd name="connsiteY0-1902" fmla="*/ 5015424 h 10139847"/>
              <a:gd name="connsiteX1-1903" fmla="*/ 1895582 w 10188867"/>
              <a:gd name="connsiteY1-1904" fmla="*/ 1973361 h 10139847"/>
              <a:gd name="connsiteX2-1905" fmla="*/ 5039552 w 10188867"/>
              <a:gd name="connsiteY2-1906" fmla="*/ 264 h 10139847"/>
              <a:gd name="connsiteX3-1907" fmla="*/ 8068310 w 10188867"/>
              <a:gd name="connsiteY3-1908" fmla="*/ 1807075 h 10139847"/>
              <a:gd name="connsiteX4-1909" fmla="*/ 10100925 w 10188867"/>
              <a:gd name="connsiteY4-1910" fmla="*/ 4654536 h 10139847"/>
              <a:gd name="connsiteX5-1911" fmla="*/ 9663272 w 10188867"/>
              <a:gd name="connsiteY5-1912" fmla="*/ 6635807 h 10139847"/>
              <a:gd name="connsiteX6-1913" fmla="*/ 8262089 w 10188867"/>
              <a:gd name="connsiteY6-1914" fmla="*/ 8127755 h 10139847"/>
              <a:gd name="connsiteX7-1915" fmla="*/ 5178949 w 10188867"/>
              <a:gd name="connsiteY7-1916" fmla="*/ 10131776 h 10139847"/>
              <a:gd name="connsiteX8-1917" fmla="*/ 1869456 w 10188867"/>
              <a:gd name="connsiteY8-1918" fmla="*/ 8152093 h 10139847"/>
              <a:gd name="connsiteX9-1919" fmla="*/ 777 w 10188867"/>
              <a:gd name="connsiteY9-1920" fmla="*/ 5015424 h 10139847"/>
              <a:gd name="connsiteX0-1921" fmla="*/ 777 w 10142580"/>
              <a:gd name="connsiteY0-1922" fmla="*/ 5015424 h 10139847"/>
              <a:gd name="connsiteX1-1923" fmla="*/ 1895582 w 10142580"/>
              <a:gd name="connsiteY1-1924" fmla="*/ 1973361 h 10139847"/>
              <a:gd name="connsiteX2-1925" fmla="*/ 5039552 w 10142580"/>
              <a:gd name="connsiteY2-1926" fmla="*/ 264 h 10139847"/>
              <a:gd name="connsiteX3-1927" fmla="*/ 8068310 w 10142580"/>
              <a:gd name="connsiteY3-1928" fmla="*/ 1807075 h 10139847"/>
              <a:gd name="connsiteX4-1929" fmla="*/ 10100925 w 10142580"/>
              <a:gd name="connsiteY4-1930" fmla="*/ 4654536 h 10139847"/>
              <a:gd name="connsiteX5-1931" fmla="*/ 9663272 w 10142580"/>
              <a:gd name="connsiteY5-1932" fmla="*/ 6635807 h 10139847"/>
              <a:gd name="connsiteX6-1933" fmla="*/ 8262089 w 10142580"/>
              <a:gd name="connsiteY6-1934" fmla="*/ 8127755 h 10139847"/>
              <a:gd name="connsiteX7-1935" fmla="*/ 5178949 w 10142580"/>
              <a:gd name="connsiteY7-1936" fmla="*/ 10131776 h 10139847"/>
              <a:gd name="connsiteX8-1937" fmla="*/ 1869456 w 10142580"/>
              <a:gd name="connsiteY8-1938" fmla="*/ 8152093 h 10139847"/>
              <a:gd name="connsiteX9-1939" fmla="*/ 777 w 10142580"/>
              <a:gd name="connsiteY9-1940" fmla="*/ 5015424 h 10139847"/>
              <a:gd name="connsiteX0-1941" fmla="*/ 777 w 10131835"/>
              <a:gd name="connsiteY0-1942" fmla="*/ 5015424 h 10139847"/>
              <a:gd name="connsiteX1-1943" fmla="*/ 1895582 w 10131835"/>
              <a:gd name="connsiteY1-1944" fmla="*/ 1973361 h 10139847"/>
              <a:gd name="connsiteX2-1945" fmla="*/ 5039552 w 10131835"/>
              <a:gd name="connsiteY2-1946" fmla="*/ 264 h 10139847"/>
              <a:gd name="connsiteX3-1947" fmla="*/ 8068310 w 10131835"/>
              <a:gd name="connsiteY3-1948" fmla="*/ 1807075 h 10139847"/>
              <a:gd name="connsiteX4-1949" fmla="*/ 10100925 w 10131835"/>
              <a:gd name="connsiteY4-1950" fmla="*/ 4654536 h 10139847"/>
              <a:gd name="connsiteX5-1951" fmla="*/ 9663272 w 10131835"/>
              <a:gd name="connsiteY5-1952" fmla="*/ 6635807 h 10139847"/>
              <a:gd name="connsiteX6-1953" fmla="*/ 8262089 w 10131835"/>
              <a:gd name="connsiteY6-1954" fmla="*/ 8127755 h 10139847"/>
              <a:gd name="connsiteX7-1955" fmla="*/ 5178949 w 10131835"/>
              <a:gd name="connsiteY7-1956" fmla="*/ 10131776 h 10139847"/>
              <a:gd name="connsiteX8-1957" fmla="*/ 1869456 w 10131835"/>
              <a:gd name="connsiteY8-1958" fmla="*/ 8152093 h 10139847"/>
              <a:gd name="connsiteX9-1959" fmla="*/ 777 w 10131835"/>
              <a:gd name="connsiteY9-1960" fmla="*/ 5015424 h 10139847"/>
              <a:gd name="connsiteX0-1961" fmla="*/ 14 w 10131072"/>
              <a:gd name="connsiteY0-1962" fmla="*/ 5015424 h 10139742"/>
              <a:gd name="connsiteX1-1963" fmla="*/ 1894819 w 10131072"/>
              <a:gd name="connsiteY1-1964" fmla="*/ 1973361 h 10139742"/>
              <a:gd name="connsiteX2-1965" fmla="*/ 5038789 w 10131072"/>
              <a:gd name="connsiteY2-1966" fmla="*/ 264 h 10139742"/>
              <a:gd name="connsiteX3-1967" fmla="*/ 8067547 w 10131072"/>
              <a:gd name="connsiteY3-1968" fmla="*/ 1807075 h 10139742"/>
              <a:gd name="connsiteX4-1969" fmla="*/ 10100162 w 10131072"/>
              <a:gd name="connsiteY4-1970" fmla="*/ 4654536 h 10139742"/>
              <a:gd name="connsiteX5-1971" fmla="*/ 9662509 w 10131072"/>
              <a:gd name="connsiteY5-1972" fmla="*/ 6635807 h 10139742"/>
              <a:gd name="connsiteX6-1973" fmla="*/ 8261326 w 10131072"/>
              <a:gd name="connsiteY6-1974" fmla="*/ 8127755 h 10139742"/>
              <a:gd name="connsiteX7-1975" fmla="*/ 5178186 w 10131072"/>
              <a:gd name="connsiteY7-1976" fmla="*/ 10131776 h 10139742"/>
              <a:gd name="connsiteX8-1977" fmla="*/ 1868693 w 10131072"/>
              <a:gd name="connsiteY8-1978" fmla="*/ 8133929 h 10139742"/>
              <a:gd name="connsiteX9-1979" fmla="*/ 14 w 10131072"/>
              <a:gd name="connsiteY9-1980" fmla="*/ 5015424 h 10139742"/>
              <a:gd name="connsiteX0-1981" fmla="*/ 2430 w 10133488"/>
              <a:gd name="connsiteY0-1982" fmla="*/ 5015424 h 10139742"/>
              <a:gd name="connsiteX1-1983" fmla="*/ 1897235 w 10133488"/>
              <a:gd name="connsiteY1-1984" fmla="*/ 1973361 h 10139742"/>
              <a:gd name="connsiteX2-1985" fmla="*/ 5041205 w 10133488"/>
              <a:gd name="connsiteY2-1986" fmla="*/ 264 h 10139742"/>
              <a:gd name="connsiteX3-1987" fmla="*/ 8069963 w 10133488"/>
              <a:gd name="connsiteY3-1988" fmla="*/ 1807075 h 10139742"/>
              <a:gd name="connsiteX4-1989" fmla="*/ 10102578 w 10133488"/>
              <a:gd name="connsiteY4-1990" fmla="*/ 4654536 h 10139742"/>
              <a:gd name="connsiteX5-1991" fmla="*/ 9664925 w 10133488"/>
              <a:gd name="connsiteY5-1992" fmla="*/ 6635807 h 10139742"/>
              <a:gd name="connsiteX6-1993" fmla="*/ 8263742 w 10133488"/>
              <a:gd name="connsiteY6-1994" fmla="*/ 8127755 h 10139742"/>
              <a:gd name="connsiteX7-1995" fmla="*/ 5180602 w 10133488"/>
              <a:gd name="connsiteY7-1996" fmla="*/ 10131776 h 10139742"/>
              <a:gd name="connsiteX8-1997" fmla="*/ 1871109 w 10133488"/>
              <a:gd name="connsiteY8-1998" fmla="*/ 8133929 h 10139742"/>
              <a:gd name="connsiteX9-1999" fmla="*/ 2430 w 10133488"/>
              <a:gd name="connsiteY9-2000" fmla="*/ 5015424 h 10139742"/>
              <a:gd name="connsiteX0-2001" fmla="*/ 2430 w 10133488"/>
              <a:gd name="connsiteY0-2002" fmla="*/ 5015424 h 10139742"/>
              <a:gd name="connsiteX1-2003" fmla="*/ 1897235 w 10133488"/>
              <a:gd name="connsiteY1-2004" fmla="*/ 1973361 h 10139742"/>
              <a:gd name="connsiteX2-2005" fmla="*/ 5041205 w 10133488"/>
              <a:gd name="connsiteY2-2006" fmla="*/ 264 h 10139742"/>
              <a:gd name="connsiteX3-2007" fmla="*/ 8069963 w 10133488"/>
              <a:gd name="connsiteY3-2008" fmla="*/ 1807075 h 10139742"/>
              <a:gd name="connsiteX4-2009" fmla="*/ 10102578 w 10133488"/>
              <a:gd name="connsiteY4-2010" fmla="*/ 4654536 h 10139742"/>
              <a:gd name="connsiteX5-2011" fmla="*/ 9664925 w 10133488"/>
              <a:gd name="connsiteY5-2012" fmla="*/ 6635807 h 10139742"/>
              <a:gd name="connsiteX6-2013" fmla="*/ 8263742 w 10133488"/>
              <a:gd name="connsiteY6-2014" fmla="*/ 8127755 h 10139742"/>
              <a:gd name="connsiteX7-2015" fmla="*/ 5180602 w 10133488"/>
              <a:gd name="connsiteY7-2016" fmla="*/ 10131776 h 10139742"/>
              <a:gd name="connsiteX8-2017" fmla="*/ 1871109 w 10133488"/>
              <a:gd name="connsiteY8-2018" fmla="*/ 8133929 h 10139742"/>
              <a:gd name="connsiteX9-2019" fmla="*/ 2430 w 10133488"/>
              <a:gd name="connsiteY9-2020" fmla="*/ 5015424 h 10139742"/>
              <a:gd name="connsiteX0-2021" fmla="*/ 2430 w 10133488"/>
              <a:gd name="connsiteY0-2022" fmla="*/ 5015424 h 10139776"/>
              <a:gd name="connsiteX1-2023" fmla="*/ 1897235 w 10133488"/>
              <a:gd name="connsiteY1-2024" fmla="*/ 1973361 h 10139776"/>
              <a:gd name="connsiteX2-2025" fmla="*/ 5041205 w 10133488"/>
              <a:gd name="connsiteY2-2026" fmla="*/ 264 h 10139776"/>
              <a:gd name="connsiteX3-2027" fmla="*/ 8069963 w 10133488"/>
              <a:gd name="connsiteY3-2028" fmla="*/ 1807075 h 10139776"/>
              <a:gd name="connsiteX4-2029" fmla="*/ 10102578 w 10133488"/>
              <a:gd name="connsiteY4-2030" fmla="*/ 4654536 h 10139776"/>
              <a:gd name="connsiteX5-2031" fmla="*/ 9664925 w 10133488"/>
              <a:gd name="connsiteY5-2032" fmla="*/ 6635807 h 10139776"/>
              <a:gd name="connsiteX6-2033" fmla="*/ 8263742 w 10133488"/>
              <a:gd name="connsiteY6-2034" fmla="*/ 8127755 h 10139776"/>
              <a:gd name="connsiteX7-2035" fmla="*/ 5180602 w 10133488"/>
              <a:gd name="connsiteY7-2036" fmla="*/ 10131776 h 10139776"/>
              <a:gd name="connsiteX8-2037" fmla="*/ 1871109 w 10133488"/>
              <a:gd name="connsiteY8-2038" fmla="*/ 8133929 h 10139776"/>
              <a:gd name="connsiteX9-2039" fmla="*/ 2430 w 10133488"/>
              <a:gd name="connsiteY9-2040" fmla="*/ 5015424 h 10139776"/>
              <a:gd name="connsiteX0-2041" fmla="*/ 797 w 10131855"/>
              <a:gd name="connsiteY0-2042" fmla="*/ 5015424 h 10139776"/>
              <a:gd name="connsiteX1-2043" fmla="*/ 1895602 w 10131855"/>
              <a:gd name="connsiteY1-2044" fmla="*/ 1973361 h 10139776"/>
              <a:gd name="connsiteX2-2045" fmla="*/ 5039572 w 10131855"/>
              <a:gd name="connsiteY2-2046" fmla="*/ 264 h 10139776"/>
              <a:gd name="connsiteX3-2047" fmla="*/ 8068330 w 10131855"/>
              <a:gd name="connsiteY3-2048" fmla="*/ 1807075 h 10139776"/>
              <a:gd name="connsiteX4-2049" fmla="*/ 10100945 w 10131855"/>
              <a:gd name="connsiteY4-2050" fmla="*/ 4654536 h 10139776"/>
              <a:gd name="connsiteX5-2051" fmla="*/ 9663292 w 10131855"/>
              <a:gd name="connsiteY5-2052" fmla="*/ 6635807 h 10139776"/>
              <a:gd name="connsiteX6-2053" fmla="*/ 8262109 w 10131855"/>
              <a:gd name="connsiteY6-2054" fmla="*/ 8127755 h 10139776"/>
              <a:gd name="connsiteX7-2055" fmla="*/ 5178969 w 10131855"/>
              <a:gd name="connsiteY7-2056" fmla="*/ 10131776 h 10139776"/>
              <a:gd name="connsiteX8-2057" fmla="*/ 1869476 w 10131855"/>
              <a:gd name="connsiteY8-2058" fmla="*/ 8133929 h 10139776"/>
              <a:gd name="connsiteX9-2059" fmla="*/ 797 w 10131855"/>
              <a:gd name="connsiteY9-2060" fmla="*/ 5015424 h 10139776"/>
              <a:gd name="connsiteX0-2061" fmla="*/ 797 w 10131855"/>
              <a:gd name="connsiteY0-2062" fmla="*/ 5015424 h 10139776"/>
              <a:gd name="connsiteX1-2063" fmla="*/ 1895602 w 10131855"/>
              <a:gd name="connsiteY1-2064" fmla="*/ 1973361 h 10139776"/>
              <a:gd name="connsiteX2-2065" fmla="*/ 5039572 w 10131855"/>
              <a:gd name="connsiteY2-2066" fmla="*/ 264 h 10139776"/>
              <a:gd name="connsiteX3-2067" fmla="*/ 8068330 w 10131855"/>
              <a:gd name="connsiteY3-2068" fmla="*/ 1807075 h 10139776"/>
              <a:gd name="connsiteX4-2069" fmla="*/ 10100945 w 10131855"/>
              <a:gd name="connsiteY4-2070" fmla="*/ 4654536 h 10139776"/>
              <a:gd name="connsiteX5-2071" fmla="*/ 9663292 w 10131855"/>
              <a:gd name="connsiteY5-2072" fmla="*/ 6635807 h 10139776"/>
              <a:gd name="connsiteX6-2073" fmla="*/ 8262109 w 10131855"/>
              <a:gd name="connsiteY6-2074" fmla="*/ 8127755 h 10139776"/>
              <a:gd name="connsiteX7-2075" fmla="*/ 5178969 w 10131855"/>
              <a:gd name="connsiteY7-2076" fmla="*/ 10131776 h 10139776"/>
              <a:gd name="connsiteX8-2077" fmla="*/ 1869476 w 10131855"/>
              <a:gd name="connsiteY8-2078" fmla="*/ 8133929 h 10139776"/>
              <a:gd name="connsiteX9-2079" fmla="*/ 797 w 10131855"/>
              <a:gd name="connsiteY9-2080" fmla="*/ 5015424 h 10139776"/>
              <a:gd name="connsiteX0-2081" fmla="*/ 809 w 10131867"/>
              <a:gd name="connsiteY0-2082" fmla="*/ 5015424 h 10140107"/>
              <a:gd name="connsiteX1-2083" fmla="*/ 1895614 w 10131867"/>
              <a:gd name="connsiteY1-2084" fmla="*/ 1973361 h 10140107"/>
              <a:gd name="connsiteX2-2085" fmla="*/ 5039584 w 10131867"/>
              <a:gd name="connsiteY2-2086" fmla="*/ 264 h 10140107"/>
              <a:gd name="connsiteX3-2087" fmla="*/ 8068342 w 10131867"/>
              <a:gd name="connsiteY3-2088" fmla="*/ 1807075 h 10140107"/>
              <a:gd name="connsiteX4-2089" fmla="*/ 10100957 w 10131867"/>
              <a:gd name="connsiteY4-2090" fmla="*/ 4654536 h 10140107"/>
              <a:gd name="connsiteX5-2091" fmla="*/ 9663304 w 10131867"/>
              <a:gd name="connsiteY5-2092" fmla="*/ 6635807 h 10140107"/>
              <a:gd name="connsiteX6-2093" fmla="*/ 8262121 w 10131867"/>
              <a:gd name="connsiteY6-2094" fmla="*/ 8127755 h 10140107"/>
              <a:gd name="connsiteX7-2095" fmla="*/ 5178981 w 10131867"/>
              <a:gd name="connsiteY7-2096" fmla="*/ 10131776 h 10140107"/>
              <a:gd name="connsiteX8-2097" fmla="*/ 1869488 w 10131867"/>
              <a:gd name="connsiteY8-2098" fmla="*/ 8133929 h 10140107"/>
              <a:gd name="connsiteX9-2099" fmla="*/ 809 w 10131867"/>
              <a:gd name="connsiteY9-2100" fmla="*/ 5015424 h 10140107"/>
              <a:gd name="connsiteX0-2101" fmla="*/ 189 w 10131247"/>
              <a:gd name="connsiteY0-2102" fmla="*/ 5015424 h 10140107"/>
              <a:gd name="connsiteX1-2103" fmla="*/ 1894994 w 10131247"/>
              <a:gd name="connsiteY1-2104" fmla="*/ 1973361 h 10140107"/>
              <a:gd name="connsiteX2-2105" fmla="*/ 5038964 w 10131247"/>
              <a:gd name="connsiteY2-2106" fmla="*/ 264 h 10140107"/>
              <a:gd name="connsiteX3-2107" fmla="*/ 8067722 w 10131247"/>
              <a:gd name="connsiteY3-2108" fmla="*/ 1807075 h 10140107"/>
              <a:gd name="connsiteX4-2109" fmla="*/ 10100337 w 10131247"/>
              <a:gd name="connsiteY4-2110" fmla="*/ 4654536 h 10140107"/>
              <a:gd name="connsiteX5-2111" fmla="*/ 9662684 w 10131247"/>
              <a:gd name="connsiteY5-2112" fmla="*/ 6635807 h 10140107"/>
              <a:gd name="connsiteX6-2113" fmla="*/ 8261501 w 10131247"/>
              <a:gd name="connsiteY6-2114" fmla="*/ 8127755 h 10140107"/>
              <a:gd name="connsiteX7-2115" fmla="*/ 5178361 w 10131247"/>
              <a:gd name="connsiteY7-2116" fmla="*/ 10131776 h 10140107"/>
              <a:gd name="connsiteX8-2117" fmla="*/ 1868868 w 10131247"/>
              <a:gd name="connsiteY8-2118" fmla="*/ 8133929 h 10140107"/>
              <a:gd name="connsiteX9-2119" fmla="*/ 189 w 10131247"/>
              <a:gd name="connsiteY9-2120" fmla="*/ 5015424 h 10140107"/>
              <a:gd name="connsiteX0-2121" fmla="*/ 349 w 10131407"/>
              <a:gd name="connsiteY0-2122" fmla="*/ 5015424 h 10140107"/>
              <a:gd name="connsiteX1-2123" fmla="*/ 1895154 w 10131407"/>
              <a:gd name="connsiteY1-2124" fmla="*/ 1973361 h 10140107"/>
              <a:gd name="connsiteX2-2125" fmla="*/ 5039124 w 10131407"/>
              <a:gd name="connsiteY2-2126" fmla="*/ 264 h 10140107"/>
              <a:gd name="connsiteX3-2127" fmla="*/ 8067882 w 10131407"/>
              <a:gd name="connsiteY3-2128" fmla="*/ 1807075 h 10140107"/>
              <a:gd name="connsiteX4-2129" fmla="*/ 10100497 w 10131407"/>
              <a:gd name="connsiteY4-2130" fmla="*/ 4654536 h 10140107"/>
              <a:gd name="connsiteX5-2131" fmla="*/ 9662844 w 10131407"/>
              <a:gd name="connsiteY5-2132" fmla="*/ 6635807 h 10140107"/>
              <a:gd name="connsiteX6-2133" fmla="*/ 8261661 w 10131407"/>
              <a:gd name="connsiteY6-2134" fmla="*/ 8127755 h 10140107"/>
              <a:gd name="connsiteX7-2135" fmla="*/ 5178521 w 10131407"/>
              <a:gd name="connsiteY7-2136" fmla="*/ 10131776 h 10140107"/>
              <a:gd name="connsiteX8-2137" fmla="*/ 1869028 w 10131407"/>
              <a:gd name="connsiteY8-2138" fmla="*/ 8133929 h 10140107"/>
              <a:gd name="connsiteX9-2139" fmla="*/ 349 w 10131407"/>
              <a:gd name="connsiteY9-2140" fmla="*/ 5015424 h 10140107"/>
              <a:gd name="connsiteX0-2141" fmla="*/ 354 w 10131412"/>
              <a:gd name="connsiteY0-2142" fmla="*/ 5015424 h 10139997"/>
              <a:gd name="connsiteX1-2143" fmla="*/ 1895159 w 10131412"/>
              <a:gd name="connsiteY1-2144" fmla="*/ 1973361 h 10139997"/>
              <a:gd name="connsiteX2-2145" fmla="*/ 5039129 w 10131412"/>
              <a:gd name="connsiteY2-2146" fmla="*/ 264 h 10139997"/>
              <a:gd name="connsiteX3-2147" fmla="*/ 8067887 w 10131412"/>
              <a:gd name="connsiteY3-2148" fmla="*/ 1807075 h 10139997"/>
              <a:gd name="connsiteX4-2149" fmla="*/ 10100502 w 10131412"/>
              <a:gd name="connsiteY4-2150" fmla="*/ 4654536 h 10139997"/>
              <a:gd name="connsiteX5-2151" fmla="*/ 9662849 w 10131412"/>
              <a:gd name="connsiteY5-2152" fmla="*/ 6635807 h 10139997"/>
              <a:gd name="connsiteX6-2153" fmla="*/ 8261666 w 10131412"/>
              <a:gd name="connsiteY6-2154" fmla="*/ 8127755 h 10139997"/>
              <a:gd name="connsiteX7-2155" fmla="*/ 5178526 w 10131412"/>
              <a:gd name="connsiteY7-2156" fmla="*/ 10131776 h 10139997"/>
              <a:gd name="connsiteX8-2157" fmla="*/ 1869033 w 10131412"/>
              <a:gd name="connsiteY8-2158" fmla="*/ 8133929 h 10139997"/>
              <a:gd name="connsiteX9-2159" fmla="*/ 354 w 10131412"/>
              <a:gd name="connsiteY9-2160" fmla="*/ 5015424 h 10139997"/>
              <a:gd name="connsiteX0-2161" fmla="*/ 354 w 10131412"/>
              <a:gd name="connsiteY0-2162" fmla="*/ 5015424 h 10131802"/>
              <a:gd name="connsiteX1-2163" fmla="*/ 1895159 w 10131412"/>
              <a:gd name="connsiteY1-2164" fmla="*/ 1973361 h 10131802"/>
              <a:gd name="connsiteX2-2165" fmla="*/ 5039129 w 10131412"/>
              <a:gd name="connsiteY2-2166" fmla="*/ 264 h 10131802"/>
              <a:gd name="connsiteX3-2167" fmla="*/ 8067887 w 10131412"/>
              <a:gd name="connsiteY3-2168" fmla="*/ 1807075 h 10131802"/>
              <a:gd name="connsiteX4-2169" fmla="*/ 10100502 w 10131412"/>
              <a:gd name="connsiteY4-2170" fmla="*/ 4654536 h 10131802"/>
              <a:gd name="connsiteX5-2171" fmla="*/ 9662849 w 10131412"/>
              <a:gd name="connsiteY5-2172" fmla="*/ 6635807 h 10131802"/>
              <a:gd name="connsiteX6-2173" fmla="*/ 8261666 w 10131412"/>
              <a:gd name="connsiteY6-2174" fmla="*/ 8127755 h 10131802"/>
              <a:gd name="connsiteX7-2175" fmla="*/ 5178526 w 10131412"/>
              <a:gd name="connsiteY7-2176" fmla="*/ 10131776 h 10131802"/>
              <a:gd name="connsiteX8-2177" fmla="*/ 1869033 w 10131412"/>
              <a:gd name="connsiteY8-2178" fmla="*/ 8133929 h 10131802"/>
              <a:gd name="connsiteX9-2179" fmla="*/ 354 w 10131412"/>
              <a:gd name="connsiteY9-2180" fmla="*/ 5015424 h 10131802"/>
              <a:gd name="connsiteX0-2181" fmla="*/ 354 w 10130848"/>
              <a:gd name="connsiteY0-2182" fmla="*/ 5015424 h 10131802"/>
              <a:gd name="connsiteX1-2183" fmla="*/ 1895159 w 10130848"/>
              <a:gd name="connsiteY1-2184" fmla="*/ 1973361 h 10131802"/>
              <a:gd name="connsiteX2-2185" fmla="*/ 5039129 w 10130848"/>
              <a:gd name="connsiteY2-2186" fmla="*/ 264 h 10131802"/>
              <a:gd name="connsiteX3-2187" fmla="*/ 8067887 w 10130848"/>
              <a:gd name="connsiteY3-2188" fmla="*/ 1807075 h 10131802"/>
              <a:gd name="connsiteX4-2189" fmla="*/ 10100502 w 10130848"/>
              <a:gd name="connsiteY4-2190" fmla="*/ 4654536 h 10131802"/>
              <a:gd name="connsiteX5-2191" fmla="*/ 9662849 w 10130848"/>
              <a:gd name="connsiteY5-2192" fmla="*/ 6635807 h 10131802"/>
              <a:gd name="connsiteX6-2193" fmla="*/ 8279860 w 10130848"/>
              <a:gd name="connsiteY6-2194" fmla="*/ 8139865 h 10131802"/>
              <a:gd name="connsiteX7-2195" fmla="*/ 5178526 w 10130848"/>
              <a:gd name="connsiteY7-2196" fmla="*/ 10131776 h 10131802"/>
              <a:gd name="connsiteX8-2197" fmla="*/ 1869033 w 10130848"/>
              <a:gd name="connsiteY8-2198" fmla="*/ 8133929 h 10131802"/>
              <a:gd name="connsiteX9-2199" fmla="*/ 354 w 10130848"/>
              <a:gd name="connsiteY9-2200" fmla="*/ 5015424 h 10131802"/>
              <a:gd name="connsiteX0-2201" fmla="*/ 354 w 10130848"/>
              <a:gd name="connsiteY0-2202" fmla="*/ 5015424 h 10136015"/>
              <a:gd name="connsiteX1-2203" fmla="*/ 1895159 w 10130848"/>
              <a:gd name="connsiteY1-2204" fmla="*/ 1973361 h 10136015"/>
              <a:gd name="connsiteX2-2205" fmla="*/ 5039129 w 10130848"/>
              <a:gd name="connsiteY2-2206" fmla="*/ 264 h 10136015"/>
              <a:gd name="connsiteX3-2207" fmla="*/ 8067887 w 10130848"/>
              <a:gd name="connsiteY3-2208" fmla="*/ 1807075 h 10136015"/>
              <a:gd name="connsiteX4-2209" fmla="*/ 10100502 w 10130848"/>
              <a:gd name="connsiteY4-2210" fmla="*/ 4654536 h 10136015"/>
              <a:gd name="connsiteX5-2211" fmla="*/ 9662849 w 10130848"/>
              <a:gd name="connsiteY5-2212" fmla="*/ 6635807 h 10136015"/>
              <a:gd name="connsiteX6-2213" fmla="*/ 8279860 w 10130848"/>
              <a:gd name="connsiteY6-2214" fmla="*/ 8139865 h 10136015"/>
              <a:gd name="connsiteX7-2215" fmla="*/ 5178526 w 10130848"/>
              <a:gd name="connsiteY7-2216" fmla="*/ 10131776 h 10136015"/>
              <a:gd name="connsiteX8-2217" fmla="*/ 1869033 w 10130848"/>
              <a:gd name="connsiteY8-2218" fmla="*/ 8133929 h 10136015"/>
              <a:gd name="connsiteX9-2219" fmla="*/ 354 w 10130848"/>
              <a:gd name="connsiteY9-2220" fmla="*/ 5015424 h 10136015"/>
              <a:gd name="connsiteX0-2221" fmla="*/ 390 w 10130884"/>
              <a:gd name="connsiteY0-2222" fmla="*/ 5015424 h 10136191"/>
              <a:gd name="connsiteX1-2223" fmla="*/ 1895195 w 10130884"/>
              <a:gd name="connsiteY1-2224" fmla="*/ 1973361 h 10136191"/>
              <a:gd name="connsiteX2-2225" fmla="*/ 5039165 w 10130884"/>
              <a:gd name="connsiteY2-2226" fmla="*/ 264 h 10136191"/>
              <a:gd name="connsiteX3-2227" fmla="*/ 8067923 w 10130884"/>
              <a:gd name="connsiteY3-2228" fmla="*/ 1807075 h 10136191"/>
              <a:gd name="connsiteX4-2229" fmla="*/ 10100538 w 10130884"/>
              <a:gd name="connsiteY4-2230" fmla="*/ 4654536 h 10136191"/>
              <a:gd name="connsiteX5-2231" fmla="*/ 9662885 w 10130884"/>
              <a:gd name="connsiteY5-2232" fmla="*/ 6635807 h 10136191"/>
              <a:gd name="connsiteX6-2233" fmla="*/ 8279896 w 10130884"/>
              <a:gd name="connsiteY6-2234" fmla="*/ 8139865 h 10136191"/>
              <a:gd name="connsiteX7-2235" fmla="*/ 5178562 w 10130884"/>
              <a:gd name="connsiteY7-2236" fmla="*/ 10131776 h 10136191"/>
              <a:gd name="connsiteX8-2237" fmla="*/ 1869069 w 10130884"/>
              <a:gd name="connsiteY8-2238" fmla="*/ 8133929 h 10136191"/>
              <a:gd name="connsiteX9-2239" fmla="*/ 390 w 10130884"/>
              <a:gd name="connsiteY9-2240" fmla="*/ 5015424 h 10136191"/>
              <a:gd name="connsiteX0-2241" fmla="*/ 390 w 10191597"/>
              <a:gd name="connsiteY0-2242" fmla="*/ 5015424 h 10136191"/>
              <a:gd name="connsiteX1-2243" fmla="*/ 1895195 w 10191597"/>
              <a:gd name="connsiteY1-2244" fmla="*/ 1973361 h 10136191"/>
              <a:gd name="connsiteX2-2245" fmla="*/ 5039165 w 10191597"/>
              <a:gd name="connsiteY2-2246" fmla="*/ 264 h 10136191"/>
              <a:gd name="connsiteX3-2247" fmla="*/ 8067923 w 10191597"/>
              <a:gd name="connsiteY3-2248" fmla="*/ 1807075 h 10136191"/>
              <a:gd name="connsiteX4-2249" fmla="*/ 10100538 w 10191597"/>
              <a:gd name="connsiteY4-2250" fmla="*/ 4654536 h 10136191"/>
              <a:gd name="connsiteX5-2251" fmla="*/ 9682369 w 10191597"/>
              <a:gd name="connsiteY5-2252" fmla="*/ 6642291 h 10136191"/>
              <a:gd name="connsiteX6-2253" fmla="*/ 8279896 w 10191597"/>
              <a:gd name="connsiteY6-2254" fmla="*/ 8139865 h 10136191"/>
              <a:gd name="connsiteX7-2255" fmla="*/ 5178562 w 10191597"/>
              <a:gd name="connsiteY7-2256" fmla="*/ 10131776 h 10136191"/>
              <a:gd name="connsiteX8-2257" fmla="*/ 1869069 w 10191597"/>
              <a:gd name="connsiteY8-2258" fmla="*/ 8133929 h 10136191"/>
              <a:gd name="connsiteX9-2259" fmla="*/ 390 w 10191597"/>
              <a:gd name="connsiteY9-2260" fmla="*/ 5015424 h 10136191"/>
              <a:gd name="connsiteX0-2261" fmla="*/ 390 w 10201626"/>
              <a:gd name="connsiteY0-2262" fmla="*/ 5015424 h 10136191"/>
              <a:gd name="connsiteX1-2263" fmla="*/ 1895195 w 10201626"/>
              <a:gd name="connsiteY1-2264" fmla="*/ 1973361 h 10136191"/>
              <a:gd name="connsiteX2-2265" fmla="*/ 5039165 w 10201626"/>
              <a:gd name="connsiteY2-2266" fmla="*/ 264 h 10136191"/>
              <a:gd name="connsiteX3-2267" fmla="*/ 8067923 w 10201626"/>
              <a:gd name="connsiteY3-2268" fmla="*/ 1807075 h 10136191"/>
              <a:gd name="connsiteX4-2269" fmla="*/ 10100538 w 10201626"/>
              <a:gd name="connsiteY4-2270" fmla="*/ 4654536 h 10136191"/>
              <a:gd name="connsiteX5-2271" fmla="*/ 9682369 w 10201626"/>
              <a:gd name="connsiteY5-2272" fmla="*/ 6642291 h 10136191"/>
              <a:gd name="connsiteX6-2273" fmla="*/ 8279896 w 10201626"/>
              <a:gd name="connsiteY6-2274" fmla="*/ 8139865 h 10136191"/>
              <a:gd name="connsiteX7-2275" fmla="*/ 5178562 w 10201626"/>
              <a:gd name="connsiteY7-2276" fmla="*/ 10131776 h 10136191"/>
              <a:gd name="connsiteX8-2277" fmla="*/ 1869069 w 10201626"/>
              <a:gd name="connsiteY8-2278" fmla="*/ 8133929 h 10136191"/>
              <a:gd name="connsiteX9-2279" fmla="*/ 390 w 10201626"/>
              <a:gd name="connsiteY9-2280" fmla="*/ 5015424 h 10136191"/>
              <a:gd name="connsiteX0-2281" fmla="*/ 390 w 10106208"/>
              <a:gd name="connsiteY0-2282" fmla="*/ 5015424 h 10136191"/>
              <a:gd name="connsiteX1-2283" fmla="*/ 1895195 w 10106208"/>
              <a:gd name="connsiteY1-2284" fmla="*/ 1973361 h 10136191"/>
              <a:gd name="connsiteX2-2285" fmla="*/ 5039165 w 10106208"/>
              <a:gd name="connsiteY2-2286" fmla="*/ 264 h 10136191"/>
              <a:gd name="connsiteX3-2287" fmla="*/ 8067923 w 10106208"/>
              <a:gd name="connsiteY3-2288" fmla="*/ 1807075 h 10136191"/>
              <a:gd name="connsiteX4-2289" fmla="*/ 10100538 w 10106208"/>
              <a:gd name="connsiteY4-2290" fmla="*/ 4654536 h 10136191"/>
              <a:gd name="connsiteX5-2291" fmla="*/ 9682369 w 10106208"/>
              <a:gd name="connsiteY5-2292" fmla="*/ 6642291 h 10136191"/>
              <a:gd name="connsiteX6-2293" fmla="*/ 8279896 w 10106208"/>
              <a:gd name="connsiteY6-2294" fmla="*/ 8139865 h 10136191"/>
              <a:gd name="connsiteX7-2295" fmla="*/ 5178562 w 10106208"/>
              <a:gd name="connsiteY7-2296" fmla="*/ 10131776 h 10136191"/>
              <a:gd name="connsiteX8-2297" fmla="*/ 1869069 w 10106208"/>
              <a:gd name="connsiteY8-2298" fmla="*/ 8133929 h 10136191"/>
              <a:gd name="connsiteX9-2299" fmla="*/ 390 w 10106208"/>
              <a:gd name="connsiteY9-2300" fmla="*/ 5015424 h 10136191"/>
              <a:gd name="connsiteX0-2301" fmla="*/ 390 w 10148981"/>
              <a:gd name="connsiteY0-2302" fmla="*/ 5015424 h 10136191"/>
              <a:gd name="connsiteX1-2303" fmla="*/ 1895195 w 10148981"/>
              <a:gd name="connsiteY1-2304" fmla="*/ 1973361 h 10136191"/>
              <a:gd name="connsiteX2-2305" fmla="*/ 5039165 w 10148981"/>
              <a:gd name="connsiteY2-2306" fmla="*/ 264 h 10136191"/>
              <a:gd name="connsiteX3-2307" fmla="*/ 8067923 w 10148981"/>
              <a:gd name="connsiteY3-2308" fmla="*/ 1807075 h 10136191"/>
              <a:gd name="connsiteX4-2309" fmla="*/ 10146000 w 10148981"/>
              <a:gd name="connsiteY4-2310" fmla="*/ 4913898 h 10136191"/>
              <a:gd name="connsiteX5-2311" fmla="*/ 9682369 w 10148981"/>
              <a:gd name="connsiteY5-2312" fmla="*/ 6642291 h 10136191"/>
              <a:gd name="connsiteX6-2313" fmla="*/ 8279896 w 10148981"/>
              <a:gd name="connsiteY6-2314" fmla="*/ 8139865 h 10136191"/>
              <a:gd name="connsiteX7-2315" fmla="*/ 5178562 w 10148981"/>
              <a:gd name="connsiteY7-2316" fmla="*/ 10131776 h 10136191"/>
              <a:gd name="connsiteX8-2317" fmla="*/ 1869069 w 10148981"/>
              <a:gd name="connsiteY8-2318" fmla="*/ 8133929 h 10136191"/>
              <a:gd name="connsiteX9-2319" fmla="*/ 390 w 10148981"/>
              <a:gd name="connsiteY9-2320" fmla="*/ 5015424 h 10136191"/>
              <a:gd name="connsiteX0-2321" fmla="*/ 390 w 10146062"/>
              <a:gd name="connsiteY0-2322" fmla="*/ 5015424 h 10136191"/>
              <a:gd name="connsiteX1-2323" fmla="*/ 1895195 w 10146062"/>
              <a:gd name="connsiteY1-2324" fmla="*/ 1973361 h 10136191"/>
              <a:gd name="connsiteX2-2325" fmla="*/ 5039165 w 10146062"/>
              <a:gd name="connsiteY2-2326" fmla="*/ 264 h 10136191"/>
              <a:gd name="connsiteX3-2327" fmla="*/ 8067923 w 10146062"/>
              <a:gd name="connsiteY3-2328" fmla="*/ 1807075 h 10136191"/>
              <a:gd name="connsiteX4-2329" fmla="*/ 10146000 w 10146062"/>
              <a:gd name="connsiteY4-2330" fmla="*/ 4913898 h 10136191"/>
              <a:gd name="connsiteX5-2331" fmla="*/ 9682369 w 10146062"/>
              <a:gd name="connsiteY5-2332" fmla="*/ 6642291 h 10136191"/>
              <a:gd name="connsiteX6-2333" fmla="*/ 8279896 w 10146062"/>
              <a:gd name="connsiteY6-2334" fmla="*/ 8139865 h 10136191"/>
              <a:gd name="connsiteX7-2335" fmla="*/ 5178562 w 10146062"/>
              <a:gd name="connsiteY7-2336" fmla="*/ 10131776 h 10136191"/>
              <a:gd name="connsiteX8-2337" fmla="*/ 1869069 w 10146062"/>
              <a:gd name="connsiteY8-2338" fmla="*/ 8133929 h 10136191"/>
              <a:gd name="connsiteX9-2339" fmla="*/ 390 w 10146062"/>
              <a:gd name="connsiteY9-2340" fmla="*/ 5015424 h 10136191"/>
              <a:gd name="connsiteX0-2341" fmla="*/ 390 w 10146514"/>
              <a:gd name="connsiteY0-2342" fmla="*/ 5015424 h 10136191"/>
              <a:gd name="connsiteX1-2343" fmla="*/ 1895195 w 10146514"/>
              <a:gd name="connsiteY1-2344" fmla="*/ 1973361 h 10136191"/>
              <a:gd name="connsiteX2-2345" fmla="*/ 5039165 w 10146514"/>
              <a:gd name="connsiteY2-2346" fmla="*/ 264 h 10136191"/>
              <a:gd name="connsiteX3-2347" fmla="*/ 8067923 w 10146514"/>
              <a:gd name="connsiteY3-2348" fmla="*/ 1807075 h 10136191"/>
              <a:gd name="connsiteX4-2349" fmla="*/ 10146000 w 10146514"/>
              <a:gd name="connsiteY4-2350" fmla="*/ 4913898 h 10136191"/>
              <a:gd name="connsiteX5-2351" fmla="*/ 9682369 w 10146514"/>
              <a:gd name="connsiteY5-2352" fmla="*/ 6642291 h 10136191"/>
              <a:gd name="connsiteX6-2353" fmla="*/ 8279896 w 10146514"/>
              <a:gd name="connsiteY6-2354" fmla="*/ 8139865 h 10136191"/>
              <a:gd name="connsiteX7-2355" fmla="*/ 5178562 w 10146514"/>
              <a:gd name="connsiteY7-2356" fmla="*/ 10131776 h 10136191"/>
              <a:gd name="connsiteX8-2357" fmla="*/ 1869069 w 10146514"/>
              <a:gd name="connsiteY8-2358" fmla="*/ 8133929 h 10136191"/>
              <a:gd name="connsiteX9-2359" fmla="*/ 390 w 10146514"/>
              <a:gd name="connsiteY9-2360" fmla="*/ 5015424 h 10136191"/>
              <a:gd name="connsiteX0-2361" fmla="*/ 390 w 10146062"/>
              <a:gd name="connsiteY0-2362" fmla="*/ 5015424 h 10136191"/>
              <a:gd name="connsiteX1-2363" fmla="*/ 1895195 w 10146062"/>
              <a:gd name="connsiteY1-2364" fmla="*/ 1973361 h 10136191"/>
              <a:gd name="connsiteX2-2365" fmla="*/ 5039165 w 10146062"/>
              <a:gd name="connsiteY2-2366" fmla="*/ 264 h 10136191"/>
              <a:gd name="connsiteX3-2367" fmla="*/ 8067923 w 10146062"/>
              <a:gd name="connsiteY3-2368" fmla="*/ 1807075 h 10136191"/>
              <a:gd name="connsiteX4-2369" fmla="*/ 10146000 w 10146062"/>
              <a:gd name="connsiteY4-2370" fmla="*/ 4913898 h 10136191"/>
              <a:gd name="connsiteX5-2371" fmla="*/ 9682369 w 10146062"/>
              <a:gd name="connsiteY5-2372" fmla="*/ 6642291 h 10136191"/>
              <a:gd name="connsiteX6-2373" fmla="*/ 8279896 w 10146062"/>
              <a:gd name="connsiteY6-2374" fmla="*/ 8139865 h 10136191"/>
              <a:gd name="connsiteX7-2375" fmla="*/ 5178562 w 10146062"/>
              <a:gd name="connsiteY7-2376" fmla="*/ 10131776 h 10136191"/>
              <a:gd name="connsiteX8-2377" fmla="*/ 1869069 w 10146062"/>
              <a:gd name="connsiteY8-2378" fmla="*/ 8133929 h 10136191"/>
              <a:gd name="connsiteX9-2379" fmla="*/ 390 w 10146062"/>
              <a:gd name="connsiteY9-2380" fmla="*/ 5015424 h 10136191"/>
              <a:gd name="connsiteX0-2381" fmla="*/ 390 w 10146062"/>
              <a:gd name="connsiteY0-2382" fmla="*/ 5015424 h 10136191"/>
              <a:gd name="connsiteX1-2383" fmla="*/ 1895195 w 10146062"/>
              <a:gd name="connsiteY1-2384" fmla="*/ 1973361 h 10136191"/>
              <a:gd name="connsiteX2-2385" fmla="*/ 5039165 w 10146062"/>
              <a:gd name="connsiteY2-2386" fmla="*/ 264 h 10136191"/>
              <a:gd name="connsiteX3-2387" fmla="*/ 8067923 w 10146062"/>
              <a:gd name="connsiteY3-2388" fmla="*/ 1807075 h 10136191"/>
              <a:gd name="connsiteX4-2389" fmla="*/ 10146000 w 10146062"/>
              <a:gd name="connsiteY4-2390" fmla="*/ 4913898 h 10136191"/>
              <a:gd name="connsiteX5-2391" fmla="*/ 9682369 w 10146062"/>
              <a:gd name="connsiteY5-2392" fmla="*/ 6642291 h 10136191"/>
              <a:gd name="connsiteX6-2393" fmla="*/ 8279896 w 10146062"/>
              <a:gd name="connsiteY6-2394" fmla="*/ 8139865 h 10136191"/>
              <a:gd name="connsiteX7-2395" fmla="*/ 5178562 w 10146062"/>
              <a:gd name="connsiteY7-2396" fmla="*/ 10131776 h 10136191"/>
              <a:gd name="connsiteX8-2397" fmla="*/ 1869069 w 10146062"/>
              <a:gd name="connsiteY8-2398" fmla="*/ 8133929 h 10136191"/>
              <a:gd name="connsiteX9-2399" fmla="*/ 390 w 10146062"/>
              <a:gd name="connsiteY9-2400" fmla="*/ 5015424 h 10136191"/>
              <a:gd name="connsiteX0-2401" fmla="*/ 390 w 10146020"/>
              <a:gd name="connsiteY0-2402" fmla="*/ 5015424 h 10136191"/>
              <a:gd name="connsiteX1-2403" fmla="*/ 1895195 w 10146020"/>
              <a:gd name="connsiteY1-2404" fmla="*/ 1973361 h 10136191"/>
              <a:gd name="connsiteX2-2405" fmla="*/ 5039165 w 10146020"/>
              <a:gd name="connsiteY2-2406" fmla="*/ 264 h 10136191"/>
              <a:gd name="connsiteX3-2407" fmla="*/ 8067923 w 10146020"/>
              <a:gd name="connsiteY3-2408" fmla="*/ 1807075 h 10136191"/>
              <a:gd name="connsiteX4-2409" fmla="*/ 10146000 w 10146020"/>
              <a:gd name="connsiteY4-2410" fmla="*/ 4913898 h 10136191"/>
              <a:gd name="connsiteX5-2411" fmla="*/ 9682369 w 10146020"/>
              <a:gd name="connsiteY5-2412" fmla="*/ 6642291 h 10136191"/>
              <a:gd name="connsiteX6-2413" fmla="*/ 8279896 w 10146020"/>
              <a:gd name="connsiteY6-2414" fmla="*/ 8139865 h 10136191"/>
              <a:gd name="connsiteX7-2415" fmla="*/ 5178562 w 10146020"/>
              <a:gd name="connsiteY7-2416" fmla="*/ 10131776 h 10136191"/>
              <a:gd name="connsiteX8-2417" fmla="*/ 1869069 w 10146020"/>
              <a:gd name="connsiteY8-2418" fmla="*/ 8133929 h 10136191"/>
              <a:gd name="connsiteX9-2419" fmla="*/ 390 w 10146020"/>
              <a:gd name="connsiteY9-2420" fmla="*/ 5015424 h 10136191"/>
              <a:gd name="connsiteX0-2421" fmla="*/ 390 w 10146020"/>
              <a:gd name="connsiteY0-2422" fmla="*/ 5015424 h 10136191"/>
              <a:gd name="connsiteX1-2423" fmla="*/ 1895195 w 10146020"/>
              <a:gd name="connsiteY1-2424" fmla="*/ 1973361 h 10136191"/>
              <a:gd name="connsiteX2-2425" fmla="*/ 5039165 w 10146020"/>
              <a:gd name="connsiteY2-2426" fmla="*/ 264 h 10136191"/>
              <a:gd name="connsiteX3-2427" fmla="*/ 8067923 w 10146020"/>
              <a:gd name="connsiteY3-2428" fmla="*/ 1807075 h 10136191"/>
              <a:gd name="connsiteX4-2429" fmla="*/ 10146000 w 10146020"/>
              <a:gd name="connsiteY4-2430" fmla="*/ 4913898 h 10136191"/>
              <a:gd name="connsiteX5-2431" fmla="*/ 9682369 w 10146020"/>
              <a:gd name="connsiteY5-2432" fmla="*/ 6642291 h 10136191"/>
              <a:gd name="connsiteX6-2433" fmla="*/ 8279896 w 10146020"/>
              <a:gd name="connsiteY6-2434" fmla="*/ 8139865 h 10136191"/>
              <a:gd name="connsiteX7-2435" fmla="*/ 5178562 w 10146020"/>
              <a:gd name="connsiteY7-2436" fmla="*/ 10131776 h 10136191"/>
              <a:gd name="connsiteX8-2437" fmla="*/ 1869069 w 10146020"/>
              <a:gd name="connsiteY8-2438" fmla="*/ 8133929 h 10136191"/>
              <a:gd name="connsiteX9-2439" fmla="*/ 390 w 10146020"/>
              <a:gd name="connsiteY9-2440" fmla="*/ 5015424 h 10136191"/>
              <a:gd name="connsiteX0-2441" fmla="*/ 390 w 10146062"/>
              <a:gd name="connsiteY0-2442" fmla="*/ 5015424 h 10136191"/>
              <a:gd name="connsiteX1-2443" fmla="*/ 1895195 w 10146062"/>
              <a:gd name="connsiteY1-2444" fmla="*/ 1973361 h 10136191"/>
              <a:gd name="connsiteX2-2445" fmla="*/ 5039165 w 10146062"/>
              <a:gd name="connsiteY2-2446" fmla="*/ 264 h 10136191"/>
              <a:gd name="connsiteX3-2447" fmla="*/ 8067923 w 10146062"/>
              <a:gd name="connsiteY3-2448" fmla="*/ 1807075 h 10136191"/>
              <a:gd name="connsiteX4-2449" fmla="*/ 10146000 w 10146062"/>
              <a:gd name="connsiteY4-2450" fmla="*/ 4913898 h 10136191"/>
              <a:gd name="connsiteX5-2451" fmla="*/ 9682369 w 10146062"/>
              <a:gd name="connsiteY5-2452" fmla="*/ 6642291 h 10136191"/>
              <a:gd name="connsiteX6-2453" fmla="*/ 8279896 w 10146062"/>
              <a:gd name="connsiteY6-2454" fmla="*/ 8139865 h 10136191"/>
              <a:gd name="connsiteX7-2455" fmla="*/ 5178562 w 10146062"/>
              <a:gd name="connsiteY7-2456" fmla="*/ 10131776 h 10136191"/>
              <a:gd name="connsiteX8-2457" fmla="*/ 1869069 w 10146062"/>
              <a:gd name="connsiteY8-2458" fmla="*/ 8133929 h 10136191"/>
              <a:gd name="connsiteX9-2459" fmla="*/ 390 w 10146062"/>
              <a:gd name="connsiteY9-2460" fmla="*/ 5015424 h 10136191"/>
              <a:gd name="connsiteX0-2461" fmla="*/ 390 w 10218833"/>
              <a:gd name="connsiteY0-2462" fmla="*/ 5015747 h 10136514"/>
              <a:gd name="connsiteX1-2463" fmla="*/ 1895195 w 10218833"/>
              <a:gd name="connsiteY1-2464" fmla="*/ 1973684 h 10136514"/>
              <a:gd name="connsiteX2-2465" fmla="*/ 5039165 w 10218833"/>
              <a:gd name="connsiteY2-2466" fmla="*/ 587 h 10136514"/>
              <a:gd name="connsiteX3-2467" fmla="*/ 8074417 w 10218833"/>
              <a:gd name="connsiteY3-2468" fmla="*/ 1787947 h 10136514"/>
              <a:gd name="connsiteX4-2469" fmla="*/ 10146000 w 10218833"/>
              <a:gd name="connsiteY4-2470" fmla="*/ 4914221 h 10136514"/>
              <a:gd name="connsiteX5-2471" fmla="*/ 9682369 w 10218833"/>
              <a:gd name="connsiteY5-2472" fmla="*/ 6642614 h 10136514"/>
              <a:gd name="connsiteX6-2473" fmla="*/ 8279896 w 10218833"/>
              <a:gd name="connsiteY6-2474" fmla="*/ 8140188 h 10136514"/>
              <a:gd name="connsiteX7-2475" fmla="*/ 5178562 w 10218833"/>
              <a:gd name="connsiteY7-2476" fmla="*/ 10132099 h 10136514"/>
              <a:gd name="connsiteX8-2477" fmla="*/ 1869069 w 10218833"/>
              <a:gd name="connsiteY8-2478" fmla="*/ 8134252 h 10136514"/>
              <a:gd name="connsiteX9-2479" fmla="*/ 390 w 10218833"/>
              <a:gd name="connsiteY9-2480" fmla="*/ 5015747 h 10136514"/>
              <a:gd name="connsiteX0-2481" fmla="*/ 390 w 10218833"/>
              <a:gd name="connsiteY0-2482" fmla="*/ 5015825 h 10136592"/>
              <a:gd name="connsiteX1-2483" fmla="*/ 1895195 w 10218833"/>
              <a:gd name="connsiteY1-2484" fmla="*/ 1973762 h 10136592"/>
              <a:gd name="connsiteX2-2485" fmla="*/ 5039165 w 10218833"/>
              <a:gd name="connsiteY2-2486" fmla="*/ 665 h 10136592"/>
              <a:gd name="connsiteX3-2487" fmla="*/ 8074417 w 10218833"/>
              <a:gd name="connsiteY3-2488" fmla="*/ 1788025 h 10136592"/>
              <a:gd name="connsiteX4-2489" fmla="*/ 10146000 w 10218833"/>
              <a:gd name="connsiteY4-2490" fmla="*/ 4914299 h 10136592"/>
              <a:gd name="connsiteX5-2491" fmla="*/ 9682369 w 10218833"/>
              <a:gd name="connsiteY5-2492" fmla="*/ 6642692 h 10136592"/>
              <a:gd name="connsiteX6-2493" fmla="*/ 8279896 w 10218833"/>
              <a:gd name="connsiteY6-2494" fmla="*/ 8140266 h 10136592"/>
              <a:gd name="connsiteX7-2495" fmla="*/ 5178562 w 10218833"/>
              <a:gd name="connsiteY7-2496" fmla="*/ 10132177 h 10136592"/>
              <a:gd name="connsiteX8-2497" fmla="*/ 1869069 w 10218833"/>
              <a:gd name="connsiteY8-2498" fmla="*/ 8134330 h 10136592"/>
              <a:gd name="connsiteX9-2499" fmla="*/ 390 w 10218833"/>
              <a:gd name="connsiteY9-2500" fmla="*/ 5015825 h 10136592"/>
              <a:gd name="connsiteX0-2501" fmla="*/ 390 w 10218833"/>
              <a:gd name="connsiteY0-2502" fmla="*/ 5015179 h 10135946"/>
              <a:gd name="connsiteX1-2503" fmla="*/ 1895195 w 10218833"/>
              <a:gd name="connsiteY1-2504" fmla="*/ 1973116 h 10135946"/>
              <a:gd name="connsiteX2-2505" fmla="*/ 5039165 w 10218833"/>
              <a:gd name="connsiteY2-2506" fmla="*/ 19 h 10135946"/>
              <a:gd name="connsiteX3-2507" fmla="*/ 8074417 w 10218833"/>
              <a:gd name="connsiteY3-2508" fmla="*/ 1787379 h 10135946"/>
              <a:gd name="connsiteX4-2509" fmla="*/ 10146000 w 10218833"/>
              <a:gd name="connsiteY4-2510" fmla="*/ 4913653 h 10135946"/>
              <a:gd name="connsiteX5-2511" fmla="*/ 9682369 w 10218833"/>
              <a:gd name="connsiteY5-2512" fmla="*/ 6642046 h 10135946"/>
              <a:gd name="connsiteX6-2513" fmla="*/ 8279896 w 10218833"/>
              <a:gd name="connsiteY6-2514" fmla="*/ 8139620 h 10135946"/>
              <a:gd name="connsiteX7-2515" fmla="*/ 5178562 w 10218833"/>
              <a:gd name="connsiteY7-2516" fmla="*/ 10131531 h 10135946"/>
              <a:gd name="connsiteX8-2517" fmla="*/ 1869069 w 10218833"/>
              <a:gd name="connsiteY8-2518" fmla="*/ 8133684 h 10135946"/>
              <a:gd name="connsiteX9-2519" fmla="*/ 390 w 10218833"/>
              <a:gd name="connsiteY9-2520" fmla="*/ 5015179 h 10135946"/>
              <a:gd name="connsiteX0-2521" fmla="*/ 390 w 10218833"/>
              <a:gd name="connsiteY0-2522" fmla="*/ 5015637 h 10136404"/>
              <a:gd name="connsiteX1-2523" fmla="*/ 1895195 w 10218833"/>
              <a:gd name="connsiteY1-2524" fmla="*/ 1973574 h 10136404"/>
              <a:gd name="connsiteX2-2525" fmla="*/ 5039165 w 10218833"/>
              <a:gd name="connsiteY2-2526" fmla="*/ 477 h 10136404"/>
              <a:gd name="connsiteX3-2527" fmla="*/ 8074417 w 10218833"/>
              <a:gd name="connsiteY3-2528" fmla="*/ 1787837 h 10136404"/>
              <a:gd name="connsiteX4-2529" fmla="*/ 10146000 w 10218833"/>
              <a:gd name="connsiteY4-2530" fmla="*/ 4914111 h 10136404"/>
              <a:gd name="connsiteX5-2531" fmla="*/ 9682369 w 10218833"/>
              <a:gd name="connsiteY5-2532" fmla="*/ 6642504 h 10136404"/>
              <a:gd name="connsiteX6-2533" fmla="*/ 8279896 w 10218833"/>
              <a:gd name="connsiteY6-2534" fmla="*/ 8140078 h 10136404"/>
              <a:gd name="connsiteX7-2535" fmla="*/ 5178562 w 10218833"/>
              <a:gd name="connsiteY7-2536" fmla="*/ 10131989 h 10136404"/>
              <a:gd name="connsiteX8-2537" fmla="*/ 1869069 w 10218833"/>
              <a:gd name="connsiteY8-2538" fmla="*/ 8134142 h 10136404"/>
              <a:gd name="connsiteX9-2539" fmla="*/ 390 w 10218833"/>
              <a:gd name="connsiteY9-2540" fmla="*/ 5015637 h 10136404"/>
              <a:gd name="connsiteX0-2541" fmla="*/ 390 w 10218833"/>
              <a:gd name="connsiteY0-2542" fmla="*/ 5015162 h 10135929"/>
              <a:gd name="connsiteX1-2543" fmla="*/ 1895195 w 10218833"/>
              <a:gd name="connsiteY1-2544" fmla="*/ 1973099 h 10135929"/>
              <a:gd name="connsiteX2-2545" fmla="*/ 5039165 w 10218833"/>
              <a:gd name="connsiteY2-2546" fmla="*/ 2 h 10135929"/>
              <a:gd name="connsiteX3-2547" fmla="*/ 8074417 w 10218833"/>
              <a:gd name="connsiteY3-2548" fmla="*/ 1787362 h 10135929"/>
              <a:gd name="connsiteX4-2549" fmla="*/ 10146000 w 10218833"/>
              <a:gd name="connsiteY4-2550" fmla="*/ 4913636 h 10135929"/>
              <a:gd name="connsiteX5-2551" fmla="*/ 9682369 w 10218833"/>
              <a:gd name="connsiteY5-2552" fmla="*/ 6642029 h 10135929"/>
              <a:gd name="connsiteX6-2553" fmla="*/ 8279896 w 10218833"/>
              <a:gd name="connsiteY6-2554" fmla="*/ 8139603 h 10135929"/>
              <a:gd name="connsiteX7-2555" fmla="*/ 5178562 w 10218833"/>
              <a:gd name="connsiteY7-2556" fmla="*/ 10131514 h 10135929"/>
              <a:gd name="connsiteX8-2557" fmla="*/ 1869069 w 10218833"/>
              <a:gd name="connsiteY8-2558" fmla="*/ 8133667 h 10135929"/>
              <a:gd name="connsiteX9-2559" fmla="*/ 390 w 10218833"/>
              <a:gd name="connsiteY9-2560" fmla="*/ 5015162 h 10135929"/>
              <a:gd name="connsiteX0-2561" fmla="*/ 390 w 10218833"/>
              <a:gd name="connsiteY0-2562" fmla="*/ 5015162 h 10135929"/>
              <a:gd name="connsiteX1-2563" fmla="*/ 1895195 w 10218833"/>
              <a:gd name="connsiteY1-2564" fmla="*/ 1973099 h 10135929"/>
              <a:gd name="connsiteX2-2565" fmla="*/ 5039165 w 10218833"/>
              <a:gd name="connsiteY2-2566" fmla="*/ 2 h 10135929"/>
              <a:gd name="connsiteX3-2567" fmla="*/ 8074417 w 10218833"/>
              <a:gd name="connsiteY3-2568" fmla="*/ 1787362 h 10135929"/>
              <a:gd name="connsiteX4-2569" fmla="*/ 10146000 w 10218833"/>
              <a:gd name="connsiteY4-2570" fmla="*/ 4913636 h 10135929"/>
              <a:gd name="connsiteX5-2571" fmla="*/ 9682369 w 10218833"/>
              <a:gd name="connsiteY5-2572" fmla="*/ 6642029 h 10135929"/>
              <a:gd name="connsiteX6-2573" fmla="*/ 8279896 w 10218833"/>
              <a:gd name="connsiteY6-2574" fmla="*/ 8139603 h 10135929"/>
              <a:gd name="connsiteX7-2575" fmla="*/ 5178562 w 10218833"/>
              <a:gd name="connsiteY7-2576" fmla="*/ 10131514 h 10135929"/>
              <a:gd name="connsiteX8-2577" fmla="*/ 1869069 w 10218833"/>
              <a:gd name="connsiteY8-2578" fmla="*/ 8133667 h 10135929"/>
              <a:gd name="connsiteX9-2579" fmla="*/ 390 w 10218833"/>
              <a:gd name="connsiteY9-2580" fmla="*/ 5015162 h 10135929"/>
              <a:gd name="connsiteX0-2581" fmla="*/ 390 w 10156825"/>
              <a:gd name="connsiteY0-2582" fmla="*/ 5015162 h 10135929"/>
              <a:gd name="connsiteX1-2583" fmla="*/ 1895195 w 10156825"/>
              <a:gd name="connsiteY1-2584" fmla="*/ 1973099 h 10135929"/>
              <a:gd name="connsiteX2-2585" fmla="*/ 5039165 w 10156825"/>
              <a:gd name="connsiteY2-2586" fmla="*/ 2 h 10135929"/>
              <a:gd name="connsiteX3-2587" fmla="*/ 8074417 w 10156825"/>
              <a:gd name="connsiteY3-2588" fmla="*/ 1787362 h 10135929"/>
              <a:gd name="connsiteX4-2589" fmla="*/ 10061209 w 10156825"/>
              <a:gd name="connsiteY4-2590" fmla="*/ 4321069 h 10135929"/>
              <a:gd name="connsiteX5-2591" fmla="*/ 9682369 w 10156825"/>
              <a:gd name="connsiteY5-2592" fmla="*/ 6642029 h 10135929"/>
              <a:gd name="connsiteX6-2593" fmla="*/ 8279896 w 10156825"/>
              <a:gd name="connsiteY6-2594" fmla="*/ 8139603 h 10135929"/>
              <a:gd name="connsiteX7-2595" fmla="*/ 5178562 w 10156825"/>
              <a:gd name="connsiteY7-2596" fmla="*/ 10131514 h 10135929"/>
              <a:gd name="connsiteX8-2597" fmla="*/ 1869069 w 10156825"/>
              <a:gd name="connsiteY8-2598" fmla="*/ 8133667 h 10135929"/>
              <a:gd name="connsiteX9-2599" fmla="*/ 390 w 10156825"/>
              <a:gd name="connsiteY9-2600" fmla="*/ 5015162 h 10135929"/>
              <a:gd name="connsiteX0-2601" fmla="*/ 390 w 10159874"/>
              <a:gd name="connsiteY0-2602" fmla="*/ 5015162 h 10135929"/>
              <a:gd name="connsiteX1-2603" fmla="*/ 1895195 w 10159874"/>
              <a:gd name="connsiteY1-2604" fmla="*/ 1973099 h 10135929"/>
              <a:gd name="connsiteX2-2605" fmla="*/ 5039165 w 10159874"/>
              <a:gd name="connsiteY2-2606" fmla="*/ 2 h 10135929"/>
              <a:gd name="connsiteX3-2607" fmla="*/ 8074417 w 10159874"/>
              <a:gd name="connsiteY3-2608" fmla="*/ 1787362 h 10135929"/>
              <a:gd name="connsiteX4-2609" fmla="*/ 10061209 w 10159874"/>
              <a:gd name="connsiteY4-2610" fmla="*/ 4321069 h 10135929"/>
              <a:gd name="connsiteX5-2611" fmla="*/ 9682369 w 10159874"/>
              <a:gd name="connsiteY5-2612" fmla="*/ 6642029 h 10135929"/>
              <a:gd name="connsiteX6-2613" fmla="*/ 8279896 w 10159874"/>
              <a:gd name="connsiteY6-2614" fmla="*/ 8139603 h 10135929"/>
              <a:gd name="connsiteX7-2615" fmla="*/ 5178562 w 10159874"/>
              <a:gd name="connsiteY7-2616" fmla="*/ 10131514 h 10135929"/>
              <a:gd name="connsiteX8-2617" fmla="*/ 1869069 w 10159874"/>
              <a:gd name="connsiteY8-2618" fmla="*/ 8133667 h 10135929"/>
              <a:gd name="connsiteX9-2619" fmla="*/ 390 w 10159874"/>
              <a:gd name="connsiteY9-2620" fmla="*/ 5015162 h 10135929"/>
              <a:gd name="connsiteX0-2621" fmla="*/ 390 w 10159874"/>
              <a:gd name="connsiteY0-2622" fmla="*/ 5015162 h 10135929"/>
              <a:gd name="connsiteX1-2623" fmla="*/ 1895195 w 10159874"/>
              <a:gd name="connsiteY1-2624" fmla="*/ 1973099 h 10135929"/>
              <a:gd name="connsiteX2-2625" fmla="*/ 5039165 w 10159874"/>
              <a:gd name="connsiteY2-2626" fmla="*/ 2 h 10135929"/>
              <a:gd name="connsiteX3-2627" fmla="*/ 8074417 w 10159874"/>
              <a:gd name="connsiteY3-2628" fmla="*/ 1787362 h 10135929"/>
              <a:gd name="connsiteX4-2629" fmla="*/ 10061209 w 10159874"/>
              <a:gd name="connsiteY4-2630" fmla="*/ 4321069 h 10135929"/>
              <a:gd name="connsiteX5-2631" fmla="*/ 9682369 w 10159874"/>
              <a:gd name="connsiteY5-2632" fmla="*/ 6642029 h 10135929"/>
              <a:gd name="connsiteX6-2633" fmla="*/ 8279896 w 10159874"/>
              <a:gd name="connsiteY6-2634" fmla="*/ 8139603 h 10135929"/>
              <a:gd name="connsiteX7-2635" fmla="*/ 5178562 w 10159874"/>
              <a:gd name="connsiteY7-2636" fmla="*/ 10131514 h 10135929"/>
              <a:gd name="connsiteX8-2637" fmla="*/ 1869069 w 10159874"/>
              <a:gd name="connsiteY8-2638" fmla="*/ 8133667 h 10135929"/>
              <a:gd name="connsiteX9-2639" fmla="*/ 390 w 10159874"/>
              <a:gd name="connsiteY9-2640" fmla="*/ 5015162 h 10135929"/>
              <a:gd name="connsiteX0-2641" fmla="*/ 385 w 10159869"/>
              <a:gd name="connsiteY0-2642" fmla="*/ 5015162 h 10136006"/>
              <a:gd name="connsiteX1-2643" fmla="*/ 1895190 w 10159869"/>
              <a:gd name="connsiteY1-2644" fmla="*/ 1973099 h 10136006"/>
              <a:gd name="connsiteX2-2645" fmla="*/ 5039160 w 10159869"/>
              <a:gd name="connsiteY2-2646" fmla="*/ 2 h 10136006"/>
              <a:gd name="connsiteX3-2647" fmla="*/ 8074412 w 10159869"/>
              <a:gd name="connsiteY3-2648" fmla="*/ 1787362 h 10136006"/>
              <a:gd name="connsiteX4-2649" fmla="*/ 10061204 w 10159869"/>
              <a:gd name="connsiteY4-2650" fmla="*/ 4321069 h 10136006"/>
              <a:gd name="connsiteX5-2651" fmla="*/ 9682364 w 10159869"/>
              <a:gd name="connsiteY5-2652" fmla="*/ 6642029 h 10136006"/>
              <a:gd name="connsiteX6-2653" fmla="*/ 8279891 w 10159869"/>
              <a:gd name="connsiteY6-2654" fmla="*/ 8139603 h 10136006"/>
              <a:gd name="connsiteX7-2655" fmla="*/ 5178557 w 10159869"/>
              <a:gd name="connsiteY7-2656" fmla="*/ 10131514 h 10136006"/>
              <a:gd name="connsiteX8-2657" fmla="*/ 1869064 w 10159869"/>
              <a:gd name="connsiteY8-2658" fmla="*/ 8133667 h 10136006"/>
              <a:gd name="connsiteX9-2659" fmla="*/ 385 w 10159869"/>
              <a:gd name="connsiteY9-2660" fmla="*/ 5015162 h 10136006"/>
              <a:gd name="connsiteX0-2661" fmla="*/ 385 w 10159869"/>
              <a:gd name="connsiteY0-2662" fmla="*/ 5015162 h 10135891"/>
              <a:gd name="connsiteX1-2663" fmla="*/ 1895190 w 10159869"/>
              <a:gd name="connsiteY1-2664" fmla="*/ 1973099 h 10135891"/>
              <a:gd name="connsiteX2-2665" fmla="*/ 5039160 w 10159869"/>
              <a:gd name="connsiteY2-2666" fmla="*/ 2 h 10135891"/>
              <a:gd name="connsiteX3-2667" fmla="*/ 8074412 w 10159869"/>
              <a:gd name="connsiteY3-2668" fmla="*/ 1787362 h 10135891"/>
              <a:gd name="connsiteX4-2669" fmla="*/ 10061204 w 10159869"/>
              <a:gd name="connsiteY4-2670" fmla="*/ 4321069 h 10135891"/>
              <a:gd name="connsiteX5-2671" fmla="*/ 9682364 w 10159869"/>
              <a:gd name="connsiteY5-2672" fmla="*/ 6642029 h 10135891"/>
              <a:gd name="connsiteX6-2673" fmla="*/ 8279891 w 10159869"/>
              <a:gd name="connsiteY6-2674" fmla="*/ 8139603 h 10135891"/>
              <a:gd name="connsiteX7-2675" fmla="*/ 5178557 w 10159869"/>
              <a:gd name="connsiteY7-2676" fmla="*/ 10131514 h 10135891"/>
              <a:gd name="connsiteX8-2677" fmla="*/ 1869064 w 10159869"/>
              <a:gd name="connsiteY8-2678" fmla="*/ 8133667 h 10135891"/>
              <a:gd name="connsiteX9-2679" fmla="*/ 385 w 10159869"/>
              <a:gd name="connsiteY9-2680" fmla="*/ 5015162 h 101358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41" y="connsiteY5-142"/>
              </a:cxn>
              <a:cxn ang="0">
                <a:pos x="connsiteX6-167" y="connsiteY6-168"/>
              </a:cxn>
              <a:cxn ang="0">
                <a:pos x="connsiteX7-253" y="connsiteY7-254"/>
              </a:cxn>
              <a:cxn ang="0">
                <a:pos x="connsiteX8-431" y="connsiteY8-432"/>
              </a:cxn>
              <a:cxn ang="0">
                <a:pos x="connsiteX9-1171" y="connsiteY9-1172"/>
              </a:cxn>
            </a:cxnLst>
            <a:rect l="l" t="t" r="r" b="b"/>
            <a:pathLst>
              <a:path w="10159869" h="10135891">
                <a:moveTo>
                  <a:pt x="385" y="5015162"/>
                </a:moveTo>
                <a:cubicBezTo>
                  <a:pt x="22934" y="3497975"/>
                  <a:pt x="1088954" y="2837629"/>
                  <a:pt x="1895190" y="1973099"/>
                </a:cubicBezTo>
                <a:cubicBezTo>
                  <a:pt x="2822504" y="1130285"/>
                  <a:pt x="3502711" y="-1462"/>
                  <a:pt x="5039160" y="2"/>
                </a:cubicBezTo>
                <a:cubicBezTo>
                  <a:pt x="6575609" y="1466"/>
                  <a:pt x="7293162" y="1031871"/>
                  <a:pt x="8074412" y="1787362"/>
                </a:cubicBezTo>
                <a:cubicBezTo>
                  <a:pt x="8922400" y="2636651"/>
                  <a:pt x="9786001" y="3288795"/>
                  <a:pt x="10061204" y="4321069"/>
                </a:cubicBezTo>
                <a:cubicBezTo>
                  <a:pt x="10336407" y="5353343"/>
                  <a:pt x="9979249" y="6171180"/>
                  <a:pt x="9682364" y="6642029"/>
                </a:cubicBezTo>
                <a:cubicBezTo>
                  <a:pt x="9385479" y="7112878"/>
                  <a:pt x="8930578" y="7471689"/>
                  <a:pt x="8279891" y="8139603"/>
                </a:cubicBezTo>
                <a:cubicBezTo>
                  <a:pt x="7004670" y="9324142"/>
                  <a:pt x="6673468" y="10046470"/>
                  <a:pt x="5178557" y="10131514"/>
                </a:cubicBezTo>
                <a:cubicBezTo>
                  <a:pt x="3683646" y="10216558"/>
                  <a:pt x="2786820" y="9045090"/>
                  <a:pt x="1869064" y="8133667"/>
                </a:cubicBezTo>
                <a:cubicBezTo>
                  <a:pt x="951308" y="7222244"/>
                  <a:pt x="-22164" y="6532349"/>
                  <a:pt x="385" y="5015162"/>
                </a:cubicBezTo>
                <a:close/>
              </a:path>
            </a:pathLst>
          </a:custGeom>
          <a:noFill/>
          <a:ln w="12700">
            <a:noFill/>
            <a:miter lim="400000"/>
          </a:ln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</p:spTree>
  </p:cSld>
  <p:clrMapOvr>
    <a:masterClrMapping/>
  </p:clrMapOvr>
  <p:transition spd="slow" advClick="0" advTm="0">
    <p:fade/>
  </p:transition>
  <p:hf sldNum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vices (9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5" name="Notebook_2.png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6206182" y="936812"/>
            <a:ext cx="8636001" cy="498437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06" name="Shape 506"/>
          <p:cNvSpPr>
            <a:spLocks noGrp="1"/>
          </p:cNvSpPr>
          <p:nvPr>
            <p:ph type="body" sz="quarter" idx="1" hasCustomPrompt="1"/>
          </p:nvPr>
        </p:nvSpPr>
        <p:spPr>
          <a:xfrm>
            <a:off x="891487" y="2344649"/>
            <a:ext cx="4666078" cy="86765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SzTx/>
              <a:buNone/>
              <a:defRPr/>
            </a:lvl1pPr>
            <a:lvl2pPr marL="0" indent="114300">
              <a:lnSpc>
                <a:spcPct val="150000"/>
              </a:lnSpc>
              <a:spcBef>
                <a:spcPts val="0"/>
              </a:spcBef>
              <a:buSzTx/>
              <a:buNone/>
              <a:defRPr/>
            </a:lvl2pPr>
            <a:lvl3pPr marL="0" indent="228600">
              <a:lnSpc>
                <a:spcPct val="150000"/>
              </a:lnSpc>
              <a:spcBef>
                <a:spcPts val="0"/>
              </a:spcBef>
              <a:buSzTx/>
              <a:buNone/>
              <a:defRPr/>
            </a:lvl3pPr>
            <a:lvl4pPr marL="0" indent="342900">
              <a:lnSpc>
                <a:spcPct val="150000"/>
              </a:lnSpc>
              <a:spcBef>
                <a:spcPts val="0"/>
              </a:spcBef>
              <a:buSzTx/>
              <a:buNone/>
            </a:lvl4pPr>
            <a:lvl5pPr marL="0" indent="457200">
              <a:lnSpc>
                <a:spcPct val="150000"/>
              </a:lnSpc>
              <a:spcBef>
                <a:spcPts val="0"/>
              </a:spcBef>
              <a:buSzTx/>
              <a:buNone/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</p:txBody>
      </p:sp>
      <p:sp>
        <p:nvSpPr>
          <p:cNvPr id="507" name="Shape 507"/>
          <p:cNvSpPr>
            <a:spLocks noGrp="1"/>
          </p:cNvSpPr>
          <p:nvPr>
            <p:ph type="title" hasCustomPrompt="1"/>
          </p:nvPr>
        </p:nvSpPr>
        <p:spPr>
          <a:xfrm>
            <a:off x="882121" y="791502"/>
            <a:ext cx="4684811" cy="853216"/>
          </a:xfrm>
          <a:prstGeom prst="rect">
            <a:avLst/>
          </a:prstGeom>
        </p:spPr>
        <p:txBody>
          <a:bodyPr/>
          <a:lstStyle>
            <a:lvl1pPr algn="l">
              <a:defRPr sz="3500"/>
            </a:lvl1pPr>
          </a:lstStyle>
          <a:p>
            <a:r>
              <a:rPr dirty="0"/>
              <a:t>Title Text</a:t>
            </a:r>
          </a:p>
        </p:txBody>
      </p:sp>
      <p:sp>
        <p:nvSpPr>
          <p:cNvPr id="508" name="Shape 508"/>
          <p:cNvSpPr/>
          <p:nvPr/>
        </p:nvSpPr>
        <p:spPr>
          <a:xfrm>
            <a:off x="915912" y="1900942"/>
            <a:ext cx="539675" cy="1"/>
          </a:xfrm>
          <a:prstGeom prst="line">
            <a:avLst/>
          </a:prstGeom>
          <a:ln w="63500">
            <a:solidFill>
              <a:srgbClr val="E8E9EB"/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lnSpc>
                <a:spcPct val="100000"/>
              </a:lnSpc>
              <a:defRPr sz="32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509" name="Shape 509"/>
          <p:cNvSpPr/>
          <p:nvPr/>
        </p:nvSpPr>
        <p:spPr>
          <a:xfrm>
            <a:off x="-1353" y="1885107"/>
            <a:ext cx="921730" cy="31751"/>
          </a:xfrm>
          <a:prstGeom prst="rect">
            <a:avLst/>
          </a:prstGeom>
          <a:gradFill>
            <a:gsLst>
              <a:gs pos="0">
                <a:srgbClr val="4875D8"/>
              </a:gs>
              <a:gs pos="30789">
                <a:srgbClr val="7AAAE8"/>
              </a:gs>
              <a:gs pos="72165">
                <a:srgbClr val="75BDEA"/>
              </a:gs>
              <a:gs pos="100000">
                <a:srgbClr val="81E0F1"/>
              </a:gs>
            </a:gsLst>
            <a:lin ang="9203766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>
              <a:lnSpc>
                <a:spcPct val="100000"/>
              </a:lnSpc>
              <a:defRPr sz="3200">
                <a:solidFill>
                  <a:srgbClr val="FFFFFF"/>
                </a:solidFill>
              </a:defRPr>
            </a:pPr>
            <a:endParaRPr sz="1600" dirty="0">
              <a:latin typeface="仓耳玄三M W05" panose="02020400000000000000" pitchFamily="18" charset="-122"/>
              <a:ea typeface="仓耳玄三M W05" panose="02020400000000000000" pitchFamily="18" charset="-122"/>
            </a:endParaRPr>
          </a:p>
        </p:txBody>
      </p:sp>
      <p:sp>
        <p:nvSpPr>
          <p:cNvPr id="510" name="Shape 510"/>
          <p:cNvSpPr>
            <a:spLocks noGrp="1"/>
          </p:cNvSpPr>
          <p:nvPr>
            <p:ph type="pic" sz="half" idx="13"/>
          </p:nvPr>
        </p:nvSpPr>
        <p:spPr>
          <a:xfrm>
            <a:off x="7277383" y="1302276"/>
            <a:ext cx="4943500" cy="406387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511" name="Shape 511"/>
          <p:cNvSpPr>
            <a:spLocks noGrp="1"/>
          </p:cNvSpPr>
          <p:nvPr>
            <p:ph type="sldNum" sz="quarter" idx="2"/>
          </p:nvPr>
        </p:nvSpPr>
        <p:spPr>
          <a:xfrm>
            <a:off x="893853" y="4632180"/>
            <a:ext cx="1572546" cy="125675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86CB4B4D-7CA3-9044-876B-883B54F8677D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Ovr>
    <a:masterClrMapping/>
  </p:clrMapOvr>
  <p:transition spd="slow" advClick="0" advTm="0">
    <p:fade/>
  </p:transition>
  <p:hf sldNum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453650" y="0"/>
            <a:ext cx="54006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fographic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4643717" y="4203174"/>
            <a:ext cx="2904567" cy="2904568"/>
          </a:xfrm>
          <a:custGeom>
            <a:avLst/>
            <a:gdLst>
              <a:gd name="connsiteX0" fmla="*/ 0 w 10107827"/>
              <a:gd name="connsiteY0" fmla="*/ 5084618 h 10169236"/>
              <a:gd name="connsiteX1" fmla="*/ 5053914 w 10107827"/>
              <a:gd name="connsiteY1" fmla="*/ 0 h 10169236"/>
              <a:gd name="connsiteX2" fmla="*/ 10107827 w 10107827"/>
              <a:gd name="connsiteY2" fmla="*/ 5084618 h 10169236"/>
              <a:gd name="connsiteX3" fmla="*/ 5053914 w 10107827"/>
              <a:gd name="connsiteY3" fmla="*/ 10169236 h 10169236"/>
              <a:gd name="connsiteX4" fmla="*/ 0 w 10107827"/>
              <a:gd name="connsiteY4" fmla="*/ 5084618 h 10169236"/>
              <a:gd name="connsiteX0-1" fmla="*/ 2138 w 10109965"/>
              <a:gd name="connsiteY0-2" fmla="*/ 5084618 h 10169236"/>
              <a:gd name="connsiteX1-3" fmla="*/ 5056052 w 10109965"/>
              <a:gd name="connsiteY1-4" fmla="*/ 0 h 10169236"/>
              <a:gd name="connsiteX2-5" fmla="*/ 10109965 w 10109965"/>
              <a:gd name="connsiteY2-6" fmla="*/ 5084618 h 10169236"/>
              <a:gd name="connsiteX3-7" fmla="*/ 5056052 w 10109965"/>
              <a:gd name="connsiteY3-8" fmla="*/ 10169236 h 10169236"/>
              <a:gd name="connsiteX4-9" fmla="*/ 2138 w 10109965"/>
              <a:gd name="connsiteY4-10" fmla="*/ 5084618 h 10169236"/>
              <a:gd name="connsiteX0-11" fmla="*/ 27 w 10107854"/>
              <a:gd name="connsiteY0-12" fmla="*/ 5084618 h 10169236"/>
              <a:gd name="connsiteX1-13" fmla="*/ 5053941 w 10107854"/>
              <a:gd name="connsiteY1-14" fmla="*/ 0 h 10169236"/>
              <a:gd name="connsiteX2-15" fmla="*/ 10107854 w 10107854"/>
              <a:gd name="connsiteY2-16" fmla="*/ 5084618 h 10169236"/>
              <a:gd name="connsiteX3-17" fmla="*/ 5053941 w 10107854"/>
              <a:gd name="connsiteY3-18" fmla="*/ 10169236 h 10169236"/>
              <a:gd name="connsiteX4-19" fmla="*/ 27 w 10107854"/>
              <a:gd name="connsiteY4-20" fmla="*/ 5084618 h 10169236"/>
              <a:gd name="connsiteX0-21" fmla="*/ 32 w 10107859"/>
              <a:gd name="connsiteY0-22" fmla="*/ 5261432 h 10346050"/>
              <a:gd name="connsiteX1-23" fmla="*/ 5053946 w 10107859"/>
              <a:gd name="connsiteY1-24" fmla="*/ 176814 h 10346050"/>
              <a:gd name="connsiteX2-25" fmla="*/ 10107859 w 10107859"/>
              <a:gd name="connsiteY2-26" fmla="*/ 5261432 h 10346050"/>
              <a:gd name="connsiteX3-27" fmla="*/ 5053946 w 10107859"/>
              <a:gd name="connsiteY3-28" fmla="*/ 10346050 h 10346050"/>
              <a:gd name="connsiteX4-29" fmla="*/ 32 w 10107859"/>
              <a:gd name="connsiteY4-30" fmla="*/ 5261432 h 10346050"/>
              <a:gd name="connsiteX0-31" fmla="*/ 32 w 10107952"/>
              <a:gd name="connsiteY0-32" fmla="*/ 5303276 h 10387894"/>
              <a:gd name="connsiteX1-33" fmla="*/ 5053946 w 10107952"/>
              <a:gd name="connsiteY1-34" fmla="*/ 218658 h 10387894"/>
              <a:gd name="connsiteX2-35" fmla="*/ 10107859 w 10107952"/>
              <a:gd name="connsiteY2-36" fmla="*/ 5303276 h 10387894"/>
              <a:gd name="connsiteX3-37" fmla="*/ 5053946 w 10107952"/>
              <a:gd name="connsiteY3-38" fmla="*/ 10387894 h 10387894"/>
              <a:gd name="connsiteX4-39" fmla="*/ 32 w 10107952"/>
              <a:gd name="connsiteY4-40" fmla="*/ 5303276 h 10387894"/>
              <a:gd name="connsiteX0-41" fmla="*/ 32 w 10107952"/>
              <a:gd name="connsiteY0-42" fmla="*/ 5303276 h 10564520"/>
              <a:gd name="connsiteX1-43" fmla="*/ 5053946 w 10107952"/>
              <a:gd name="connsiteY1-44" fmla="*/ 218658 h 10564520"/>
              <a:gd name="connsiteX2-45" fmla="*/ 10107859 w 10107952"/>
              <a:gd name="connsiteY2-46" fmla="*/ 5303276 h 10564520"/>
              <a:gd name="connsiteX3-47" fmla="*/ 5053946 w 10107952"/>
              <a:gd name="connsiteY3-48" fmla="*/ 10387894 h 10564520"/>
              <a:gd name="connsiteX4-49" fmla="*/ 32 w 10107952"/>
              <a:gd name="connsiteY4-50" fmla="*/ 5303276 h 10564520"/>
              <a:gd name="connsiteX0-51" fmla="*/ 32 w 10107952"/>
              <a:gd name="connsiteY0-52" fmla="*/ 5303276 h 10387910"/>
              <a:gd name="connsiteX1-53" fmla="*/ 5053946 w 10107952"/>
              <a:gd name="connsiteY1-54" fmla="*/ 218658 h 10387910"/>
              <a:gd name="connsiteX2-55" fmla="*/ 10107859 w 10107952"/>
              <a:gd name="connsiteY2-56" fmla="*/ 5303276 h 10387910"/>
              <a:gd name="connsiteX3-57" fmla="*/ 5053946 w 10107952"/>
              <a:gd name="connsiteY3-58" fmla="*/ 10387894 h 10387910"/>
              <a:gd name="connsiteX4-59" fmla="*/ 32 w 10107952"/>
              <a:gd name="connsiteY4-60" fmla="*/ 5303276 h 10387910"/>
              <a:gd name="connsiteX0-61" fmla="*/ 10369 w 10118289"/>
              <a:gd name="connsiteY0-62" fmla="*/ 5303276 h 10387910"/>
              <a:gd name="connsiteX1-63" fmla="*/ 5064283 w 10118289"/>
              <a:gd name="connsiteY1-64" fmla="*/ 218658 h 10387910"/>
              <a:gd name="connsiteX2-65" fmla="*/ 10118196 w 10118289"/>
              <a:gd name="connsiteY2-66" fmla="*/ 5303276 h 10387910"/>
              <a:gd name="connsiteX3-67" fmla="*/ 5064283 w 10118289"/>
              <a:gd name="connsiteY3-68" fmla="*/ 10387894 h 10387910"/>
              <a:gd name="connsiteX4-69" fmla="*/ 10369 w 10118289"/>
              <a:gd name="connsiteY4-70" fmla="*/ 5303276 h 10387910"/>
              <a:gd name="connsiteX0-71" fmla="*/ 9999 w 10130965"/>
              <a:gd name="connsiteY0-72" fmla="*/ 5019332 h 10169302"/>
              <a:gd name="connsiteX1-73" fmla="*/ 5076976 w 10130965"/>
              <a:gd name="connsiteY1-74" fmla="*/ 28 h 10169302"/>
              <a:gd name="connsiteX2-75" fmla="*/ 10130889 w 10130965"/>
              <a:gd name="connsiteY2-76" fmla="*/ 5084646 h 10169302"/>
              <a:gd name="connsiteX3-77" fmla="*/ 5076976 w 10130965"/>
              <a:gd name="connsiteY3-78" fmla="*/ 10169264 h 10169302"/>
              <a:gd name="connsiteX4-79" fmla="*/ 9999 w 10130965"/>
              <a:gd name="connsiteY4-80" fmla="*/ 5019332 h 10169302"/>
              <a:gd name="connsiteX0-81" fmla="*/ 1240 w 10122206"/>
              <a:gd name="connsiteY0-82" fmla="*/ 5019332 h 10169302"/>
              <a:gd name="connsiteX1-83" fmla="*/ 5068217 w 10122206"/>
              <a:gd name="connsiteY1-84" fmla="*/ 28 h 10169302"/>
              <a:gd name="connsiteX2-85" fmla="*/ 10122130 w 10122206"/>
              <a:gd name="connsiteY2-86" fmla="*/ 5084646 h 10169302"/>
              <a:gd name="connsiteX3-87" fmla="*/ 5068217 w 10122206"/>
              <a:gd name="connsiteY3-88" fmla="*/ 10169264 h 10169302"/>
              <a:gd name="connsiteX4-89" fmla="*/ 1240 w 10122206"/>
              <a:gd name="connsiteY4-90" fmla="*/ 5019332 h 10169302"/>
              <a:gd name="connsiteX0-91" fmla="*/ 1240 w 10122206"/>
              <a:gd name="connsiteY0-92" fmla="*/ 5019332 h 10176323"/>
              <a:gd name="connsiteX1-93" fmla="*/ 5068217 w 10122206"/>
              <a:gd name="connsiteY1-94" fmla="*/ 28 h 10176323"/>
              <a:gd name="connsiteX2-95" fmla="*/ 10122130 w 10122206"/>
              <a:gd name="connsiteY2-96" fmla="*/ 5084646 h 10176323"/>
              <a:gd name="connsiteX3-97" fmla="*/ 5068217 w 10122206"/>
              <a:gd name="connsiteY3-98" fmla="*/ 10169264 h 10176323"/>
              <a:gd name="connsiteX4-99" fmla="*/ 1240 w 10122206"/>
              <a:gd name="connsiteY4-100" fmla="*/ 5019332 h 10176323"/>
              <a:gd name="connsiteX0-101" fmla="*/ 1241 w 10161396"/>
              <a:gd name="connsiteY0-102" fmla="*/ 5019332 h 10169302"/>
              <a:gd name="connsiteX1-103" fmla="*/ 5068218 w 10161396"/>
              <a:gd name="connsiteY1-104" fmla="*/ 28 h 10169302"/>
              <a:gd name="connsiteX2-105" fmla="*/ 10161320 w 10161396"/>
              <a:gd name="connsiteY2-106" fmla="*/ 5084646 h 10169302"/>
              <a:gd name="connsiteX3-107" fmla="*/ 5068218 w 10161396"/>
              <a:gd name="connsiteY3-108" fmla="*/ 10169264 h 10169302"/>
              <a:gd name="connsiteX4-109" fmla="*/ 1241 w 10161396"/>
              <a:gd name="connsiteY4-110" fmla="*/ 5019332 h 10169302"/>
              <a:gd name="connsiteX0-111" fmla="*/ 1169 w 10161319"/>
              <a:gd name="connsiteY0-112" fmla="*/ 5022934 h 10172904"/>
              <a:gd name="connsiteX1-113" fmla="*/ 5068146 w 10161319"/>
              <a:gd name="connsiteY1-114" fmla="*/ 3630 h 10172904"/>
              <a:gd name="connsiteX2-115" fmla="*/ 10161248 w 10161319"/>
              <a:gd name="connsiteY2-116" fmla="*/ 5088248 h 10172904"/>
              <a:gd name="connsiteX3-117" fmla="*/ 5068146 w 10161319"/>
              <a:gd name="connsiteY3-118" fmla="*/ 10172866 h 10172904"/>
              <a:gd name="connsiteX4-119" fmla="*/ 1169 w 10161319"/>
              <a:gd name="connsiteY4-120" fmla="*/ 5022934 h 10172904"/>
              <a:gd name="connsiteX0-121" fmla="*/ 103187 w 10263335"/>
              <a:gd name="connsiteY0-122" fmla="*/ 5113819 h 10263789"/>
              <a:gd name="connsiteX1-123" fmla="*/ 2024840 w 10263335"/>
              <a:gd name="connsiteY1-124" fmla="*/ 2110945 h 10263789"/>
              <a:gd name="connsiteX2-125" fmla="*/ 5170164 w 10263335"/>
              <a:gd name="connsiteY2-126" fmla="*/ 94515 h 10263789"/>
              <a:gd name="connsiteX3-127" fmla="*/ 10263266 w 10263335"/>
              <a:gd name="connsiteY3-128" fmla="*/ 5179133 h 10263789"/>
              <a:gd name="connsiteX4-129" fmla="*/ 5170164 w 10263335"/>
              <a:gd name="connsiteY4-130" fmla="*/ 10263751 h 10263789"/>
              <a:gd name="connsiteX5" fmla="*/ 103187 w 10263335"/>
              <a:gd name="connsiteY5" fmla="*/ 5113819 h 10263789"/>
              <a:gd name="connsiteX0-131" fmla="*/ 1861 w 10162009"/>
              <a:gd name="connsiteY0-132" fmla="*/ 5113819 h 10263789"/>
              <a:gd name="connsiteX1-133" fmla="*/ 1923514 w 10162009"/>
              <a:gd name="connsiteY1-134" fmla="*/ 2110945 h 10263789"/>
              <a:gd name="connsiteX2-135" fmla="*/ 5068838 w 10162009"/>
              <a:gd name="connsiteY2-136" fmla="*/ 94515 h 10263789"/>
              <a:gd name="connsiteX3-137" fmla="*/ 10161940 w 10162009"/>
              <a:gd name="connsiteY3-138" fmla="*/ 5179133 h 10263789"/>
              <a:gd name="connsiteX4-139" fmla="*/ 5068838 w 10162009"/>
              <a:gd name="connsiteY4-140" fmla="*/ 10263751 h 10263789"/>
              <a:gd name="connsiteX5-141" fmla="*/ 1861 w 10162009"/>
              <a:gd name="connsiteY5-142" fmla="*/ 5113819 h 10263789"/>
              <a:gd name="connsiteX0-143" fmla="*/ 14 w 10160162"/>
              <a:gd name="connsiteY0-144" fmla="*/ 5113819 h 10363262"/>
              <a:gd name="connsiteX1-145" fmla="*/ 1921667 w 10160162"/>
              <a:gd name="connsiteY1-146" fmla="*/ 2110945 h 10363262"/>
              <a:gd name="connsiteX2-147" fmla="*/ 5066991 w 10160162"/>
              <a:gd name="connsiteY2-148" fmla="*/ 94515 h 10363262"/>
              <a:gd name="connsiteX3-149" fmla="*/ 10160093 w 10160162"/>
              <a:gd name="connsiteY3-150" fmla="*/ 5179133 h 10363262"/>
              <a:gd name="connsiteX4-151" fmla="*/ 5066991 w 10160162"/>
              <a:gd name="connsiteY4-152" fmla="*/ 10263751 h 10363262"/>
              <a:gd name="connsiteX5-153" fmla="*/ 1895541 w 10160162"/>
              <a:gd name="connsiteY5-154" fmla="*/ 8289677 h 10363262"/>
              <a:gd name="connsiteX6" fmla="*/ 14 w 10160162"/>
              <a:gd name="connsiteY6" fmla="*/ 5113819 h 10363262"/>
              <a:gd name="connsiteX0-155" fmla="*/ 52 w 10160200"/>
              <a:gd name="connsiteY0-156" fmla="*/ 5113819 h 10363262"/>
              <a:gd name="connsiteX1-157" fmla="*/ 1921705 w 10160200"/>
              <a:gd name="connsiteY1-158" fmla="*/ 2110945 h 10363262"/>
              <a:gd name="connsiteX2-159" fmla="*/ 5067029 w 10160200"/>
              <a:gd name="connsiteY2-160" fmla="*/ 94515 h 10363262"/>
              <a:gd name="connsiteX3-161" fmla="*/ 10160131 w 10160200"/>
              <a:gd name="connsiteY3-162" fmla="*/ 5179133 h 10363262"/>
              <a:gd name="connsiteX4-163" fmla="*/ 5067029 w 10160200"/>
              <a:gd name="connsiteY4-164" fmla="*/ 10263751 h 10363262"/>
              <a:gd name="connsiteX5-165" fmla="*/ 1895579 w 10160200"/>
              <a:gd name="connsiteY5-166" fmla="*/ 8289677 h 10363262"/>
              <a:gd name="connsiteX6-167" fmla="*/ 52 w 10160200"/>
              <a:gd name="connsiteY6-168" fmla="*/ 5113819 h 10363262"/>
              <a:gd name="connsiteX0-169" fmla="*/ 53 w 10147138"/>
              <a:gd name="connsiteY0-170" fmla="*/ 5153008 h 10363262"/>
              <a:gd name="connsiteX1-171" fmla="*/ 1908643 w 10147138"/>
              <a:gd name="connsiteY1-172" fmla="*/ 2110945 h 10363262"/>
              <a:gd name="connsiteX2-173" fmla="*/ 5053967 w 10147138"/>
              <a:gd name="connsiteY2-174" fmla="*/ 94515 h 10363262"/>
              <a:gd name="connsiteX3-175" fmla="*/ 10147069 w 10147138"/>
              <a:gd name="connsiteY3-176" fmla="*/ 5179133 h 10363262"/>
              <a:gd name="connsiteX4-177" fmla="*/ 5053967 w 10147138"/>
              <a:gd name="connsiteY4-178" fmla="*/ 10263751 h 10363262"/>
              <a:gd name="connsiteX5-179" fmla="*/ 1882517 w 10147138"/>
              <a:gd name="connsiteY5-180" fmla="*/ 8289677 h 10363262"/>
              <a:gd name="connsiteX6-181" fmla="*/ 53 w 10147138"/>
              <a:gd name="connsiteY6-182" fmla="*/ 5153008 h 10363262"/>
              <a:gd name="connsiteX0-183" fmla="*/ 53 w 10147138"/>
              <a:gd name="connsiteY0-184" fmla="*/ 5153008 h 10363262"/>
              <a:gd name="connsiteX1-185" fmla="*/ 1908643 w 10147138"/>
              <a:gd name="connsiteY1-186" fmla="*/ 2110945 h 10363262"/>
              <a:gd name="connsiteX2-187" fmla="*/ 5053967 w 10147138"/>
              <a:gd name="connsiteY2-188" fmla="*/ 94515 h 10363262"/>
              <a:gd name="connsiteX3-189" fmla="*/ 10147069 w 10147138"/>
              <a:gd name="connsiteY3-190" fmla="*/ 5179133 h 10363262"/>
              <a:gd name="connsiteX4-191" fmla="*/ 5053967 w 10147138"/>
              <a:gd name="connsiteY4-192" fmla="*/ 10263751 h 10363262"/>
              <a:gd name="connsiteX5-193" fmla="*/ 1882517 w 10147138"/>
              <a:gd name="connsiteY5-194" fmla="*/ 8289677 h 10363262"/>
              <a:gd name="connsiteX6-195" fmla="*/ 53 w 10147138"/>
              <a:gd name="connsiteY6-196" fmla="*/ 5153008 h 10363262"/>
              <a:gd name="connsiteX0-197" fmla="*/ 53 w 10148595"/>
              <a:gd name="connsiteY0-198" fmla="*/ 5153008 h 10288781"/>
              <a:gd name="connsiteX1-199" fmla="*/ 1908643 w 10148595"/>
              <a:gd name="connsiteY1-200" fmla="*/ 2110945 h 10288781"/>
              <a:gd name="connsiteX2-201" fmla="*/ 5053967 w 10148595"/>
              <a:gd name="connsiteY2-202" fmla="*/ 94515 h 10288781"/>
              <a:gd name="connsiteX3-203" fmla="*/ 10147069 w 10148595"/>
              <a:gd name="connsiteY3-204" fmla="*/ 5179133 h 10288781"/>
              <a:gd name="connsiteX4-205" fmla="*/ 5550356 w 10148595"/>
              <a:gd name="connsiteY4-206" fmla="*/ 10185374 h 10288781"/>
              <a:gd name="connsiteX5-207" fmla="*/ 1882517 w 10148595"/>
              <a:gd name="connsiteY5-208" fmla="*/ 8289677 h 10288781"/>
              <a:gd name="connsiteX6-209" fmla="*/ 53 w 10148595"/>
              <a:gd name="connsiteY6-210" fmla="*/ 5153008 h 10288781"/>
              <a:gd name="connsiteX0-211" fmla="*/ 53 w 10148695"/>
              <a:gd name="connsiteY0-212" fmla="*/ 5153008 h 10280839"/>
              <a:gd name="connsiteX1-213" fmla="*/ 1908643 w 10148695"/>
              <a:gd name="connsiteY1-214" fmla="*/ 2110945 h 10280839"/>
              <a:gd name="connsiteX2-215" fmla="*/ 5053967 w 10148695"/>
              <a:gd name="connsiteY2-216" fmla="*/ 94515 h 10280839"/>
              <a:gd name="connsiteX3-217" fmla="*/ 10147069 w 10148695"/>
              <a:gd name="connsiteY3-218" fmla="*/ 5179133 h 10280839"/>
              <a:gd name="connsiteX4-219" fmla="*/ 5550356 w 10148695"/>
              <a:gd name="connsiteY4-220" fmla="*/ 10185374 h 10280839"/>
              <a:gd name="connsiteX5-221" fmla="*/ 1882517 w 10148695"/>
              <a:gd name="connsiteY5-222" fmla="*/ 8289677 h 10280839"/>
              <a:gd name="connsiteX6-223" fmla="*/ 53 w 10148695"/>
              <a:gd name="connsiteY6-224" fmla="*/ 5153008 h 10280839"/>
              <a:gd name="connsiteX0-225" fmla="*/ 53 w 10260549"/>
              <a:gd name="connsiteY0-226" fmla="*/ 5153008 h 10185642"/>
              <a:gd name="connsiteX1-227" fmla="*/ 1908643 w 10260549"/>
              <a:gd name="connsiteY1-228" fmla="*/ 2110945 h 10185642"/>
              <a:gd name="connsiteX2-229" fmla="*/ 5053967 w 10260549"/>
              <a:gd name="connsiteY2-230" fmla="*/ 94515 h 10185642"/>
              <a:gd name="connsiteX3-231" fmla="*/ 10147069 w 10260549"/>
              <a:gd name="connsiteY3-232" fmla="*/ 5179133 h 10185642"/>
              <a:gd name="connsiteX4-233" fmla="*/ 8348630 w 10260549"/>
              <a:gd name="connsiteY4-234" fmla="*/ 8172112 h 10185642"/>
              <a:gd name="connsiteX5-235" fmla="*/ 5550356 w 10260549"/>
              <a:gd name="connsiteY5-236" fmla="*/ 10185374 h 10185642"/>
              <a:gd name="connsiteX6-237" fmla="*/ 1882517 w 10260549"/>
              <a:gd name="connsiteY6-238" fmla="*/ 8289677 h 10185642"/>
              <a:gd name="connsiteX7" fmla="*/ 53 w 10260549"/>
              <a:gd name="connsiteY7" fmla="*/ 5153008 h 10185642"/>
              <a:gd name="connsiteX0-239" fmla="*/ 53 w 10149893"/>
              <a:gd name="connsiteY0-240" fmla="*/ 5130410 h 10163044"/>
              <a:gd name="connsiteX1-241" fmla="*/ 1908643 w 10149893"/>
              <a:gd name="connsiteY1-242" fmla="*/ 2088347 h 10163044"/>
              <a:gd name="connsiteX2-243" fmla="*/ 5053967 w 10149893"/>
              <a:gd name="connsiteY2-244" fmla="*/ 71917 h 10163044"/>
              <a:gd name="connsiteX3-245" fmla="*/ 10029503 w 10149893"/>
              <a:gd name="connsiteY3-246" fmla="*/ 4673210 h 10163044"/>
              <a:gd name="connsiteX4-247" fmla="*/ 8348630 w 10149893"/>
              <a:gd name="connsiteY4-248" fmla="*/ 8149514 h 10163044"/>
              <a:gd name="connsiteX5-249" fmla="*/ 5550356 w 10149893"/>
              <a:gd name="connsiteY5-250" fmla="*/ 10162776 h 10163044"/>
              <a:gd name="connsiteX6-251" fmla="*/ 1882517 w 10149893"/>
              <a:gd name="connsiteY6-252" fmla="*/ 8267079 h 10163044"/>
              <a:gd name="connsiteX7-253" fmla="*/ 53 w 10149893"/>
              <a:gd name="connsiteY7-254" fmla="*/ 5130410 h 10163044"/>
              <a:gd name="connsiteX0-255" fmla="*/ 53 w 10141398"/>
              <a:gd name="connsiteY0-256" fmla="*/ 5130410 h 10163044"/>
              <a:gd name="connsiteX1-257" fmla="*/ 1908643 w 10141398"/>
              <a:gd name="connsiteY1-258" fmla="*/ 2088347 h 10163044"/>
              <a:gd name="connsiteX2-259" fmla="*/ 5053967 w 10141398"/>
              <a:gd name="connsiteY2-260" fmla="*/ 71917 h 10163044"/>
              <a:gd name="connsiteX3-261" fmla="*/ 10029503 w 10141398"/>
              <a:gd name="connsiteY3-262" fmla="*/ 4673210 h 10163044"/>
              <a:gd name="connsiteX4-263" fmla="*/ 8348630 w 10141398"/>
              <a:gd name="connsiteY4-264" fmla="*/ 8149514 h 10163044"/>
              <a:gd name="connsiteX5-265" fmla="*/ 5550356 w 10141398"/>
              <a:gd name="connsiteY5-266" fmla="*/ 10162776 h 10163044"/>
              <a:gd name="connsiteX6-267" fmla="*/ 1882517 w 10141398"/>
              <a:gd name="connsiteY6-268" fmla="*/ 8267079 h 10163044"/>
              <a:gd name="connsiteX7-269" fmla="*/ 53 w 10141398"/>
              <a:gd name="connsiteY7-270" fmla="*/ 5130410 h 10163044"/>
              <a:gd name="connsiteX0-271" fmla="*/ 53 w 10120825"/>
              <a:gd name="connsiteY0-272" fmla="*/ 5130410 h 10163044"/>
              <a:gd name="connsiteX1-273" fmla="*/ 1908643 w 10120825"/>
              <a:gd name="connsiteY1-274" fmla="*/ 2088347 h 10163044"/>
              <a:gd name="connsiteX2-275" fmla="*/ 5053967 w 10120825"/>
              <a:gd name="connsiteY2-276" fmla="*/ 71917 h 10163044"/>
              <a:gd name="connsiteX3-277" fmla="*/ 10029503 w 10120825"/>
              <a:gd name="connsiteY3-278" fmla="*/ 4673210 h 10163044"/>
              <a:gd name="connsiteX4-279" fmla="*/ 8348630 w 10120825"/>
              <a:gd name="connsiteY4-280" fmla="*/ 8149514 h 10163044"/>
              <a:gd name="connsiteX5-281" fmla="*/ 5550356 w 10120825"/>
              <a:gd name="connsiteY5-282" fmla="*/ 10162776 h 10163044"/>
              <a:gd name="connsiteX6-283" fmla="*/ 1882517 w 10120825"/>
              <a:gd name="connsiteY6-284" fmla="*/ 8267079 h 10163044"/>
              <a:gd name="connsiteX7-285" fmla="*/ 53 w 10120825"/>
              <a:gd name="connsiteY7-286" fmla="*/ 5130410 h 10163044"/>
              <a:gd name="connsiteX0-287" fmla="*/ 54 w 10120826"/>
              <a:gd name="connsiteY0-288" fmla="*/ 5130410 h 10163044"/>
              <a:gd name="connsiteX1-289" fmla="*/ 1908644 w 10120826"/>
              <a:gd name="connsiteY1-290" fmla="*/ 2088347 h 10163044"/>
              <a:gd name="connsiteX2-291" fmla="*/ 5053968 w 10120826"/>
              <a:gd name="connsiteY2-292" fmla="*/ 71917 h 10163044"/>
              <a:gd name="connsiteX3-293" fmla="*/ 10029504 w 10120826"/>
              <a:gd name="connsiteY3-294" fmla="*/ 4673210 h 10163044"/>
              <a:gd name="connsiteX4-295" fmla="*/ 8348631 w 10120826"/>
              <a:gd name="connsiteY4-296" fmla="*/ 8149514 h 10163044"/>
              <a:gd name="connsiteX5-297" fmla="*/ 5550357 w 10120826"/>
              <a:gd name="connsiteY5-298" fmla="*/ 10162776 h 10163044"/>
              <a:gd name="connsiteX6-299" fmla="*/ 1882518 w 10120826"/>
              <a:gd name="connsiteY6-300" fmla="*/ 8267079 h 10163044"/>
              <a:gd name="connsiteX7-301" fmla="*/ 54 w 10120826"/>
              <a:gd name="connsiteY7-302" fmla="*/ 5130410 h 10163044"/>
              <a:gd name="connsiteX0-303" fmla="*/ 54 w 10120826"/>
              <a:gd name="connsiteY0-304" fmla="*/ 5130410 h 10163044"/>
              <a:gd name="connsiteX1-305" fmla="*/ 1908644 w 10120826"/>
              <a:gd name="connsiteY1-306" fmla="*/ 2088347 h 10163044"/>
              <a:gd name="connsiteX2-307" fmla="*/ 5053968 w 10120826"/>
              <a:gd name="connsiteY2-308" fmla="*/ 71917 h 10163044"/>
              <a:gd name="connsiteX3-309" fmla="*/ 10029504 w 10120826"/>
              <a:gd name="connsiteY3-310" fmla="*/ 4673210 h 10163044"/>
              <a:gd name="connsiteX4-311" fmla="*/ 8348631 w 10120826"/>
              <a:gd name="connsiteY4-312" fmla="*/ 8149514 h 10163044"/>
              <a:gd name="connsiteX5-313" fmla="*/ 5550357 w 10120826"/>
              <a:gd name="connsiteY5-314" fmla="*/ 10162776 h 10163044"/>
              <a:gd name="connsiteX6-315" fmla="*/ 1882518 w 10120826"/>
              <a:gd name="connsiteY6-316" fmla="*/ 8267079 h 10163044"/>
              <a:gd name="connsiteX7-317" fmla="*/ 54 w 10120826"/>
              <a:gd name="connsiteY7-318" fmla="*/ 5130410 h 10163044"/>
              <a:gd name="connsiteX0-319" fmla="*/ 54 w 10107041"/>
              <a:gd name="connsiteY0-320" fmla="*/ 5130410 h 10163044"/>
              <a:gd name="connsiteX1-321" fmla="*/ 1894859 w 10107041"/>
              <a:gd name="connsiteY1-322" fmla="*/ 2088347 h 10163044"/>
              <a:gd name="connsiteX2-323" fmla="*/ 5040183 w 10107041"/>
              <a:gd name="connsiteY2-324" fmla="*/ 71917 h 10163044"/>
              <a:gd name="connsiteX3-325" fmla="*/ 10015719 w 10107041"/>
              <a:gd name="connsiteY3-326" fmla="*/ 4673210 h 10163044"/>
              <a:gd name="connsiteX4-327" fmla="*/ 8334846 w 10107041"/>
              <a:gd name="connsiteY4-328" fmla="*/ 8149514 h 10163044"/>
              <a:gd name="connsiteX5-329" fmla="*/ 5536572 w 10107041"/>
              <a:gd name="connsiteY5-330" fmla="*/ 10162776 h 10163044"/>
              <a:gd name="connsiteX6-331" fmla="*/ 1868733 w 10107041"/>
              <a:gd name="connsiteY6-332" fmla="*/ 8267079 h 10163044"/>
              <a:gd name="connsiteX7-333" fmla="*/ 54 w 10107041"/>
              <a:gd name="connsiteY7-334" fmla="*/ 5130410 h 10163044"/>
              <a:gd name="connsiteX0-335" fmla="*/ 54 w 10130736"/>
              <a:gd name="connsiteY0-336" fmla="*/ 4928866 h 9961500"/>
              <a:gd name="connsiteX1-337" fmla="*/ 1894859 w 10130736"/>
              <a:gd name="connsiteY1-338" fmla="*/ 1886803 h 9961500"/>
              <a:gd name="connsiteX2-339" fmla="*/ 5139037 w 10130736"/>
              <a:gd name="connsiteY2-340" fmla="*/ 80438 h 9961500"/>
              <a:gd name="connsiteX3-341" fmla="*/ 10015719 w 10130736"/>
              <a:gd name="connsiteY3-342" fmla="*/ 4471666 h 9961500"/>
              <a:gd name="connsiteX4-343" fmla="*/ 8334846 w 10130736"/>
              <a:gd name="connsiteY4-344" fmla="*/ 7947970 h 9961500"/>
              <a:gd name="connsiteX5-345" fmla="*/ 5536572 w 10130736"/>
              <a:gd name="connsiteY5-346" fmla="*/ 9961232 h 9961500"/>
              <a:gd name="connsiteX6-347" fmla="*/ 1868733 w 10130736"/>
              <a:gd name="connsiteY6-348" fmla="*/ 8065535 h 9961500"/>
              <a:gd name="connsiteX7-349" fmla="*/ 54 w 10130736"/>
              <a:gd name="connsiteY7-350" fmla="*/ 4928866 h 9961500"/>
              <a:gd name="connsiteX0-351" fmla="*/ 54 w 10130736"/>
              <a:gd name="connsiteY0-352" fmla="*/ 4848429 h 9881063"/>
              <a:gd name="connsiteX1-353" fmla="*/ 1894859 w 10130736"/>
              <a:gd name="connsiteY1-354" fmla="*/ 1806366 h 9881063"/>
              <a:gd name="connsiteX2-355" fmla="*/ 5139037 w 10130736"/>
              <a:gd name="connsiteY2-356" fmla="*/ 1 h 9881063"/>
              <a:gd name="connsiteX3-357" fmla="*/ 10015719 w 10130736"/>
              <a:gd name="connsiteY3-358" fmla="*/ 4391229 h 9881063"/>
              <a:gd name="connsiteX4-359" fmla="*/ 8334846 w 10130736"/>
              <a:gd name="connsiteY4-360" fmla="*/ 7867533 h 9881063"/>
              <a:gd name="connsiteX5-361" fmla="*/ 5536572 w 10130736"/>
              <a:gd name="connsiteY5-362" fmla="*/ 9880795 h 9881063"/>
              <a:gd name="connsiteX6-363" fmla="*/ 1868733 w 10130736"/>
              <a:gd name="connsiteY6-364" fmla="*/ 7985098 h 9881063"/>
              <a:gd name="connsiteX7-365" fmla="*/ 54 w 10130736"/>
              <a:gd name="connsiteY7-366" fmla="*/ 4848429 h 9881063"/>
              <a:gd name="connsiteX0-367" fmla="*/ 54 w 10130736"/>
              <a:gd name="connsiteY0-368" fmla="*/ 5021423 h 10054057"/>
              <a:gd name="connsiteX1-369" fmla="*/ 1894859 w 10130736"/>
              <a:gd name="connsiteY1-370" fmla="*/ 1979360 h 10054057"/>
              <a:gd name="connsiteX2-371" fmla="*/ 5139037 w 10130736"/>
              <a:gd name="connsiteY2-372" fmla="*/ 0 h 10054057"/>
              <a:gd name="connsiteX3-373" fmla="*/ 10015719 w 10130736"/>
              <a:gd name="connsiteY3-374" fmla="*/ 4564223 h 10054057"/>
              <a:gd name="connsiteX4-375" fmla="*/ 8334846 w 10130736"/>
              <a:gd name="connsiteY4-376" fmla="*/ 8040527 h 10054057"/>
              <a:gd name="connsiteX5-377" fmla="*/ 5536572 w 10130736"/>
              <a:gd name="connsiteY5-378" fmla="*/ 10053789 h 10054057"/>
              <a:gd name="connsiteX6-379" fmla="*/ 1868733 w 10130736"/>
              <a:gd name="connsiteY6-380" fmla="*/ 8158092 h 10054057"/>
              <a:gd name="connsiteX7-381" fmla="*/ 54 w 10130736"/>
              <a:gd name="connsiteY7-382" fmla="*/ 5021423 h 10054057"/>
              <a:gd name="connsiteX0-383" fmla="*/ 54 w 10130736"/>
              <a:gd name="connsiteY0-384" fmla="*/ 5022202 h 10054836"/>
              <a:gd name="connsiteX1-385" fmla="*/ 1894859 w 10130736"/>
              <a:gd name="connsiteY1-386" fmla="*/ 1980139 h 10054836"/>
              <a:gd name="connsiteX2-387" fmla="*/ 5139037 w 10130736"/>
              <a:gd name="connsiteY2-388" fmla="*/ 779 h 10054836"/>
              <a:gd name="connsiteX3-389" fmla="*/ 10015719 w 10130736"/>
              <a:gd name="connsiteY3-390" fmla="*/ 4565002 h 10054836"/>
              <a:gd name="connsiteX4-391" fmla="*/ 8334846 w 10130736"/>
              <a:gd name="connsiteY4-392" fmla="*/ 8041306 h 10054836"/>
              <a:gd name="connsiteX5-393" fmla="*/ 5536572 w 10130736"/>
              <a:gd name="connsiteY5-394" fmla="*/ 10054568 h 10054836"/>
              <a:gd name="connsiteX6-395" fmla="*/ 1868733 w 10130736"/>
              <a:gd name="connsiteY6-396" fmla="*/ 8158871 h 10054836"/>
              <a:gd name="connsiteX7-397" fmla="*/ 54 w 10130736"/>
              <a:gd name="connsiteY7-398" fmla="*/ 5022202 h 10054836"/>
              <a:gd name="connsiteX0-399" fmla="*/ 54 w 10017214"/>
              <a:gd name="connsiteY0-400" fmla="*/ 5021946 h 10054580"/>
              <a:gd name="connsiteX1-401" fmla="*/ 1894859 w 10017214"/>
              <a:gd name="connsiteY1-402" fmla="*/ 1979883 h 10054580"/>
              <a:gd name="connsiteX2-403" fmla="*/ 5139037 w 10017214"/>
              <a:gd name="connsiteY2-404" fmla="*/ 523 h 10054580"/>
              <a:gd name="connsiteX3-405" fmla="*/ 8067587 w 10017214"/>
              <a:gd name="connsiteY3-406" fmla="*/ 1813597 h 10054580"/>
              <a:gd name="connsiteX4-407" fmla="*/ 10015719 w 10017214"/>
              <a:gd name="connsiteY4-408" fmla="*/ 4564746 h 10054580"/>
              <a:gd name="connsiteX5-409" fmla="*/ 8334846 w 10017214"/>
              <a:gd name="connsiteY5-410" fmla="*/ 8041050 h 10054580"/>
              <a:gd name="connsiteX6-411" fmla="*/ 5536572 w 10017214"/>
              <a:gd name="connsiteY6-412" fmla="*/ 10054312 h 10054580"/>
              <a:gd name="connsiteX7-413" fmla="*/ 1868733 w 10017214"/>
              <a:gd name="connsiteY7-414" fmla="*/ 8158615 h 10054580"/>
              <a:gd name="connsiteX8" fmla="*/ 54 w 10017214"/>
              <a:gd name="connsiteY8" fmla="*/ 5021946 h 10054580"/>
              <a:gd name="connsiteX0-415" fmla="*/ 54 w 10017214"/>
              <a:gd name="connsiteY0-416" fmla="*/ 5021723 h 10054357"/>
              <a:gd name="connsiteX1-417" fmla="*/ 1894859 w 10017214"/>
              <a:gd name="connsiteY1-418" fmla="*/ 1979660 h 10054357"/>
              <a:gd name="connsiteX2-419" fmla="*/ 5139037 w 10017214"/>
              <a:gd name="connsiteY2-420" fmla="*/ 300 h 10054357"/>
              <a:gd name="connsiteX3-421" fmla="*/ 8067587 w 10017214"/>
              <a:gd name="connsiteY3-422" fmla="*/ 1813374 h 10054357"/>
              <a:gd name="connsiteX4-423" fmla="*/ 10015719 w 10017214"/>
              <a:gd name="connsiteY4-424" fmla="*/ 4564523 h 10054357"/>
              <a:gd name="connsiteX5-425" fmla="*/ 8334846 w 10017214"/>
              <a:gd name="connsiteY5-426" fmla="*/ 8040827 h 10054357"/>
              <a:gd name="connsiteX6-427" fmla="*/ 5536572 w 10017214"/>
              <a:gd name="connsiteY6-428" fmla="*/ 10054089 h 10054357"/>
              <a:gd name="connsiteX7-429" fmla="*/ 1868733 w 10017214"/>
              <a:gd name="connsiteY7-430" fmla="*/ 8158392 h 10054357"/>
              <a:gd name="connsiteX8-431" fmla="*/ 54 w 10017214"/>
              <a:gd name="connsiteY8-432" fmla="*/ 5021723 h 10054357"/>
              <a:gd name="connsiteX0-433" fmla="*/ 54 w 10017214"/>
              <a:gd name="connsiteY0-434" fmla="*/ 5023500 h 10056134"/>
              <a:gd name="connsiteX1-435" fmla="*/ 1894859 w 10017214"/>
              <a:gd name="connsiteY1-436" fmla="*/ 1981437 h 10056134"/>
              <a:gd name="connsiteX2-437" fmla="*/ 5139037 w 10017214"/>
              <a:gd name="connsiteY2-438" fmla="*/ 2077 h 10056134"/>
              <a:gd name="connsiteX3-439" fmla="*/ 8067587 w 10017214"/>
              <a:gd name="connsiteY3-440" fmla="*/ 1815151 h 10056134"/>
              <a:gd name="connsiteX4-441" fmla="*/ 10015719 w 10017214"/>
              <a:gd name="connsiteY4-442" fmla="*/ 4566300 h 10056134"/>
              <a:gd name="connsiteX5-443" fmla="*/ 8334846 w 10017214"/>
              <a:gd name="connsiteY5-444" fmla="*/ 8042604 h 10056134"/>
              <a:gd name="connsiteX6-445" fmla="*/ 5536572 w 10017214"/>
              <a:gd name="connsiteY6-446" fmla="*/ 10055866 h 10056134"/>
              <a:gd name="connsiteX7-447" fmla="*/ 1868733 w 10017214"/>
              <a:gd name="connsiteY7-448" fmla="*/ 8160169 h 10056134"/>
              <a:gd name="connsiteX8-449" fmla="*/ 54 w 10017214"/>
              <a:gd name="connsiteY8-450" fmla="*/ 5023500 h 10056134"/>
              <a:gd name="connsiteX0-451" fmla="*/ 54 w 10140617"/>
              <a:gd name="connsiteY0-452" fmla="*/ 5023500 h 10056134"/>
              <a:gd name="connsiteX1-453" fmla="*/ 1894859 w 10140617"/>
              <a:gd name="connsiteY1-454" fmla="*/ 1981437 h 10056134"/>
              <a:gd name="connsiteX2-455" fmla="*/ 5139037 w 10140617"/>
              <a:gd name="connsiteY2-456" fmla="*/ 2077 h 10056134"/>
              <a:gd name="connsiteX3-457" fmla="*/ 8067587 w 10140617"/>
              <a:gd name="connsiteY3-458" fmla="*/ 1815151 h 10056134"/>
              <a:gd name="connsiteX4-459" fmla="*/ 10139286 w 10140617"/>
              <a:gd name="connsiteY4-460" fmla="*/ 5085284 h 10056134"/>
              <a:gd name="connsiteX5-461" fmla="*/ 8334846 w 10140617"/>
              <a:gd name="connsiteY5-462" fmla="*/ 8042604 h 10056134"/>
              <a:gd name="connsiteX6-463" fmla="*/ 5536572 w 10140617"/>
              <a:gd name="connsiteY6-464" fmla="*/ 10055866 h 10056134"/>
              <a:gd name="connsiteX7-465" fmla="*/ 1868733 w 10140617"/>
              <a:gd name="connsiteY7-466" fmla="*/ 8160169 h 10056134"/>
              <a:gd name="connsiteX8-467" fmla="*/ 54 w 10140617"/>
              <a:gd name="connsiteY8-468" fmla="*/ 5023500 h 10056134"/>
              <a:gd name="connsiteX0-469" fmla="*/ 54 w 10141707"/>
              <a:gd name="connsiteY0-470" fmla="*/ 5023500 h 10056134"/>
              <a:gd name="connsiteX1-471" fmla="*/ 1894859 w 10141707"/>
              <a:gd name="connsiteY1-472" fmla="*/ 1981437 h 10056134"/>
              <a:gd name="connsiteX2-473" fmla="*/ 5139037 w 10141707"/>
              <a:gd name="connsiteY2-474" fmla="*/ 2077 h 10056134"/>
              <a:gd name="connsiteX3-475" fmla="*/ 8067587 w 10141707"/>
              <a:gd name="connsiteY3-476" fmla="*/ 1815151 h 10056134"/>
              <a:gd name="connsiteX4-477" fmla="*/ 10139286 w 10141707"/>
              <a:gd name="connsiteY4-478" fmla="*/ 5085284 h 10056134"/>
              <a:gd name="connsiteX5-479" fmla="*/ 8334846 w 10141707"/>
              <a:gd name="connsiteY5-480" fmla="*/ 8042604 h 10056134"/>
              <a:gd name="connsiteX6-481" fmla="*/ 5536572 w 10141707"/>
              <a:gd name="connsiteY6-482" fmla="*/ 10055866 h 10056134"/>
              <a:gd name="connsiteX7-483" fmla="*/ 1868733 w 10141707"/>
              <a:gd name="connsiteY7-484" fmla="*/ 8160169 h 10056134"/>
              <a:gd name="connsiteX8-485" fmla="*/ 54 w 10141707"/>
              <a:gd name="connsiteY8-486" fmla="*/ 5023500 h 10056134"/>
              <a:gd name="connsiteX0-487" fmla="*/ 54 w 10141509"/>
              <a:gd name="connsiteY0-488" fmla="*/ 5023500 h 10056134"/>
              <a:gd name="connsiteX1-489" fmla="*/ 1894859 w 10141509"/>
              <a:gd name="connsiteY1-490" fmla="*/ 1981437 h 10056134"/>
              <a:gd name="connsiteX2-491" fmla="*/ 5139037 w 10141509"/>
              <a:gd name="connsiteY2-492" fmla="*/ 2077 h 10056134"/>
              <a:gd name="connsiteX3-493" fmla="*/ 8067587 w 10141509"/>
              <a:gd name="connsiteY3-494" fmla="*/ 1815151 h 10056134"/>
              <a:gd name="connsiteX4-495" fmla="*/ 10139286 w 10141509"/>
              <a:gd name="connsiteY4-496" fmla="*/ 5085284 h 10056134"/>
              <a:gd name="connsiteX5-497" fmla="*/ 8334846 w 10141509"/>
              <a:gd name="connsiteY5-498" fmla="*/ 8042604 h 10056134"/>
              <a:gd name="connsiteX6-499" fmla="*/ 5536572 w 10141509"/>
              <a:gd name="connsiteY6-500" fmla="*/ 10055866 h 10056134"/>
              <a:gd name="connsiteX7-501" fmla="*/ 1868733 w 10141509"/>
              <a:gd name="connsiteY7-502" fmla="*/ 8160169 h 10056134"/>
              <a:gd name="connsiteX8-503" fmla="*/ 54 w 10141509"/>
              <a:gd name="connsiteY8-504" fmla="*/ 5023500 h 10056134"/>
              <a:gd name="connsiteX0-505" fmla="*/ 54 w 10139298"/>
              <a:gd name="connsiteY0-506" fmla="*/ 5023500 h 10056134"/>
              <a:gd name="connsiteX1-507" fmla="*/ 1894859 w 10139298"/>
              <a:gd name="connsiteY1-508" fmla="*/ 1981437 h 10056134"/>
              <a:gd name="connsiteX2-509" fmla="*/ 5139037 w 10139298"/>
              <a:gd name="connsiteY2-510" fmla="*/ 2077 h 10056134"/>
              <a:gd name="connsiteX3-511" fmla="*/ 8067587 w 10139298"/>
              <a:gd name="connsiteY3-512" fmla="*/ 1815151 h 10056134"/>
              <a:gd name="connsiteX4-513" fmla="*/ 10139286 w 10139298"/>
              <a:gd name="connsiteY4-514" fmla="*/ 5085284 h 10056134"/>
              <a:gd name="connsiteX5-515" fmla="*/ 8334846 w 10139298"/>
              <a:gd name="connsiteY5-516" fmla="*/ 8042604 h 10056134"/>
              <a:gd name="connsiteX6-517" fmla="*/ 5536572 w 10139298"/>
              <a:gd name="connsiteY6-518" fmla="*/ 10055866 h 10056134"/>
              <a:gd name="connsiteX7-519" fmla="*/ 1868733 w 10139298"/>
              <a:gd name="connsiteY7-520" fmla="*/ 8160169 h 10056134"/>
              <a:gd name="connsiteX8-521" fmla="*/ 54 w 10139298"/>
              <a:gd name="connsiteY8-522" fmla="*/ 5023500 h 10056134"/>
              <a:gd name="connsiteX0-523" fmla="*/ 54 w 10140192"/>
              <a:gd name="connsiteY0-524" fmla="*/ 5023500 h 10056134"/>
              <a:gd name="connsiteX1-525" fmla="*/ 1894859 w 10140192"/>
              <a:gd name="connsiteY1-526" fmla="*/ 1981437 h 10056134"/>
              <a:gd name="connsiteX2-527" fmla="*/ 5139037 w 10140192"/>
              <a:gd name="connsiteY2-528" fmla="*/ 2077 h 10056134"/>
              <a:gd name="connsiteX3-529" fmla="*/ 8067587 w 10140192"/>
              <a:gd name="connsiteY3-530" fmla="*/ 1815151 h 10056134"/>
              <a:gd name="connsiteX4-531" fmla="*/ 10139286 w 10140192"/>
              <a:gd name="connsiteY4-532" fmla="*/ 5085284 h 10056134"/>
              <a:gd name="connsiteX5-533" fmla="*/ 8334846 w 10140192"/>
              <a:gd name="connsiteY5-534" fmla="*/ 8042604 h 10056134"/>
              <a:gd name="connsiteX6-535" fmla="*/ 5536572 w 10140192"/>
              <a:gd name="connsiteY6-536" fmla="*/ 10055866 h 10056134"/>
              <a:gd name="connsiteX7-537" fmla="*/ 1868733 w 10140192"/>
              <a:gd name="connsiteY7-538" fmla="*/ 8160169 h 10056134"/>
              <a:gd name="connsiteX8-539" fmla="*/ 54 w 10140192"/>
              <a:gd name="connsiteY8-540" fmla="*/ 5023500 h 10056134"/>
              <a:gd name="connsiteX0-541" fmla="*/ 54 w 10140192"/>
              <a:gd name="connsiteY0-542" fmla="*/ 5023500 h 10154965"/>
              <a:gd name="connsiteX1-543" fmla="*/ 1894859 w 10140192"/>
              <a:gd name="connsiteY1-544" fmla="*/ 1981437 h 10154965"/>
              <a:gd name="connsiteX2-545" fmla="*/ 5139037 w 10140192"/>
              <a:gd name="connsiteY2-546" fmla="*/ 2077 h 10154965"/>
              <a:gd name="connsiteX3-547" fmla="*/ 8067587 w 10140192"/>
              <a:gd name="connsiteY3-548" fmla="*/ 1815151 h 10154965"/>
              <a:gd name="connsiteX4-549" fmla="*/ 10139286 w 10140192"/>
              <a:gd name="connsiteY4-550" fmla="*/ 5085284 h 10154965"/>
              <a:gd name="connsiteX5-551" fmla="*/ 8334846 w 10140192"/>
              <a:gd name="connsiteY5-552" fmla="*/ 8042604 h 10154965"/>
              <a:gd name="connsiteX6-553" fmla="*/ 5178226 w 10140192"/>
              <a:gd name="connsiteY6-554" fmla="*/ 10154720 h 10154965"/>
              <a:gd name="connsiteX7-555" fmla="*/ 1868733 w 10140192"/>
              <a:gd name="connsiteY7-556" fmla="*/ 8160169 h 10154965"/>
              <a:gd name="connsiteX8-557" fmla="*/ 54 w 10140192"/>
              <a:gd name="connsiteY8-558" fmla="*/ 5023500 h 10154965"/>
              <a:gd name="connsiteX0-559" fmla="*/ 54 w 10140192"/>
              <a:gd name="connsiteY0-560" fmla="*/ 5023500 h 10156343"/>
              <a:gd name="connsiteX1-561" fmla="*/ 1894859 w 10140192"/>
              <a:gd name="connsiteY1-562" fmla="*/ 1981437 h 10156343"/>
              <a:gd name="connsiteX2-563" fmla="*/ 5139037 w 10140192"/>
              <a:gd name="connsiteY2-564" fmla="*/ 2077 h 10156343"/>
              <a:gd name="connsiteX3-565" fmla="*/ 8067587 w 10140192"/>
              <a:gd name="connsiteY3-566" fmla="*/ 1815151 h 10156343"/>
              <a:gd name="connsiteX4-567" fmla="*/ 10139286 w 10140192"/>
              <a:gd name="connsiteY4-568" fmla="*/ 5085284 h 10156343"/>
              <a:gd name="connsiteX5-569" fmla="*/ 8334846 w 10140192"/>
              <a:gd name="connsiteY5-570" fmla="*/ 8042604 h 10156343"/>
              <a:gd name="connsiteX6-571" fmla="*/ 5178226 w 10140192"/>
              <a:gd name="connsiteY6-572" fmla="*/ 10154720 h 10156343"/>
              <a:gd name="connsiteX7-573" fmla="*/ 1868733 w 10140192"/>
              <a:gd name="connsiteY7-574" fmla="*/ 8160169 h 10156343"/>
              <a:gd name="connsiteX8-575" fmla="*/ 54 w 10140192"/>
              <a:gd name="connsiteY8-576" fmla="*/ 5023500 h 10156343"/>
              <a:gd name="connsiteX0-577" fmla="*/ 54 w 10140192"/>
              <a:gd name="connsiteY0-578" fmla="*/ 5023500 h 10156343"/>
              <a:gd name="connsiteX1-579" fmla="*/ 1894859 w 10140192"/>
              <a:gd name="connsiteY1-580" fmla="*/ 1981437 h 10156343"/>
              <a:gd name="connsiteX2-581" fmla="*/ 5139037 w 10140192"/>
              <a:gd name="connsiteY2-582" fmla="*/ 2077 h 10156343"/>
              <a:gd name="connsiteX3-583" fmla="*/ 8067587 w 10140192"/>
              <a:gd name="connsiteY3-584" fmla="*/ 1815151 h 10156343"/>
              <a:gd name="connsiteX4-585" fmla="*/ 10139286 w 10140192"/>
              <a:gd name="connsiteY4-586" fmla="*/ 5085284 h 10156343"/>
              <a:gd name="connsiteX5-587" fmla="*/ 8334846 w 10140192"/>
              <a:gd name="connsiteY5-588" fmla="*/ 8042604 h 10156343"/>
              <a:gd name="connsiteX6-589" fmla="*/ 5178226 w 10140192"/>
              <a:gd name="connsiteY6-590" fmla="*/ 10154720 h 10156343"/>
              <a:gd name="connsiteX7-591" fmla="*/ 1868733 w 10140192"/>
              <a:gd name="connsiteY7-592" fmla="*/ 8160169 h 10156343"/>
              <a:gd name="connsiteX8-593" fmla="*/ 54 w 10140192"/>
              <a:gd name="connsiteY8-594" fmla="*/ 5023500 h 10156343"/>
              <a:gd name="connsiteX0-595" fmla="*/ 54 w 10140192"/>
              <a:gd name="connsiteY0-596" fmla="*/ 5023500 h 10155931"/>
              <a:gd name="connsiteX1-597" fmla="*/ 1894859 w 10140192"/>
              <a:gd name="connsiteY1-598" fmla="*/ 1981437 h 10155931"/>
              <a:gd name="connsiteX2-599" fmla="*/ 5139037 w 10140192"/>
              <a:gd name="connsiteY2-600" fmla="*/ 2077 h 10155931"/>
              <a:gd name="connsiteX3-601" fmla="*/ 8067587 w 10140192"/>
              <a:gd name="connsiteY3-602" fmla="*/ 1815151 h 10155931"/>
              <a:gd name="connsiteX4-603" fmla="*/ 10139286 w 10140192"/>
              <a:gd name="connsiteY4-604" fmla="*/ 5085284 h 10155931"/>
              <a:gd name="connsiteX5-605" fmla="*/ 8334846 w 10140192"/>
              <a:gd name="connsiteY5-606" fmla="*/ 8042604 h 10155931"/>
              <a:gd name="connsiteX6-607" fmla="*/ 5178226 w 10140192"/>
              <a:gd name="connsiteY6-608" fmla="*/ 10154720 h 10155931"/>
              <a:gd name="connsiteX7-609" fmla="*/ 1868733 w 10140192"/>
              <a:gd name="connsiteY7-610" fmla="*/ 8160169 h 10155931"/>
              <a:gd name="connsiteX8-611" fmla="*/ 54 w 10140192"/>
              <a:gd name="connsiteY8-612" fmla="*/ 5023500 h 10155931"/>
              <a:gd name="connsiteX0-613" fmla="*/ 54 w 10140192"/>
              <a:gd name="connsiteY0-614" fmla="*/ 5023500 h 10155931"/>
              <a:gd name="connsiteX1-615" fmla="*/ 1894859 w 10140192"/>
              <a:gd name="connsiteY1-616" fmla="*/ 1981437 h 10155931"/>
              <a:gd name="connsiteX2-617" fmla="*/ 5139037 w 10140192"/>
              <a:gd name="connsiteY2-618" fmla="*/ 2077 h 10155931"/>
              <a:gd name="connsiteX3-619" fmla="*/ 8067587 w 10140192"/>
              <a:gd name="connsiteY3-620" fmla="*/ 1815151 h 10155931"/>
              <a:gd name="connsiteX4-621" fmla="*/ 10139286 w 10140192"/>
              <a:gd name="connsiteY4-622" fmla="*/ 5085284 h 10155931"/>
              <a:gd name="connsiteX5-623" fmla="*/ 8334846 w 10140192"/>
              <a:gd name="connsiteY5-624" fmla="*/ 8042604 h 10155931"/>
              <a:gd name="connsiteX6-625" fmla="*/ 5178226 w 10140192"/>
              <a:gd name="connsiteY6-626" fmla="*/ 10154720 h 10155931"/>
              <a:gd name="connsiteX7-627" fmla="*/ 1868733 w 10140192"/>
              <a:gd name="connsiteY7-628" fmla="*/ 8160169 h 10155931"/>
              <a:gd name="connsiteX8-629" fmla="*/ 54 w 10140192"/>
              <a:gd name="connsiteY8-630" fmla="*/ 5023500 h 10155931"/>
              <a:gd name="connsiteX0-631" fmla="*/ 3857 w 10143995"/>
              <a:gd name="connsiteY0-632" fmla="*/ 5023500 h 10155931"/>
              <a:gd name="connsiteX1-633" fmla="*/ 1898662 w 10143995"/>
              <a:gd name="connsiteY1-634" fmla="*/ 1981437 h 10155931"/>
              <a:gd name="connsiteX2-635" fmla="*/ 5142840 w 10143995"/>
              <a:gd name="connsiteY2-636" fmla="*/ 2077 h 10155931"/>
              <a:gd name="connsiteX3-637" fmla="*/ 8071390 w 10143995"/>
              <a:gd name="connsiteY3-638" fmla="*/ 1815151 h 10155931"/>
              <a:gd name="connsiteX4-639" fmla="*/ 10143089 w 10143995"/>
              <a:gd name="connsiteY4-640" fmla="*/ 5085284 h 10155931"/>
              <a:gd name="connsiteX5-641" fmla="*/ 8338649 w 10143995"/>
              <a:gd name="connsiteY5-642" fmla="*/ 8042604 h 10155931"/>
              <a:gd name="connsiteX6-643" fmla="*/ 5182029 w 10143995"/>
              <a:gd name="connsiteY6-644" fmla="*/ 10154720 h 10155931"/>
              <a:gd name="connsiteX7-645" fmla="*/ 1872536 w 10143995"/>
              <a:gd name="connsiteY7-646" fmla="*/ 8160169 h 10155931"/>
              <a:gd name="connsiteX8-647" fmla="*/ 3857 w 10143995"/>
              <a:gd name="connsiteY8-648" fmla="*/ 5023500 h 10155931"/>
              <a:gd name="connsiteX0-649" fmla="*/ 3857 w 10143995"/>
              <a:gd name="connsiteY0-650" fmla="*/ 5023500 h 10155907"/>
              <a:gd name="connsiteX1-651" fmla="*/ 1898662 w 10143995"/>
              <a:gd name="connsiteY1-652" fmla="*/ 1981437 h 10155907"/>
              <a:gd name="connsiteX2-653" fmla="*/ 5142840 w 10143995"/>
              <a:gd name="connsiteY2-654" fmla="*/ 2077 h 10155907"/>
              <a:gd name="connsiteX3-655" fmla="*/ 8071390 w 10143995"/>
              <a:gd name="connsiteY3-656" fmla="*/ 1815151 h 10155907"/>
              <a:gd name="connsiteX4-657" fmla="*/ 10143089 w 10143995"/>
              <a:gd name="connsiteY4-658" fmla="*/ 5085284 h 10155907"/>
              <a:gd name="connsiteX5-659" fmla="*/ 8338649 w 10143995"/>
              <a:gd name="connsiteY5-660" fmla="*/ 8042604 h 10155907"/>
              <a:gd name="connsiteX6-661" fmla="*/ 5182029 w 10143995"/>
              <a:gd name="connsiteY6-662" fmla="*/ 10154720 h 10155907"/>
              <a:gd name="connsiteX7-663" fmla="*/ 1872536 w 10143995"/>
              <a:gd name="connsiteY7-664" fmla="*/ 8160169 h 10155907"/>
              <a:gd name="connsiteX8-665" fmla="*/ 3857 w 10143995"/>
              <a:gd name="connsiteY8-666" fmla="*/ 5023500 h 10155907"/>
              <a:gd name="connsiteX0-667" fmla="*/ 57 w 10140195"/>
              <a:gd name="connsiteY0-668" fmla="*/ 5023500 h 10155907"/>
              <a:gd name="connsiteX1-669" fmla="*/ 1894862 w 10140195"/>
              <a:gd name="connsiteY1-670" fmla="*/ 1981437 h 10155907"/>
              <a:gd name="connsiteX2-671" fmla="*/ 5139040 w 10140195"/>
              <a:gd name="connsiteY2-672" fmla="*/ 2077 h 10155907"/>
              <a:gd name="connsiteX3-673" fmla="*/ 8067590 w 10140195"/>
              <a:gd name="connsiteY3-674" fmla="*/ 1815151 h 10155907"/>
              <a:gd name="connsiteX4-675" fmla="*/ 10139289 w 10140195"/>
              <a:gd name="connsiteY4-676" fmla="*/ 5085284 h 10155907"/>
              <a:gd name="connsiteX5-677" fmla="*/ 8334849 w 10140195"/>
              <a:gd name="connsiteY5-678" fmla="*/ 8042604 h 10155907"/>
              <a:gd name="connsiteX6-679" fmla="*/ 5178229 w 10140195"/>
              <a:gd name="connsiteY6-680" fmla="*/ 10154720 h 10155907"/>
              <a:gd name="connsiteX7-681" fmla="*/ 1868736 w 10140195"/>
              <a:gd name="connsiteY7-682" fmla="*/ 8160169 h 10155907"/>
              <a:gd name="connsiteX8-683" fmla="*/ 57 w 10140195"/>
              <a:gd name="connsiteY8-684" fmla="*/ 5023500 h 10155907"/>
              <a:gd name="connsiteX0-685" fmla="*/ 787 w 10140925"/>
              <a:gd name="connsiteY0-686" fmla="*/ 5023500 h 10155907"/>
              <a:gd name="connsiteX1-687" fmla="*/ 1895592 w 10140925"/>
              <a:gd name="connsiteY1-688" fmla="*/ 1981437 h 10155907"/>
              <a:gd name="connsiteX2-689" fmla="*/ 5139770 w 10140925"/>
              <a:gd name="connsiteY2-690" fmla="*/ 2077 h 10155907"/>
              <a:gd name="connsiteX3-691" fmla="*/ 8068320 w 10140925"/>
              <a:gd name="connsiteY3-692" fmla="*/ 1815151 h 10155907"/>
              <a:gd name="connsiteX4-693" fmla="*/ 10140019 w 10140925"/>
              <a:gd name="connsiteY4-694" fmla="*/ 5085284 h 10155907"/>
              <a:gd name="connsiteX5-695" fmla="*/ 8335579 w 10140925"/>
              <a:gd name="connsiteY5-696" fmla="*/ 8042604 h 10155907"/>
              <a:gd name="connsiteX6-697" fmla="*/ 5178959 w 10140925"/>
              <a:gd name="connsiteY6-698" fmla="*/ 10154720 h 10155907"/>
              <a:gd name="connsiteX7-699" fmla="*/ 1869466 w 10140925"/>
              <a:gd name="connsiteY7-700" fmla="*/ 8160169 h 10155907"/>
              <a:gd name="connsiteX8-701" fmla="*/ 787 w 10140925"/>
              <a:gd name="connsiteY8-702" fmla="*/ 5023500 h 10155907"/>
              <a:gd name="connsiteX0-703" fmla="*/ 787 w 10140925"/>
              <a:gd name="connsiteY0-704" fmla="*/ 5023500 h 10155907"/>
              <a:gd name="connsiteX1-705" fmla="*/ 1895592 w 10140925"/>
              <a:gd name="connsiteY1-706" fmla="*/ 1981437 h 10155907"/>
              <a:gd name="connsiteX2-707" fmla="*/ 5139770 w 10140925"/>
              <a:gd name="connsiteY2-708" fmla="*/ 2077 h 10155907"/>
              <a:gd name="connsiteX3-709" fmla="*/ 8068320 w 10140925"/>
              <a:gd name="connsiteY3-710" fmla="*/ 1815151 h 10155907"/>
              <a:gd name="connsiteX4-711" fmla="*/ 10140019 w 10140925"/>
              <a:gd name="connsiteY4-712" fmla="*/ 5085284 h 10155907"/>
              <a:gd name="connsiteX5-713" fmla="*/ 8335579 w 10140925"/>
              <a:gd name="connsiteY5-714" fmla="*/ 8042604 h 10155907"/>
              <a:gd name="connsiteX6-715" fmla="*/ 5178959 w 10140925"/>
              <a:gd name="connsiteY6-716" fmla="*/ 10154720 h 10155907"/>
              <a:gd name="connsiteX7-717" fmla="*/ 1869466 w 10140925"/>
              <a:gd name="connsiteY7-718" fmla="*/ 8160169 h 10155907"/>
              <a:gd name="connsiteX8-719" fmla="*/ 787 w 10140925"/>
              <a:gd name="connsiteY8-720" fmla="*/ 5023500 h 10155907"/>
              <a:gd name="connsiteX0-721" fmla="*/ 787 w 10140925"/>
              <a:gd name="connsiteY0-722" fmla="*/ 5023480 h 10155887"/>
              <a:gd name="connsiteX1-723" fmla="*/ 1895592 w 10140925"/>
              <a:gd name="connsiteY1-724" fmla="*/ 1981417 h 10155887"/>
              <a:gd name="connsiteX2-725" fmla="*/ 5139770 w 10140925"/>
              <a:gd name="connsiteY2-726" fmla="*/ 2057 h 10155887"/>
              <a:gd name="connsiteX3-727" fmla="*/ 8068320 w 10140925"/>
              <a:gd name="connsiteY3-728" fmla="*/ 1815131 h 10155887"/>
              <a:gd name="connsiteX4-729" fmla="*/ 10140019 w 10140925"/>
              <a:gd name="connsiteY4-730" fmla="*/ 5085264 h 10155887"/>
              <a:gd name="connsiteX5-731" fmla="*/ 8335579 w 10140925"/>
              <a:gd name="connsiteY5-732" fmla="*/ 8042584 h 10155887"/>
              <a:gd name="connsiteX6-733" fmla="*/ 5178959 w 10140925"/>
              <a:gd name="connsiteY6-734" fmla="*/ 10154700 h 10155887"/>
              <a:gd name="connsiteX7-735" fmla="*/ 1869466 w 10140925"/>
              <a:gd name="connsiteY7-736" fmla="*/ 8160149 h 10155887"/>
              <a:gd name="connsiteX8-737" fmla="*/ 787 w 10140925"/>
              <a:gd name="connsiteY8-738" fmla="*/ 5023480 h 10155887"/>
              <a:gd name="connsiteX0-739" fmla="*/ 787 w 10140925"/>
              <a:gd name="connsiteY0-740" fmla="*/ 5022720 h 10155127"/>
              <a:gd name="connsiteX1-741" fmla="*/ 1895592 w 10140925"/>
              <a:gd name="connsiteY1-742" fmla="*/ 1980657 h 10155127"/>
              <a:gd name="connsiteX2-743" fmla="*/ 5139770 w 10140925"/>
              <a:gd name="connsiteY2-744" fmla="*/ 1297 h 10155127"/>
              <a:gd name="connsiteX3-745" fmla="*/ 8068320 w 10140925"/>
              <a:gd name="connsiteY3-746" fmla="*/ 1814371 h 10155127"/>
              <a:gd name="connsiteX4-747" fmla="*/ 10140019 w 10140925"/>
              <a:gd name="connsiteY4-748" fmla="*/ 5084504 h 10155127"/>
              <a:gd name="connsiteX5-749" fmla="*/ 8335579 w 10140925"/>
              <a:gd name="connsiteY5-750" fmla="*/ 8041824 h 10155127"/>
              <a:gd name="connsiteX6-751" fmla="*/ 5178959 w 10140925"/>
              <a:gd name="connsiteY6-752" fmla="*/ 10153940 h 10155127"/>
              <a:gd name="connsiteX7-753" fmla="*/ 1869466 w 10140925"/>
              <a:gd name="connsiteY7-754" fmla="*/ 8159389 h 10155127"/>
              <a:gd name="connsiteX8-755" fmla="*/ 787 w 10140925"/>
              <a:gd name="connsiteY8-756" fmla="*/ 5022720 h 10155127"/>
              <a:gd name="connsiteX0-757" fmla="*/ 787 w 10140925"/>
              <a:gd name="connsiteY0-758" fmla="*/ 5022739 h 10155146"/>
              <a:gd name="connsiteX1-759" fmla="*/ 1895592 w 10140925"/>
              <a:gd name="connsiteY1-760" fmla="*/ 1980676 h 10155146"/>
              <a:gd name="connsiteX2-761" fmla="*/ 5139770 w 10140925"/>
              <a:gd name="connsiteY2-762" fmla="*/ 1316 h 10155146"/>
              <a:gd name="connsiteX3-763" fmla="*/ 8068320 w 10140925"/>
              <a:gd name="connsiteY3-764" fmla="*/ 1814390 h 10155146"/>
              <a:gd name="connsiteX4-765" fmla="*/ 10140019 w 10140925"/>
              <a:gd name="connsiteY4-766" fmla="*/ 5084523 h 10155146"/>
              <a:gd name="connsiteX5-767" fmla="*/ 8335579 w 10140925"/>
              <a:gd name="connsiteY5-768" fmla="*/ 8041843 h 10155146"/>
              <a:gd name="connsiteX6-769" fmla="*/ 5178959 w 10140925"/>
              <a:gd name="connsiteY6-770" fmla="*/ 10153959 h 10155146"/>
              <a:gd name="connsiteX7-771" fmla="*/ 1869466 w 10140925"/>
              <a:gd name="connsiteY7-772" fmla="*/ 8159408 h 10155146"/>
              <a:gd name="connsiteX8-773" fmla="*/ 787 w 10140925"/>
              <a:gd name="connsiteY8-774" fmla="*/ 5022739 h 10155146"/>
              <a:gd name="connsiteX0-775" fmla="*/ 787 w 10140925"/>
              <a:gd name="connsiteY0-776" fmla="*/ 5021567 h 10153974"/>
              <a:gd name="connsiteX1-777" fmla="*/ 1895592 w 10140925"/>
              <a:gd name="connsiteY1-778" fmla="*/ 1979504 h 10153974"/>
              <a:gd name="connsiteX2-779" fmla="*/ 5139770 w 10140925"/>
              <a:gd name="connsiteY2-780" fmla="*/ 144 h 10153974"/>
              <a:gd name="connsiteX3-781" fmla="*/ 8068320 w 10140925"/>
              <a:gd name="connsiteY3-782" fmla="*/ 1813218 h 10153974"/>
              <a:gd name="connsiteX4-783" fmla="*/ 10140019 w 10140925"/>
              <a:gd name="connsiteY4-784" fmla="*/ 5083351 h 10153974"/>
              <a:gd name="connsiteX5-785" fmla="*/ 8335579 w 10140925"/>
              <a:gd name="connsiteY5-786" fmla="*/ 8040671 h 10153974"/>
              <a:gd name="connsiteX6-787" fmla="*/ 5178959 w 10140925"/>
              <a:gd name="connsiteY6-788" fmla="*/ 10152787 h 10153974"/>
              <a:gd name="connsiteX7-789" fmla="*/ 1869466 w 10140925"/>
              <a:gd name="connsiteY7-790" fmla="*/ 8158236 h 10153974"/>
              <a:gd name="connsiteX8-791" fmla="*/ 787 w 10140925"/>
              <a:gd name="connsiteY8-792" fmla="*/ 5021567 h 10153974"/>
              <a:gd name="connsiteX0-793" fmla="*/ 787 w 10140925"/>
              <a:gd name="connsiteY0-794" fmla="*/ 5015305 h 10147712"/>
              <a:gd name="connsiteX1-795" fmla="*/ 1895592 w 10140925"/>
              <a:gd name="connsiteY1-796" fmla="*/ 1973242 h 10147712"/>
              <a:gd name="connsiteX2-797" fmla="*/ 5039562 w 10140925"/>
              <a:gd name="connsiteY2-798" fmla="*/ 145 h 10147712"/>
              <a:gd name="connsiteX3-799" fmla="*/ 8068320 w 10140925"/>
              <a:gd name="connsiteY3-800" fmla="*/ 1806956 h 10147712"/>
              <a:gd name="connsiteX4-801" fmla="*/ 10140019 w 10140925"/>
              <a:gd name="connsiteY4-802" fmla="*/ 5077089 h 10147712"/>
              <a:gd name="connsiteX5-803" fmla="*/ 8335579 w 10140925"/>
              <a:gd name="connsiteY5-804" fmla="*/ 8034409 h 10147712"/>
              <a:gd name="connsiteX6-805" fmla="*/ 5178959 w 10140925"/>
              <a:gd name="connsiteY6-806" fmla="*/ 10146525 h 10147712"/>
              <a:gd name="connsiteX7-807" fmla="*/ 1869466 w 10140925"/>
              <a:gd name="connsiteY7-808" fmla="*/ 8151974 h 10147712"/>
              <a:gd name="connsiteX8-809" fmla="*/ 787 w 10140925"/>
              <a:gd name="connsiteY8-810" fmla="*/ 5015305 h 10147712"/>
              <a:gd name="connsiteX0-811" fmla="*/ 787 w 10140925"/>
              <a:gd name="connsiteY0-812" fmla="*/ 5015164 h 10147571"/>
              <a:gd name="connsiteX1-813" fmla="*/ 1895592 w 10140925"/>
              <a:gd name="connsiteY1-814" fmla="*/ 1973101 h 10147571"/>
              <a:gd name="connsiteX2-815" fmla="*/ 5039562 w 10140925"/>
              <a:gd name="connsiteY2-816" fmla="*/ 4 h 10147571"/>
              <a:gd name="connsiteX3-817" fmla="*/ 8068320 w 10140925"/>
              <a:gd name="connsiteY3-818" fmla="*/ 1806815 h 10147571"/>
              <a:gd name="connsiteX4-819" fmla="*/ 10140019 w 10140925"/>
              <a:gd name="connsiteY4-820" fmla="*/ 5076948 h 10147571"/>
              <a:gd name="connsiteX5-821" fmla="*/ 8335579 w 10140925"/>
              <a:gd name="connsiteY5-822" fmla="*/ 8034268 h 10147571"/>
              <a:gd name="connsiteX6-823" fmla="*/ 5178959 w 10140925"/>
              <a:gd name="connsiteY6-824" fmla="*/ 10146384 h 10147571"/>
              <a:gd name="connsiteX7-825" fmla="*/ 1869466 w 10140925"/>
              <a:gd name="connsiteY7-826" fmla="*/ 8151833 h 10147571"/>
              <a:gd name="connsiteX8-827" fmla="*/ 787 w 10140925"/>
              <a:gd name="connsiteY8-828" fmla="*/ 5015164 h 10147571"/>
              <a:gd name="connsiteX0-829" fmla="*/ 787 w 10140079"/>
              <a:gd name="connsiteY0-830" fmla="*/ 5015164 h 10147571"/>
              <a:gd name="connsiteX1-831" fmla="*/ 1895592 w 10140079"/>
              <a:gd name="connsiteY1-832" fmla="*/ 1973101 h 10147571"/>
              <a:gd name="connsiteX2-833" fmla="*/ 5039562 w 10140079"/>
              <a:gd name="connsiteY2-834" fmla="*/ 4 h 10147571"/>
              <a:gd name="connsiteX3-835" fmla="*/ 8068320 w 10140079"/>
              <a:gd name="connsiteY3-836" fmla="*/ 1806815 h 10147571"/>
              <a:gd name="connsiteX4-837" fmla="*/ 10140019 w 10140079"/>
              <a:gd name="connsiteY4-838" fmla="*/ 5076948 h 10147571"/>
              <a:gd name="connsiteX5-839" fmla="*/ 8335579 w 10140079"/>
              <a:gd name="connsiteY5-840" fmla="*/ 8034268 h 10147571"/>
              <a:gd name="connsiteX6-841" fmla="*/ 5178959 w 10140079"/>
              <a:gd name="connsiteY6-842" fmla="*/ 10146384 h 10147571"/>
              <a:gd name="connsiteX7-843" fmla="*/ 1869466 w 10140079"/>
              <a:gd name="connsiteY7-844" fmla="*/ 8151833 h 10147571"/>
              <a:gd name="connsiteX8-845" fmla="*/ 787 w 10140079"/>
              <a:gd name="connsiteY8-846" fmla="*/ 5015164 h 10147571"/>
              <a:gd name="connsiteX0-847" fmla="*/ 787 w 10142684"/>
              <a:gd name="connsiteY0-848" fmla="*/ 5015164 h 10147571"/>
              <a:gd name="connsiteX1-849" fmla="*/ 1895592 w 10142684"/>
              <a:gd name="connsiteY1-850" fmla="*/ 1973101 h 10147571"/>
              <a:gd name="connsiteX2-851" fmla="*/ 5039562 w 10142684"/>
              <a:gd name="connsiteY2-852" fmla="*/ 4 h 10147571"/>
              <a:gd name="connsiteX3-853" fmla="*/ 8068320 w 10142684"/>
              <a:gd name="connsiteY3-854" fmla="*/ 1806815 h 10147571"/>
              <a:gd name="connsiteX4-855" fmla="*/ 10140019 w 10142684"/>
              <a:gd name="connsiteY4-856" fmla="*/ 5076948 h 10147571"/>
              <a:gd name="connsiteX5-857" fmla="*/ 8335579 w 10142684"/>
              <a:gd name="connsiteY5-858" fmla="*/ 8034268 h 10147571"/>
              <a:gd name="connsiteX6-859" fmla="*/ 5178959 w 10142684"/>
              <a:gd name="connsiteY6-860" fmla="*/ 10146384 h 10147571"/>
              <a:gd name="connsiteX7-861" fmla="*/ 1869466 w 10142684"/>
              <a:gd name="connsiteY7-862" fmla="*/ 8151833 h 10147571"/>
              <a:gd name="connsiteX8-863" fmla="*/ 787 w 10142684"/>
              <a:gd name="connsiteY8-864" fmla="*/ 5015164 h 10147571"/>
              <a:gd name="connsiteX0-865" fmla="*/ 787 w 10130180"/>
              <a:gd name="connsiteY0-866" fmla="*/ 5015164 h 10147571"/>
              <a:gd name="connsiteX1-867" fmla="*/ 1895592 w 10130180"/>
              <a:gd name="connsiteY1-868" fmla="*/ 1973101 h 10147571"/>
              <a:gd name="connsiteX2-869" fmla="*/ 5039562 w 10130180"/>
              <a:gd name="connsiteY2-870" fmla="*/ 4 h 10147571"/>
              <a:gd name="connsiteX3-871" fmla="*/ 8068320 w 10130180"/>
              <a:gd name="connsiteY3-872" fmla="*/ 1806815 h 10147571"/>
              <a:gd name="connsiteX4-873" fmla="*/ 10127493 w 10130180"/>
              <a:gd name="connsiteY4-874" fmla="*/ 5095737 h 10147571"/>
              <a:gd name="connsiteX5-875" fmla="*/ 8335579 w 10130180"/>
              <a:gd name="connsiteY5-876" fmla="*/ 8034268 h 10147571"/>
              <a:gd name="connsiteX6-877" fmla="*/ 5178959 w 10130180"/>
              <a:gd name="connsiteY6-878" fmla="*/ 10146384 h 10147571"/>
              <a:gd name="connsiteX7-879" fmla="*/ 1869466 w 10130180"/>
              <a:gd name="connsiteY7-880" fmla="*/ 8151833 h 10147571"/>
              <a:gd name="connsiteX8-881" fmla="*/ 787 w 10130180"/>
              <a:gd name="connsiteY8-882" fmla="*/ 5015164 h 10147571"/>
              <a:gd name="connsiteX0-883" fmla="*/ 787 w 10129060"/>
              <a:gd name="connsiteY0-884" fmla="*/ 5015164 h 10146587"/>
              <a:gd name="connsiteX1-885" fmla="*/ 1895592 w 10129060"/>
              <a:gd name="connsiteY1-886" fmla="*/ 1973101 h 10146587"/>
              <a:gd name="connsiteX2-887" fmla="*/ 5039562 w 10129060"/>
              <a:gd name="connsiteY2-888" fmla="*/ 4 h 10146587"/>
              <a:gd name="connsiteX3-889" fmla="*/ 8068320 w 10129060"/>
              <a:gd name="connsiteY3-890" fmla="*/ 1806815 h 10146587"/>
              <a:gd name="connsiteX4-891" fmla="*/ 10127493 w 10129060"/>
              <a:gd name="connsiteY4-892" fmla="*/ 5095737 h 10146587"/>
              <a:gd name="connsiteX5-893" fmla="*/ 8354931 w 10129060"/>
              <a:gd name="connsiteY5-894" fmla="*/ 8043945 h 10146587"/>
              <a:gd name="connsiteX6-895" fmla="*/ 5178959 w 10129060"/>
              <a:gd name="connsiteY6-896" fmla="*/ 10146384 h 10146587"/>
              <a:gd name="connsiteX7-897" fmla="*/ 1869466 w 10129060"/>
              <a:gd name="connsiteY7-898" fmla="*/ 8151833 h 10146587"/>
              <a:gd name="connsiteX8-899" fmla="*/ 787 w 10129060"/>
              <a:gd name="connsiteY8-900" fmla="*/ 5015164 h 10146587"/>
              <a:gd name="connsiteX0-901" fmla="*/ 787 w 10129060"/>
              <a:gd name="connsiteY0-902" fmla="*/ 5015164 h 10146587"/>
              <a:gd name="connsiteX1-903" fmla="*/ 1895592 w 10129060"/>
              <a:gd name="connsiteY1-904" fmla="*/ 1973101 h 10146587"/>
              <a:gd name="connsiteX2-905" fmla="*/ 5039562 w 10129060"/>
              <a:gd name="connsiteY2-906" fmla="*/ 4 h 10146587"/>
              <a:gd name="connsiteX3-907" fmla="*/ 8068320 w 10129060"/>
              <a:gd name="connsiteY3-908" fmla="*/ 1806815 h 10146587"/>
              <a:gd name="connsiteX4-909" fmla="*/ 10127493 w 10129060"/>
              <a:gd name="connsiteY4-910" fmla="*/ 5095737 h 10146587"/>
              <a:gd name="connsiteX5-911" fmla="*/ 8354931 w 10129060"/>
              <a:gd name="connsiteY5-912" fmla="*/ 8043945 h 10146587"/>
              <a:gd name="connsiteX6-913" fmla="*/ 5178959 w 10129060"/>
              <a:gd name="connsiteY6-914" fmla="*/ 10146384 h 10146587"/>
              <a:gd name="connsiteX7-915" fmla="*/ 1869466 w 10129060"/>
              <a:gd name="connsiteY7-916" fmla="*/ 8151833 h 10146587"/>
              <a:gd name="connsiteX8-917" fmla="*/ 787 w 10129060"/>
              <a:gd name="connsiteY8-918" fmla="*/ 5015164 h 10146587"/>
              <a:gd name="connsiteX0-919" fmla="*/ 787 w 10129243"/>
              <a:gd name="connsiteY0-920" fmla="*/ 5015164 h 10146587"/>
              <a:gd name="connsiteX1-921" fmla="*/ 1895592 w 10129243"/>
              <a:gd name="connsiteY1-922" fmla="*/ 1973101 h 10146587"/>
              <a:gd name="connsiteX2-923" fmla="*/ 5039562 w 10129243"/>
              <a:gd name="connsiteY2-924" fmla="*/ 4 h 10146587"/>
              <a:gd name="connsiteX3-925" fmla="*/ 8068320 w 10129243"/>
              <a:gd name="connsiteY3-926" fmla="*/ 1806815 h 10146587"/>
              <a:gd name="connsiteX4-927" fmla="*/ 10127493 w 10129243"/>
              <a:gd name="connsiteY4-928" fmla="*/ 5095737 h 10146587"/>
              <a:gd name="connsiteX5-929" fmla="*/ 8354931 w 10129243"/>
              <a:gd name="connsiteY5-930" fmla="*/ 8043945 h 10146587"/>
              <a:gd name="connsiteX6-931" fmla="*/ 5178959 w 10129243"/>
              <a:gd name="connsiteY6-932" fmla="*/ 10146384 h 10146587"/>
              <a:gd name="connsiteX7-933" fmla="*/ 1869466 w 10129243"/>
              <a:gd name="connsiteY7-934" fmla="*/ 8151833 h 10146587"/>
              <a:gd name="connsiteX8-935" fmla="*/ 787 w 10129243"/>
              <a:gd name="connsiteY8-936" fmla="*/ 5015164 h 10146587"/>
              <a:gd name="connsiteX0-937" fmla="*/ 787 w 10128135"/>
              <a:gd name="connsiteY0-938" fmla="*/ 5015164 h 10146587"/>
              <a:gd name="connsiteX1-939" fmla="*/ 1895592 w 10128135"/>
              <a:gd name="connsiteY1-940" fmla="*/ 1973101 h 10146587"/>
              <a:gd name="connsiteX2-941" fmla="*/ 5039562 w 10128135"/>
              <a:gd name="connsiteY2-942" fmla="*/ 4 h 10146587"/>
              <a:gd name="connsiteX3-943" fmla="*/ 8068320 w 10128135"/>
              <a:gd name="connsiteY3-944" fmla="*/ 1806815 h 10146587"/>
              <a:gd name="connsiteX4-945" fmla="*/ 10127493 w 10128135"/>
              <a:gd name="connsiteY4-946" fmla="*/ 5095737 h 10146587"/>
              <a:gd name="connsiteX5-947" fmla="*/ 8354931 w 10128135"/>
              <a:gd name="connsiteY5-948" fmla="*/ 8043945 h 10146587"/>
              <a:gd name="connsiteX6-949" fmla="*/ 5178959 w 10128135"/>
              <a:gd name="connsiteY6-950" fmla="*/ 10146384 h 10146587"/>
              <a:gd name="connsiteX7-951" fmla="*/ 1869466 w 10128135"/>
              <a:gd name="connsiteY7-952" fmla="*/ 8151833 h 10146587"/>
              <a:gd name="connsiteX8-953" fmla="*/ 787 w 10128135"/>
              <a:gd name="connsiteY8-954" fmla="*/ 5015164 h 10146587"/>
              <a:gd name="connsiteX0-955" fmla="*/ 787 w 10128212"/>
              <a:gd name="connsiteY0-956" fmla="*/ 5015164 h 10146587"/>
              <a:gd name="connsiteX1-957" fmla="*/ 1895592 w 10128212"/>
              <a:gd name="connsiteY1-958" fmla="*/ 1973101 h 10146587"/>
              <a:gd name="connsiteX2-959" fmla="*/ 5039562 w 10128212"/>
              <a:gd name="connsiteY2-960" fmla="*/ 4 h 10146587"/>
              <a:gd name="connsiteX3-961" fmla="*/ 8068320 w 10128212"/>
              <a:gd name="connsiteY3-962" fmla="*/ 1806815 h 10146587"/>
              <a:gd name="connsiteX4-963" fmla="*/ 10127493 w 10128212"/>
              <a:gd name="connsiteY4-964" fmla="*/ 5095737 h 10146587"/>
              <a:gd name="connsiteX5-965" fmla="*/ 8354931 w 10128212"/>
              <a:gd name="connsiteY5-966" fmla="*/ 8043945 h 10146587"/>
              <a:gd name="connsiteX6-967" fmla="*/ 5178959 w 10128212"/>
              <a:gd name="connsiteY6-968" fmla="*/ 10146384 h 10146587"/>
              <a:gd name="connsiteX7-969" fmla="*/ 1869466 w 10128212"/>
              <a:gd name="connsiteY7-970" fmla="*/ 8151833 h 10146587"/>
              <a:gd name="connsiteX8-971" fmla="*/ 787 w 10128212"/>
              <a:gd name="connsiteY8-972" fmla="*/ 5015164 h 10146587"/>
              <a:gd name="connsiteX0-973" fmla="*/ 787 w 10127543"/>
              <a:gd name="connsiteY0-974" fmla="*/ 5015164 h 10146587"/>
              <a:gd name="connsiteX1-975" fmla="*/ 1895592 w 10127543"/>
              <a:gd name="connsiteY1-976" fmla="*/ 1973101 h 10146587"/>
              <a:gd name="connsiteX2-977" fmla="*/ 5039562 w 10127543"/>
              <a:gd name="connsiteY2-978" fmla="*/ 4 h 10146587"/>
              <a:gd name="connsiteX3-979" fmla="*/ 8068320 w 10127543"/>
              <a:gd name="connsiteY3-980" fmla="*/ 1806815 h 10146587"/>
              <a:gd name="connsiteX4-981" fmla="*/ 10127493 w 10127543"/>
              <a:gd name="connsiteY4-982" fmla="*/ 5095737 h 10146587"/>
              <a:gd name="connsiteX5-983" fmla="*/ 8354931 w 10127543"/>
              <a:gd name="connsiteY5-984" fmla="*/ 8043945 h 10146587"/>
              <a:gd name="connsiteX6-985" fmla="*/ 5178959 w 10127543"/>
              <a:gd name="connsiteY6-986" fmla="*/ 10146384 h 10146587"/>
              <a:gd name="connsiteX7-987" fmla="*/ 1869466 w 10127543"/>
              <a:gd name="connsiteY7-988" fmla="*/ 8151833 h 10146587"/>
              <a:gd name="connsiteX8-989" fmla="*/ 787 w 10127543"/>
              <a:gd name="connsiteY8-990" fmla="*/ 5015164 h 10146587"/>
              <a:gd name="connsiteX0-991" fmla="*/ 787 w 10127543"/>
              <a:gd name="connsiteY0-992" fmla="*/ 5015164 h 10146587"/>
              <a:gd name="connsiteX1-993" fmla="*/ 1895592 w 10127543"/>
              <a:gd name="connsiteY1-994" fmla="*/ 1973101 h 10146587"/>
              <a:gd name="connsiteX2-995" fmla="*/ 5039562 w 10127543"/>
              <a:gd name="connsiteY2-996" fmla="*/ 4 h 10146587"/>
              <a:gd name="connsiteX3-997" fmla="*/ 8068320 w 10127543"/>
              <a:gd name="connsiteY3-998" fmla="*/ 1806815 h 10146587"/>
              <a:gd name="connsiteX4-999" fmla="*/ 10127493 w 10127543"/>
              <a:gd name="connsiteY4-1000" fmla="*/ 5095737 h 10146587"/>
              <a:gd name="connsiteX5-1001" fmla="*/ 8354931 w 10127543"/>
              <a:gd name="connsiteY5-1002" fmla="*/ 8043945 h 10146587"/>
              <a:gd name="connsiteX6-1003" fmla="*/ 5178959 w 10127543"/>
              <a:gd name="connsiteY6-1004" fmla="*/ 10146384 h 10146587"/>
              <a:gd name="connsiteX7-1005" fmla="*/ 1869466 w 10127543"/>
              <a:gd name="connsiteY7-1006" fmla="*/ 8151833 h 10146587"/>
              <a:gd name="connsiteX8-1007" fmla="*/ 787 w 10127543"/>
              <a:gd name="connsiteY8-1008" fmla="*/ 5015164 h 10146587"/>
              <a:gd name="connsiteX0-1009" fmla="*/ 787 w 10127543"/>
              <a:gd name="connsiteY0-1010" fmla="*/ 5015164 h 10146587"/>
              <a:gd name="connsiteX1-1011" fmla="*/ 1895592 w 10127543"/>
              <a:gd name="connsiteY1-1012" fmla="*/ 1973101 h 10146587"/>
              <a:gd name="connsiteX2-1013" fmla="*/ 5039562 w 10127543"/>
              <a:gd name="connsiteY2-1014" fmla="*/ 4 h 10146587"/>
              <a:gd name="connsiteX3-1015" fmla="*/ 8068320 w 10127543"/>
              <a:gd name="connsiteY3-1016" fmla="*/ 1806815 h 10146587"/>
              <a:gd name="connsiteX4-1017" fmla="*/ 10127493 w 10127543"/>
              <a:gd name="connsiteY4-1018" fmla="*/ 5095737 h 10146587"/>
              <a:gd name="connsiteX5-1019" fmla="*/ 8354931 w 10127543"/>
              <a:gd name="connsiteY5-1020" fmla="*/ 8043945 h 10146587"/>
              <a:gd name="connsiteX6-1021" fmla="*/ 5178959 w 10127543"/>
              <a:gd name="connsiteY6-1022" fmla="*/ 10146384 h 10146587"/>
              <a:gd name="connsiteX7-1023" fmla="*/ 1869466 w 10127543"/>
              <a:gd name="connsiteY7-1024" fmla="*/ 8151833 h 10146587"/>
              <a:gd name="connsiteX8-1025" fmla="*/ 787 w 10127543"/>
              <a:gd name="connsiteY8-1026" fmla="*/ 5015164 h 10146587"/>
              <a:gd name="connsiteX0-1027" fmla="*/ 787 w 10127543"/>
              <a:gd name="connsiteY0-1028" fmla="*/ 5015164 h 10146587"/>
              <a:gd name="connsiteX1-1029" fmla="*/ 1895592 w 10127543"/>
              <a:gd name="connsiteY1-1030" fmla="*/ 1973101 h 10146587"/>
              <a:gd name="connsiteX2-1031" fmla="*/ 5039562 w 10127543"/>
              <a:gd name="connsiteY2-1032" fmla="*/ 4 h 10146587"/>
              <a:gd name="connsiteX3-1033" fmla="*/ 8068320 w 10127543"/>
              <a:gd name="connsiteY3-1034" fmla="*/ 1806815 h 10146587"/>
              <a:gd name="connsiteX4-1035" fmla="*/ 10127493 w 10127543"/>
              <a:gd name="connsiteY4-1036" fmla="*/ 5095737 h 10146587"/>
              <a:gd name="connsiteX5-1037" fmla="*/ 8354931 w 10127543"/>
              <a:gd name="connsiteY5-1038" fmla="*/ 8043945 h 10146587"/>
              <a:gd name="connsiteX6-1039" fmla="*/ 5178959 w 10127543"/>
              <a:gd name="connsiteY6-1040" fmla="*/ 10146384 h 10146587"/>
              <a:gd name="connsiteX7-1041" fmla="*/ 1869466 w 10127543"/>
              <a:gd name="connsiteY7-1042" fmla="*/ 8151833 h 10146587"/>
              <a:gd name="connsiteX8-1043" fmla="*/ 787 w 10127543"/>
              <a:gd name="connsiteY8-1044" fmla="*/ 5015164 h 10146587"/>
              <a:gd name="connsiteX0-1045" fmla="*/ 787 w 10127543"/>
              <a:gd name="connsiteY0-1046" fmla="*/ 5015164 h 10146587"/>
              <a:gd name="connsiteX1-1047" fmla="*/ 1895592 w 10127543"/>
              <a:gd name="connsiteY1-1048" fmla="*/ 1973101 h 10146587"/>
              <a:gd name="connsiteX2-1049" fmla="*/ 5039562 w 10127543"/>
              <a:gd name="connsiteY2-1050" fmla="*/ 4 h 10146587"/>
              <a:gd name="connsiteX3-1051" fmla="*/ 8068320 w 10127543"/>
              <a:gd name="connsiteY3-1052" fmla="*/ 1806815 h 10146587"/>
              <a:gd name="connsiteX4-1053" fmla="*/ 10127493 w 10127543"/>
              <a:gd name="connsiteY4-1054" fmla="*/ 5095737 h 10146587"/>
              <a:gd name="connsiteX5-1055" fmla="*/ 8354931 w 10127543"/>
              <a:gd name="connsiteY5-1056" fmla="*/ 8043945 h 10146587"/>
              <a:gd name="connsiteX6-1057" fmla="*/ 5178959 w 10127543"/>
              <a:gd name="connsiteY6-1058" fmla="*/ 10146384 h 10146587"/>
              <a:gd name="connsiteX7-1059" fmla="*/ 1869466 w 10127543"/>
              <a:gd name="connsiteY7-1060" fmla="*/ 8151833 h 10146587"/>
              <a:gd name="connsiteX8-1061" fmla="*/ 787 w 10127543"/>
              <a:gd name="connsiteY8-1062" fmla="*/ 5015164 h 10146587"/>
              <a:gd name="connsiteX0-1063" fmla="*/ 787 w 10127543"/>
              <a:gd name="connsiteY0-1064" fmla="*/ 5015164 h 10146587"/>
              <a:gd name="connsiteX1-1065" fmla="*/ 1895592 w 10127543"/>
              <a:gd name="connsiteY1-1066" fmla="*/ 1973101 h 10146587"/>
              <a:gd name="connsiteX2-1067" fmla="*/ 5039562 w 10127543"/>
              <a:gd name="connsiteY2-1068" fmla="*/ 4 h 10146587"/>
              <a:gd name="connsiteX3-1069" fmla="*/ 8068320 w 10127543"/>
              <a:gd name="connsiteY3-1070" fmla="*/ 1806815 h 10146587"/>
              <a:gd name="connsiteX4-1071" fmla="*/ 10127493 w 10127543"/>
              <a:gd name="connsiteY4-1072" fmla="*/ 5095737 h 10146587"/>
              <a:gd name="connsiteX5-1073" fmla="*/ 8354931 w 10127543"/>
              <a:gd name="connsiteY5-1074" fmla="*/ 8043945 h 10146587"/>
              <a:gd name="connsiteX6-1075" fmla="*/ 5178959 w 10127543"/>
              <a:gd name="connsiteY6-1076" fmla="*/ 10146384 h 10146587"/>
              <a:gd name="connsiteX7-1077" fmla="*/ 1869466 w 10127543"/>
              <a:gd name="connsiteY7-1078" fmla="*/ 8151833 h 10146587"/>
              <a:gd name="connsiteX8-1079" fmla="*/ 787 w 10127543"/>
              <a:gd name="connsiteY8-1080" fmla="*/ 5015164 h 10146587"/>
              <a:gd name="connsiteX0-1081" fmla="*/ 787 w 10128171"/>
              <a:gd name="connsiteY0-1082" fmla="*/ 5015164 h 10146394"/>
              <a:gd name="connsiteX1-1083" fmla="*/ 1895592 w 10128171"/>
              <a:gd name="connsiteY1-1084" fmla="*/ 1973101 h 10146394"/>
              <a:gd name="connsiteX2-1085" fmla="*/ 5039562 w 10128171"/>
              <a:gd name="connsiteY2-1086" fmla="*/ 4 h 10146394"/>
              <a:gd name="connsiteX3-1087" fmla="*/ 8068320 w 10128171"/>
              <a:gd name="connsiteY3-1088" fmla="*/ 1806815 h 10146394"/>
              <a:gd name="connsiteX4-1089" fmla="*/ 10127493 w 10128171"/>
              <a:gd name="connsiteY4-1090" fmla="*/ 5095737 h 10146394"/>
              <a:gd name="connsiteX5-1091" fmla="*/ 8262099 w 10128171"/>
              <a:gd name="connsiteY5-1092" fmla="*/ 8127495 h 10146394"/>
              <a:gd name="connsiteX6-1093" fmla="*/ 5178959 w 10128171"/>
              <a:gd name="connsiteY6-1094" fmla="*/ 10146384 h 10146394"/>
              <a:gd name="connsiteX7-1095" fmla="*/ 1869466 w 10128171"/>
              <a:gd name="connsiteY7-1096" fmla="*/ 8151833 h 10146394"/>
              <a:gd name="connsiteX8-1097" fmla="*/ 787 w 10128171"/>
              <a:gd name="connsiteY8-1098" fmla="*/ 5015164 h 10146394"/>
              <a:gd name="connsiteX0-1099" fmla="*/ 787 w 10128274"/>
              <a:gd name="connsiteY0-1100" fmla="*/ 5015164 h 10146394"/>
              <a:gd name="connsiteX1-1101" fmla="*/ 1895592 w 10128274"/>
              <a:gd name="connsiteY1-1102" fmla="*/ 1973101 h 10146394"/>
              <a:gd name="connsiteX2-1103" fmla="*/ 5039562 w 10128274"/>
              <a:gd name="connsiteY2-1104" fmla="*/ 4 h 10146394"/>
              <a:gd name="connsiteX3-1105" fmla="*/ 8068320 w 10128274"/>
              <a:gd name="connsiteY3-1106" fmla="*/ 1806815 h 10146394"/>
              <a:gd name="connsiteX4-1107" fmla="*/ 10127493 w 10128274"/>
              <a:gd name="connsiteY4-1108" fmla="*/ 5095737 h 10146394"/>
              <a:gd name="connsiteX5-1109" fmla="*/ 8262099 w 10128274"/>
              <a:gd name="connsiteY5-1110" fmla="*/ 8127495 h 10146394"/>
              <a:gd name="connsiteX6-1111" fmla="*/ 5178959 w 10128274"/>
              <a:gd name="connsiteY6-1112" fmla="*/ 10146384 h 10146394"/>
              <a:gd name="connsiteX7-1113" fmla="*/ 1869466 w 10128274"/>
              <a:gd name="connsiteY7-1114" fmla="*/ 8151833 h 10146394"/>
              <a:gd name="connsiteX8-1115" fmla="*/ 787 w 10128274"/>
              <a:gd name="connsiteY8-1116" fmla="*/ 5015164 h 10146394"/>
              <a:gd name="connsiteX0-1117" fmla="*/ 787 w 10129368"/>
              <a:gd name="connsiteY0-1118" fmla="*/ 5015164 h 10146394"/>
              <a:gd name="connsiteX1-1119" fmla="*/ 1895592 w 10129368"/>
              <a:gd name="connsiteY1-1120" fmla="*/ 1973101 h 10146394"/>
              <a:gd name="connsiteX2-1121" fmla="*/ 5039562 w 10129368"/>
              <a:gd name="connsiteY2-1122" fmla="*/ 4 h 10146394"/>
              <a:gd name="connsiteX3-1123" fmla="*/ 8068320 w 10129368"/>
              <a:gd name="connsiteY3-1124" fmla="*/ 1806815 h 10146394"/>
              <a:gd name="connsiteX4-1125" fmla="*/ 10127493 w 10129368"/>
              <a:gd name="connsiteY4-1126" fmla="*/ 5095737 h 10146394"/>
              <a:gd name="connsiteX5-1127" fmla="*/ 8262099 w 10129368"/>
              <a:gd name="connsiteY5-1128" fmla="*/ 8127495 h 10146394"/>
              <a:gd name="connsiteX6-1129" fmla="*/ 5178959 w 10129368"/>
              <a:gd name="connsiteY6-1130" fmla="*/ 10146384 h 10146394"/>
              <a:gd name="connsiteX7-1131" fmla="*/ 1869466 w 10129368"/>
              <a:gd name="connsiteY7-1132" fmla="*/ 8151833 h 10146394"/>
              <a:gd name="connsiteX8-1133" fmla="*/ 787 w 10129368"/>
              <a:gd name="connsiteY8-1134" fmla="*/ 5015164 h 10146394"/>
              <a:gd name="connsiteX0-1135" fmla="*/ 787 w 10211939"/>
              <a:gd name="connsiteY0-1136" fmla="*/ 5015164 h 10146394"/>
              <a:gd name="connsiteX1-1137" fmla="*/ 1895592 w 10211939"/>
              <a:gd name="connsiteY1-1138" fmla="*/ 1973101 h 10146394"/>
              <a:gd name="connsiteX2-1139" fmla="*/ 5039562 w 10211939"/>
              <a:gd name="connsiteY2-1140" fmla="*/ 4 h 10146394"/>
              <a:gd name="connsiteX3-1141" fmla="*/ 8068320 w 10211939"/>
              <a:gd name="connsiteY3-1142" fmla="*/ 1806815 h 10146394"/>
              <a:gd name="connsiteX4-1143" fmla="*/ 10127493 w 10211939"/>
              <a:gd name="connsiteY4-1144" fmla="*/ 5095737 h 10146394"/>
              <a:gd name="connsiteX5-1145" fmla="*/ 9663282 w 10211939"/>
              <a:gd name="connsiteY5-1146" fmla="*/ 6635547 h 10146394"/>
              <a:gd name="connsiteX6-1147" fmla="*/ 8262099 w 10211939"/>
              <a:gd name="connsiteY6-1148" fmla="*/ 8127495 h 10146394"/>
              <a:gd name="connsiteX7-1149" fmla="*/ 5178959 w 10211939"/>
              <a:gd name="connsiteY7-1150" fmla="*/ 10146384 h 10146394"/>
              <a:gd name="connsiteX8-1151" fmla="*/ 1869466 w 10211939"/>
              <a:gd name="connsiteY8-1152" fmla="*/ 8151833 h 10146394"/>
              <a:gd name="connsiteX9" fmla="*/ 787 w 10211939"/>
              <a:gd name="connsiteY9" fmla="*/ 5015164 h 10146394"/>
              <a:gd name="connsiteX0-1153" fmla="*/ 787 w 10129010"/>
              <a:gd name="connsiteY0-1154" fmla="*/ 5015164 h 10146394"/>
              <a:gd name="connsiteX1-1155" fmla="*/ 1895592 w 10129010"/>
              <a:gd name="connsiteY1-1156" fmla="*/ 1973101 h 10146394"/>
              <a:gd name="connsiteX2-1157" fmla="*/ 5039562 w 10129010"/>
              <a:gd name="connsiteY2-1158" fmla="*/ 4 h 10146394"/>
              <a:gd name="connsiteX3-1159" fmla="*/ 8068320 w 10129010"/>
              <a:gd name="connsiteY3-1160" fmla="*/ 1806815 h 10146394"/>
              <a:gd name="connsiteX4-1161" fmla="*/ 10127493 w 10129010"/>
              <a:gd name="connsiteY4-1162" fmla="*/ 5095737 h 10146394"/>
              <a:gd name="connsiteX5-1163" fmla="*/ 9663282 w 10129010"/>
              <a:gd name="connsiteY5-1164" fmla="*/ 6635547 h 10146394"/>
              <a:gd name="connsiteX6-1165" fmla="*/ 8262099 w 10129010"/>
              <a:gd name="connsiteY6-1166" fmla="*/ 8127495 h 10146394"/>
              <a:gd name="connsiteX7-1167" fmla="*/ 5178959 w 10129010"/>
              <a:gd name="connsiteY7-1168" fmla="*/ 10146384 h 10146394"/>
              <a:gd name="connsiteX8-1169" fmla="*/ 1869466 w 10129010"/>
              <a:gd name="connsiteY8-1170" fmla="*/ 8151833 h 10146394"/>
              <a:gd name="connsiteX9-1171" fmla="*/ 787 w 10129010"/>
              <a:gd name="connsiteY9-1172" fmla="*/ 5015164 h 10146394"/>
              <a:gd name="connsiteX0-1173" fmla="*/ 787 w 10129010"/>
              <a:gd name="connsiteY0-1174" fmla="*/ 5015164 h 10146394"/>
              <a:gd name="connsiteX1-1175" fmla="*/ 1895592 w 10129010"/>
              <a:gd name="connsiteY1-1176" fmla="*/ 1973101 h 10146394"/>
              <a:gd name="connsiteX2-1177" fmla="*/ 5039562 w 10129010"/>
              <a:gd name="connsiteY2-1178" fmla="*/ 4 h 10146394"/>
              <a:gd name="connsiteX3-1179" fmla="*/ 8068320 w 10129010"/>
              <a:gd name="connsiteY3-1180" fmla="*/ 1806815 h 10146394"/>
              <a:gd name="connsiteX4-1181" fmla="*/ 10127493 w 10129010"/>
              <a:gd name="connsiteY4-1182" fmla="*/ 5095737 h 10146394"/>
              <a:gd name="connsiteX5-1183" fmla="*/ 9663282 w 10129010"/>
              <a:gd name="connsiteY5-1184" fmla="*/ 6635547 h 10146394"/>
              <a:gd name="connsiteX6-1185" fmla="*/ 8262099 w 10129010"/>
              <a:gd name="connsiteY6-1186" fmla="*/ 8127495 h 10146394"/>
              <a:gd name="connsiteX7-1187" fmla="*/ 5178959 w 10129010"/>
              <a:gd name="connsiteY7-1188" fmla="*/ 10146384 h 10146394"/>
              <a:gd name="connsiteX8-1189" fmla="*/ 1869466 w 10129010"/>
              <a:gd name="connsiteY8-1190" fmla="*/ 8151833 h 10146394"/>
              <a:gd name="connsiteX9-1191" fmla="*/ 787 w 10129010"/>
              <a:gd name="connsiteY9-1192" fmla="*/ 5015164 h 10146394"/>
              <a:gd name="connsiteX0-1193" fmla="*/ 787 w 10129010"/>
              <a:gd name="connsiteY0-1194" fmla="*/ 5015164 h 10146394"/>
              <a:gd name="connsiteX1-1195" fmla="*/ 1895592 w 10129010"/>
              <a:gd name="connsiteY1-1196" fmla="*/ 1973101 h 10146394"/>
              <a:gd name="connsiteX2-1197" fmla="*/ 5039562 w 10129010"/>
              <a:gd name="connsiteY2-1198" fmla="*/ 4 h 10146394"/>
              <a:gd name="connsiteX3-1199" fmla="*/ 8068320 w 10129010"/>
              <a:gd name="connsiteY3-1200" fmla="*/ 1806815 h 10146394"/>
              <a:gd name="connsiteX4-1201" fmla="*/ 10127493 w 10129010"/>
              <a:gd name="connsiteY4-1202" fmla="*/ 5095737 h 10146394"/>
              <a:gd name="connsiteX5-1203" fmla="*/ 9663282 w 10129010"/>
              <a:gd name="connsiteY5-1204" fmla="*/ 6635547 h 10146394"/>
              <a:gd name="connsiteX6-1205" fmla="*/ 8262099 w 10129010"/>
              <a:gd name="connsiteY6-1206" fmla="*/ 8127495 h 10146394"/>
              <a:gd name="connsiteX7-1207" fmla="*/ 5178959 w 10129010"/>
              <a:gd name="connsiteY7-1208" fmla="*/ 10146384 h 10146394"/>
              <a:gd name="connsiteX8-1209" fmla="*/ 1869466 w 10129010"/>
              <a:gd name="connsiteY8-1210" fmla="*/ 8151833 h 10146394"/>
              <a:gd name="connsiteX9-1211" fmla="*/ 787 w 10129010"/>
              <a:gd name="connsiteY9-1212" fmla="*/ 5015164 h 10146394"/>
              <a:gd name="connsiteX0-1213" fmla="*/ 787 w 10129010"/>
              <a:gd name="connsiteY0-1214" fmla="*/ 5015164 h 10158584"/>
              <a:gd name="connsiteX1-1215" fmla="*/ 1895592 w 10129010"/>
              <a:gd name="connsiteY1-1216" fmla="*/ 1973101 h 10158584"/>
              <a:gd name="connsiteX2-1217" fmla="*/ 5039562 w 10129010"/>
              <a:gd name="connsiteY2-1218" fmla="*/ 4 h 10158584"/>
              <a:gd name="connsiteX3-1219" fmla="*/ 8068320 w 10129010"/>
              <a:gd name="connsiteY3-1220" fmla="*/ 1806815 h 10158584"/>
              <a:gd name="connsiteX4-1221" fmla="*/ 10127493 w 10129010"/>
              <a:gd name="connsiteY4-1222" fmla="*/ 5095737 h 10158584"/>
              <a:gd name="connsiteX5-1223" fmla="*/ 9663282 w 10129010"/>
              <a:gd name="connsiteY5-1224" fmla="*/ 6635547 h 10158584"/>
              <a:gd name="connsiteX6-1225" fmla="*/ 8262099 w 10129010"/>
              <a:gd name="connsiteY6-1226" fmla="*/ 8127495 h 10158584"/>
              <a:gd name="connsiteX7-1227" fmla="*/ 5178959 w 10129010"/>
              <a:gd name="connsiteY7-1228" fmla="*/ 10146384 h 10158584"/>
              <a:gd name="connsiteX8-1229" fmla="*/ 1869466 w 10129010"/>
              <a:gd name="connsiteY8-1230" fmla="*/ 8151833 h 10158584"/>
              <a:gd name="connsiteX9-1231" fmla="*/ 787 w 10129010"/>
              <a:gd name="connsiteY9-1232" fmla="*/ 5015164 h 10158584"/>
              <a:gd name="connsiteX0-1233" fmla="*/ 787 w 10129010"/>
              <a:gd name="connsiteY0-1234" fmla="*/ 5015164 h 10158584"/>
              <a:gd name="connsiteX1-1235" fmla="*/ 1895592 w 10129010"/>
              <a:gd name="connsiteY1-1236" fmla="*/ 1973101 h 10158584"/>
              <a:gd name="connsiteX2-1237" fmla="*/ 5039562 w 10129010"/>
              <a:gd name="connsiteY2-1238" fmla="*/ 4 h 10158584"/>
              <a:gd name="connsiteX3-1239" fmla="*/ 8068320 w 10129010"/>
              <a:gd name="connsiteY3-1240" fmla="*/ 1806815 h 10158584"/>
              <a:gd name="connsiteX4-1241" fmla="*/ 10127493 w 10129010"/>
              <a:gd name="connsiteY4-1242" fmla="*/ 5095737 h 10158584"/>
              <a:gd name="connsiteX5-1243" fmla="*/ 9663282 w 10129010"/>
              <a:gd name="connsiteY5-1244" fmla="*/ 6635547 h 10158584"/>
              <a:gd name="connsiteX6-1245" fmla="*/ 8262099 w 10129010"/>
              <a:gd name="connsiteY6-1246" fmla="*/ 8127495 h 10158584"/>
              <a:gd name="connsiteX7-1247" fmla="*/ 5178959 w 10129010"/>
              <a:gd name="connsiteY7-1248" fmla="*/ 10146384 h 10158584"/>
              <a:gd name="connsiteX8-1249" fmla="*/ 1869466 w 10129010"/>
              <a:gd name="connsiteY8-1250" fmla="*/ 8151833 h 10158584"/>
              <a:gd name="connsiteX9-1251" fmla="*/ 787 w 10129010"/>
              <a:gd name="connsiteY9-1252" fmla="*/ 5015164 h 10158584"/>
              <a:gd name="connsiteX0-1253" fmla="*/ 787 w 10129010"/>
              <a:gd name="connsiteY0-1254" fmla="*/ 5015164 h 10161391"/>
              <a:gd name="connsiteX1-1255" fmla="*/ 1895592 w 10129010"/>
              <a:gd name="connsiteY1-1256" fmla="*/ 1973101 h 10161391"/>
              <a:gd name="connsiteX2-1257" fmla="*/ 5039562 w 10129010"/>
              <a:gd name="connsiteY2-1258" fmla="*/ 4 h 10161391"/>
              <a:gd name="connsiteX3-1259" fmla="*/ 8068320 w 10129010"/>
              <a:gd name="connsiteY3-1260" fmla="*/ 1806815 h 10161391"/>
              <a:gd name="connsiteX4-1261" fmla="*/ 10127493 w 10129010"/>
              <a:gd name="connsiteY4-1262" fmla="*/ 5095737 h 10161391"/>
              <a:gd name="connsiteX5-1263" fmla="*/ 9663282 w 10129010"/>
              <a:gd name="connsiteY5-1264" fmla="*/ 6635547 h 10161391"/>
              <a:gd name="connsiteX6-1265" fmla="*/ 8262099 w 10129010"/>
              <a:gd name="connsiteY6-1266" fmla="*/ 8127495 h 10161391"/>
              <a:gd name="connsiteX7-1267" fmla="*/ 5178959 w 10129010"/>
              <a:gd name="connsiteY7-1268" fmla="*/ 10146384 h 10161391"/>
              <a:gd name="connsiteX8-1269" fmla="*/ 1869466 w 10129010"/>
              <a:gd name="connsiteY8-1270" fmla="*/ 8151833 h 10161391"/>
              <a:gd name="connsiteX9-1271" fmla="*/ 787 w 10129010"/>
              <a:gd name="connsiteY9-1272" fmla="*/ 5015164 h 10161391"/>
              <a:gd name="connsiteX0-1273" fmla="*/ 787 w 10129010"/>
              <a:gd name="connsiteY0-1274" fmla="*/ 5015164 h 10165212"/>
              <a:gd name="connsiteX1-1275" fmla="*/ 1895592 w 10129010"/>
              <a:gd name="connsiteY1-1276" fmla="*/ 1973101 h 10165212"/>
              <a:gd name="connsiteX2-1277" fmla="*/ 5039562 w 10129010"/>
              <a:gd name="connsiteY2-1278" fmla="*/ 4 h 10165212"/>
              <a:gd name="connsiteX3-1279" fmla="*/ 8068320 w 10129010"/>
              <a:gd name="connsiteY3-1280" fmla="*/ 1806815 h 10165212"/>
              <a:gd name="connsiteX4-1281" fmla="*/ 10127493 w 10129010"/>
              <a:gd name="connsiteY4-1282" fmla="*/ 5095737 h 10165212"/>
              <a:gd name="connsiteX5-1283" fmla="*/ 9663282 w 10129010"/>
              <a:gd name="connsiteY5-1284" fmla="*/ 6635547 h 10165212"/>
              <a:gd name="connsiteX6-1285" fmla="*/ 8262099 w 10129010"/>
              <a:gd name="connsiteY6-1286" fmla="*/ 8127495 h 10165212"/>
              <a:gd name="connsiteX7-1287" fmla="*/ 5178959 w 10129010"/>
              <a:gd name="connsiteY7-1288" fmla="*/ 10146384 h 10165212"/>
              <a:gd name="connsiteX8-1289" fmla="*/ 1869466 w 10129010"/>
              <a:gd name="connsiteY8-1290" fmla="*/ 8151833 h 10165212"/>
              <a:gd name="connsiteX9-1291" fmla="*/ 787 w 10129010"/>
              <a:gd name="connsiteY9-1292" fmla="*/ 5015164 h 10165212"/>
              <a:gd name="connsiteX0-1293" fmla="*/ 787 w 10129528"/>
              <a:gd name="connsiteY0-1294" fmla="*/ 5015164 h 10165212"/>
              <a:gd name="connsiteX1-1295" fmla="*/ 1895592 w 10129528"/>
              <a:gd name="connsiteY1-1296" fmla="*/ 1973101 h 10165212"/>
              <a:gd name="connsiteX2-1297" fmla="*/ 5039562 w 10129528"/>
              <a:gd name="connsiteY2-1298" fmla="*/ 4 h 10165212"/>
              <a:gd name="connsiteX3-1299" fmla="*/ 8068320 w 10129528"/>
              <a:gd name="connsiteY3-1300" fmla="*/ 1806815 h 10165212"/>
              <a:gd name="connsiteX4-1301" fmla="*/ 9524033 w 10129528"/>
              <a:gd name="connsiteY4-1302" fmla="*/ 3279652 h 10165212"/>
              <a:gd name="connsiteX5-1303" fmla="*/ 10127493 w 10129528"/>
              <a:gd name="connsiteY5-1304" fmla="*/ 5095737 h 10165212"/>
              <a:gd name="connsiteX6-1305" fmla="*/ 9663282 w 10129528"/>
              <a:gd name="connsiteY6-1306" fmla="*/ 6635547 h 10165212"/>
              <a:gd name="connsiteX7-1307" fmla="*/ 8262099 w 10129528"/>
              <a:gd name="connsiteY7-1308" fmla="*/ 8127495 h 10165212"/>
              <a:gd name="connsiteX8-1309" fmla="*/ 5178959 w 10129528"/>
              <a:gd name="connsiteY8-1310" fmla="*/ 10146384 h 10165212"/>
              <a:gd name="connsiteX9-1311" fmla="*/ 1869466 w 10129528"/>
              <a:gd name="connsiteY9-1312" fmla="*/ 8151833 h 10165212"/>
              <a:gd name="connsiteX10" fmla="*/ 787 w 10129528"/>
              <a:gd name="connsiteY10" fmla="*/ 5015164 h 10165212"/>
              <a:gd name="connsiteX0-1313" fmla="*/ 787 w 10129528"/>
              <a:gd name="connsiteY0-1314" fmla="*/ 5015164 h 10165212"/>
              <a:gd name="connsiteX1-1315" fmla="*/ 1895592 w 10129528"/>
              <a:gd name="connsiteY1-1316" fmla="*/ 1973101 h 10165212"/>
              <a:gd name="connsiteX2-1317" fmla="*/ 5039562 w 10129528"/>
              <a:gd name="connsiteY2-1318" fmla="*/ 4 h 10165212"/>
              <a:gd name="connsiteX3-1319" fmla="*/ 8068320 w 10129528"/>
              <a:gd name="connsiteY3-1320" fmla="*/ 1806815 h 10165212"/>
              <a:gd name="connsiteX4-1321" fmla="*/ 9524033 w 10129528"/>
              <a:gd name="connsiteY4-1322" fmla="*/ 3279652 h 10165212"/>
              <a:gd name="connsiteX5-1323" fmla="*/ 10127493 w 10129528"/>
              <a:gd name="connsiteY5-1324" fmla="*/ 5095737 h 10165212"/>
              <a:gd name="connsiteX6-1325" fmla="*/ 9663282 w 10129528"/>
              <a:gd name="connsiteY6-1326" fmla="*/ 6635547 h 10165212"/>
              <a:gd name="connsiteX7-1327" fmla="*/ 8262099 w 10129528"/>
              <a:gd name="connsiteY7-1328" fmla="*/ 8127495 h 10165212"/>
              <a:gd name="connsiteX8-1329" fmla="*/ 5178959 w 10129528"/>
              <a:gd name="connsiteY8-1330" fmla="*/ 10146384 h 10165212"/>
              <a:gd name="connsiteX9-1331" fmla="*/ 1869466 w 10129528"/>
              <a:gd name="connsiteY9-1332" fmla="*/ 8151833 h 10165212"/>
              <a:gd name="connsiteX10-1333" fmla="*/ 787 w 10129528"/>
              <a:gd name="connsiteY10-1334" fmla="*/ 5015164 h 10165212"/>
              <a:gd name="connsiteX0-1335" fmla="*/ 787 w 10129528"/>
              <a:gd name="connsiteY0-1336" fmla="*/ 5015164 h 10165212"/>
              <a:gd name="connsiteX1-1337" fmla="*/ 1895592 w 10129528"/>
              <a:gd name="connsiteY1-1338" fmla="*/ 1973101 h 10165212"/>
              <a:gd name="connsiteX2-1339" fmla="*/ 5039562 w 10129528"/>
              <a:gd name="connsiteY2-1340" fmla="*/ 4 h 10165212"/>
              <a:gd name="connsiteX3-1341" fmla="*/ 8068320 w 10129528"/>
              <a:gd name="connsiteY3-1342" fmla="*/ 1806815 h 10165212"/>
              <a:gd name="connsiteX4-1343" fmla="*/ 9524033 w 10129528"/>
              <a:gd name="connsiteY4-1344" fmla="*/ 3279652 h 10165212"/>
              <a:gd name="connsiteX5-1345" fmla="*/ 10127493 w 10129528"/>
              <a:gd name="connsiteY5-1346" fmla="*/ 5095737 h 10165212"/>
              <a:gd name="connsiteX6-1347" fmla="*/ 9663282 w 10129528"/>
              <a:gd name="connsiteY6-1348" fmla="*/ 6635547 h 10165212"/>
              <a:gd name="connsiteX7-1349" fmla="*/ 8262099 w 10129528"/>
              <a:gd name="connsiteY7-1350" fmla="*/ 8127495 h 10165212"/>
              <a:gd name="connsiteX8-1351" fmla="*/ 5178959 w 10129528"/>
              <a:gd name="connsiteY8-1352" fmla="*/ 10146384 h 10165212"/>
              <a:gd name="connsiteX9-1353" fmla="*/ 1869466 w 10129528"/>
              <a:gd name="connsiteY9-1354" fmla="*/ 8151833 h 10165212"/>
              <a:gd name="connsiteX10-1355" fmla="*/ 787 w 10129528"/>
              <a:gd name="connsiteY10-1356" fmla="*/ 5015164 h 10165212"/>
              <a:gd name="connsiteX0-1357" fmla="*/ 787 w 10132097"/>
              <a:gd name="connsiteY0-1358" fmla="*/ 5015164 h 10165212"/>
              <a:gd name="connsiteX1-1359" fmla="*/ 1895592 w 10132097"/>
              <a:gd name="connsiteY1-1360" fmla="*/ 1973101 h 10165212"/>
              <a:gd name="connsiteX2-1361" fmla="*/ 5039562 w 10132097"/>
              <a:gd name="connsiteY2-1362" fmla="*/ 4 h 10165212"/>
              <a:gd name="connsiteX3-1363" fmla="*/ 8068320 w 10132097"/>
              <a:gd name="connsiteY3-1364" fmla="*/ 1806815 h 10165212"/>
              <a:gd name="connsiteX4-1365" fmla="*/ 9524033 w 10132097"/>
              <a:gd name="connsiteY4-1366" fmla="*/ 3279652 h 10165212"/>
              <a:gd name="connsiteX5-1367" fmla="*/ 10127493 w 10132097"/>
              <a:gd name="connsiteY5-1368" fmla="*/ 5095737 h 10165212"/>
              <a:gd name="connsiteX6-1369" fmla="*/ 9663282 w 10132097"/>
              <a:gd name="connsiteY6-1370" fmla="*/ 6635547 h 10165212"/>
              <a:gd name="connsiteX7-1371" fmla="*/ 8262099 w 10132097"/>
              <a:gd name="connsiteY7-1372" fmla="*/ 8127495 h 10165212"/>
              <a:gd name="connsiteX8-1373" fmla="*/ 5178959 w 10132097"/>
              <a:gd name="connsiteY8-1374" fmla="*/ 10146384 h 10165212"/>
              <a:gd name="connsiteX9-1375" fmla="*/ 1869466 w 10132097"/>
              <a:gd name="connsiteY9-1376" fmla="*/ 8151833 h 10165212"/>
              <a:gd name="connsiteX10-1377" fmla="*/ 787 w 10132097"/>
              <a:gd name="connsiteY10-1378" fmla="*/ 5015164 h 10165212"/>
              <a:gd name="connsiteX0-1379" fmla="*/ 787 w 10128369"/>
              <a:gd name="connsiteY0-1380" fmla="*/ 5015164 h 10165212"/>
              <a:gd name="connsiteX1-1381" fmla="*/ 1895592 w 10128369"/>
              <a:gd name="connsiteY1-1382" fmla="*/ 1973101 h 10165212"/>
              <a:gd name="connsiteX2-1383" fmla="*/ 5039562 w 10128369"/>
              <a:gd name="connsiteY2-1384" fmla="*/ 4 h 10165212"/>
              <a:gd name="connsiteX3-1385" fmla="*/ 8068320 w 10128369"/>
              <a:gd name="connsiteY3-1386" fmla="*/ 1806815 h 10165212"/>
              <a:gd name="connsiteX4-1387" fmla="*/ 9524033 w 10128369"/>
              <a:gd name="connsiteY4-1388" fmla="*/ 3279652 h 10165212"/>
              <a:gd name="connsiteX5-1389" fmla="*/ 10127493 w 10128369"/>
              <a:gd name="connsiteY5-1390" fmla="*/ 5095737 h 10165212"/>
              <a:gd name="connsiteX6-1391" fmla="*/ 9663282 w 10128369"/>
              <a:gd name="connsiteY6-1392" fmla="*/ 6635547 h 10165212"/>
              <a:gd name="connsiteX7-1393" fmla="*/ 8262099 w 10128369"/>
              <a:gd name="connsiteY7-1394" fmla="*/ 8127495 h 10165212"/>
              <a:gd name="connsiteX8-1395" fmla="*/ 5178959 w 10128369"/>
              <a:gd name="connsiteY8-1396" fmla="*/ 10146384 h 10165212"/>
              <a:gd name="connsiteX9-1397" fmla="*/ 1869466 w 10128369"/>
              <a:gd name="connsiteY9-1398" fmla="*/ 8151833 h 10165212"/>
              <a:gd name="connsiteX10-1399" fmla="*/ 787 w 10128369"/>
              <a:gd name="connsiteY10-1400" fmla="*/ 5015164 h 10165212"/>
              <a:gd name="connsiteX0-1401" fmla="*/ 787 w 10128675"/>
              <a:gd name="connsiteY0-1402" fmla="*/ 5015164 h 10165212"/>
              <a:gd name="connsiteX1-1403" fmla="*/ 1895592 w 10128675"/>
              <a:gd name="connsiteY1-1404" fmla="*/ 1973101 h 10165212"/>
              <a:gd name="connsiteX2-1405" fmla="*/ 5039562 w 10128675"/>
              <a:gd name="connsiteY2-1406" fmla="*/ 4 h 10165212"/>
              <a:gd name="connsiteX3-1407" fmla="*/ 8068320 w 10128675"/>
              <a:gd name="connsiteY3-1408" fmla="*/ 1806815 h 10165212"/>
              <a:gd name="connsiteX4-1409" fmla="*/ 9524033 w 10128675"/>
              <a:gd name="connsiteY4-1410" fmla="*/ 3279652 h 10165212"/>
              <a:gd name="connsiteX5-1411" fmla="*/ 10127493 w 10128675"/>
              <a:gd name="connsiteY5-1412" fmla="*/ 5095737 h 10165212"/>
              <a:gd name="connsiteX6-1413" fmla="*/ 9663282 w 10128675"/>
              <a:gd name="connsiteY6-1414" fmla="*/ 6635547 h 10165212"/>
              <a:gd name="connsiteX7-1415" fmla="*/ 8262099 w 10128675"/>
              <a:gd name="connsiteY7-1416" fmla="*/ 8127495 h 10165212"/>
              <a:gd name="connsiteX8-1417" fmla="*/ 5178959 w 10128675"/>
              <a:gd name="connsiteY8-1418" fmla="*/ 10146384 h 10165212"/>
              <a:gd name="connsiteX9-1419" fmla="*/ 1869466 w 10128675"/>
              <a:gd name="connsiteY9-1420" fmla="*/ 8151833 h 10165212"/>
              <a:gd name="connsiteX10-1421" fmla="*/ 787 w 10128675"/>
              <a:gd name="connsiteY10-1422" fmla="*/ 5015164 h 10165212"/>
              <a:gd name="connsiteX0-1423" fmla="*/ 787 w 10128675"/>
              <a:gd name="connsiteY0-1424" fmla="*/ 5015164 h 10165212"/>
              <a:gd name="connsiteX1-1425" fmla="*/ 1895592 w 10128675"/>
              <a:gd name="connsiteY1-1426" fmla="*/ 1973101 h 10165212"/>
              <a:gd name="connsiteX2-1427" fmla="*/ 5039562 w 10128675"/>
              <a:gd name="connsiteY2-1428" fmla="*/ 4 h 10165212"/>
              <a:gd name="connsiteX3-1429" fmla="*/ 8068320 w 10128675"/>
              <a:gd name="connsiteY3-1430" fmla="*/ 1806815 h 10165212"/>
              <a:gd name="connsiteX4-1431" fmla="*/ 9524033 w 10128675"/>
              <a:gd name="connsiteY4-1432" fmla="*/ 3279652 h 10165212"/>
              <a:gd name="connsiteX5-1433" fmla="*/ 10127493 w 10128675"/>
              <a:gd name="connsiteY5-1434" fmla="*/ 5095737 h 10165212"/>
              <a:gd name="connsiteX6-1435" fmla="*/ 9663282 w 10128675"/>
              <a:gd name="connsiteY6-1436" fmla="*/ 6635547 h 10165212"/>
              <a:gd name="connsiteX7-1437" fmla="*/ 8262099 w 10128675"/>
              <a:gd name="connsiteY7-1438" fmla="*/ 8127495 h 10165212"/>
              <a:gd name="connsiteX8-1439" fmla="*/ 5178959 w 10128675"/>
              <a:gd name="connsiteY8-1440" fmla="*/ 10146384 h 10165212"/>
              <a:gd name="connsiteX9-1441" fmla="*/ 1869466 w 10128675"/>
              <a:gd name="connsiteY9-1442" fmla="*/ 8151833 h 10165212"/>
              <a:gd name="connsiteX10-1443" fmla="*/ 787 w 10128675"/>
              <a:gd name="connsiteY10-1444" fmla="*/ 5015164 h 10165212"/>
              <a:gd name="connsiteX0-1445" fmla="*/ 787 w 10128675"/>
              <a:gd name="connsiteY0-1446" fmla="*/ 5015424 h 10165472"/>
              <a:gd name="connsiteX1-1447" fmla="*/ 1895592 w 10128675"/>
              <a:gd name="connsiteY1-1448" fmla="*/ 1973361 h 10165472"/>
              <a:gd name="connsiteX2-1449" fmla="*/ 5039562 w 10128675"/>
              <a:gd name="connsiteY2-1450" fmla="*/ 264 h 10165472"/>
              <a:gd name="connsiteX3-1451" fmla="*/ 8068320 w 10128675"/>
              <a:gd name="connsiteY3-1452" fmla="*/ 1807075 h 10165472"/>
              <a:gd name="connsiteX4-1453" fmla="*/ 9524033 w 10128675"/>
              <a:gd name="connsiteY4-1454" fmla="*/ 3279912 h 10165472"/>
              <a:gd name="connsiteX5-1455" fmla="*/ 10127493 w 10128675"/>
              <a:gd name="connsiteY5-1456" fmla="*/ 5095997 h 10165472"/>
              <a:gd name="connsiteX6-1457" fmla="*/ 9663282 w 10128675"/>
              <a:gd name="connsiteY6-1458" fmla="*/ 6635807 h 10165472"/>
              <a:gd name="connsiteX7-1459" fmla="*/ 8262099 w 10128675"/>
              <a:gd name="connsiteY7-1460" fmla="*/ 8127755 h 10165472"/>
              <a:gd name="connsiteX8-1461" fmla="*/ 5178959 w 10128675"/>
              <a:gd name="connsiteY8-1462" fmla="*/ 10146644 h 10165472"/>
              <a:gd name="connsiteX9-1463" fmla="*/ 1869466 w 10128675"/>
              <a:gd name="connsiteY9-1464" fmla="*/ 8152093 h 10165472"/>
              <a:gd name="connsiteX10-1465" fmla="*/ 787 w 10128675"/>
              <a:gd name="connsiteY10-1466" fmla="*/ 5015424 h 10165472"/>
              <a:gd name="connsiteX0-1467" fmla="*/ 787 w 10128675"/>
              <a:gd name="connsiteY0-1468" fmla="*/ 5015424 h 10165472"/>
              <a:gd name="connsiteX1-1469" fmla="*/ 1895592 w 10128675"/>
              <a:gd name="connsiteY1-1470" fmla="*/ 1973361 h 10165472"/>
              <a:gd name="connsiteX2-1471" fmla="*/ 5039562 w 10128675"/>
              <a:gd name="connsiteY2-1472" fmla="*/ 264 h 10165472"/>
              <a:gd name="connsiteX3-1473" fmla="*/ 8068320 w 10128675"/>
              <a:gd name="connsiteY3-1474" fmla="*/ 1807075 h 10165472"/>
              <a:gd name="connsiteX4-1475" fmla="*/ 9524033 w 10128675"/>
              <a:gd name="connsiteY4-1476" fmla="*/ 3279912 h 10165472"/>
              <a:gd name="connsiteX5-1477" fmla="*/ 10127493 w 10128675"/>
              <a:gd name="connsiteY5-1478" fmla="*/ 5095997 h 10165472"/>
              <a:gd name="connsiteX6-1479" fmla="*/ 9663282 w 10128675"/>
              <a:gd name="connsiteY6-1480" fmla="*/ 6635807 h 10165472"/>
              <a:gd name="connsiteX7-1481" fmla="*/ 8262099 w 10128675"/>
              <a:gd name="connsiteY7-1482" fmla="*/ 8127755 h 10165472"/>
              <a:gd name="connsiteX8-1483" fmla="*/ 5178959 w 10128675"/>
              <a:gd name="connsiteY8-1484" fmla="*/ 10146644 h 10165472"/>
              <a:gd name="connsiteX9-1485" fmla="*/ 1869466 w 10128675"/>
              <a:gd name="connsiteY9-1486" fmla="*/ 8152093 h 10165472"/>
              <a:gd name="connsiteX10-1487" fmla="*/ 787 w 10128675"/>
              <a:gd name="connsiteY10-1488" fmla="*/ 5015424 h 10165472"/>
              <a:gd name="connsiteX0-1489" fmla="*/ 777 w 10128665"/>
              <a:gd name="connsiteY0-1490" fmla="*/ 5015424 h 10165472"/>
              <a:gd name="connsiteX1-1491" fmla="*/ 1895582 w 10128665"/>
              <a:gd name="connsiteY1-1492" fmla="*/ 1973361 h 10165472"/>
              <a:gd name="connsiteX2-1493" fmla="*/ 5039552 w 10128665"/>
              <a:gd name="connsiteY2-1494" fmla="*/ 264 h 10165472"/>
              <a:gd name="connsiteX3-1495" fmla="*/ 8068310 w 10128665"/>
              <a:gd name="connsiteY3-1496" fmla="*/ 1807075 h 10165472"/>
              <a:gd name="connsiteX4-1497" fmla="*/ 9524023 w 10128665"/>
              <a:gd name="connsiteY4-1498" fmla="*/ 3279912 h 10165472"/>
              <a:gd name="connsiteX5-1499" fmla="*/ 10127483 w 10128665"/>
              <a:gd name="connsiteY5-1500" fmla="*/ 5095997 h 10165472"/>
              <a:gd name="connsiteX6-1501" fmla="*/ 9663272 w 10128665"/>
              <a:gd name="connsiteY6-1502" fmla="*/ 6635807 h 10165472"/>
              <a:gd name="connsiteX7-1503" fmla="*/ 8262089 w 10128665"/>
              <a:gd name="connsiteY7-1504" fmla="*/ 8127755 h 10165472"/>
              <a:gd name="connsiteX8-1505" fmla="*/ 5178949 w 10128665"/>
              <a:gd name="connsiteY8-1506" fmla="*/ 10146644 h 10165472"/>
              <a:gd name="connsiteX9-1507" fmla="*/ 1869456 w 10128665"/>
              <a:gd name="connsiteY9-1508" fmla="*/ 8152093 h 10165472"/>
              <a:gd name="connsiteX10-1509" fmla="*/ 777 w 10128665"/>
              <a:gd name="connsiteY10-1510" fmla="*/ 5015424 h 10165472"/>
              <a:gd name="connsiteX0-1511" fmla="*/ 777 w 10128665"/>
              <a:gd name="connsiteY0-1512" fmla="*/ 5015424 h 10165653"/>
              <a:gd name="connsiteX1-1513" fmla="*/ 1895582 w 10128665"/>
              <a:gd name="connsiteY1-1514" fmla="*/ 1973361 h 10165653"/>
              <a:gd name="connsiteX2-1515" fmla="*/ 5039552 w 10128665"/>
              <a:gd name="connsiteY2-1516" fmla="*/ 264 h 10165653"/>
              <a:gd name="connsiteX3-1517" fmla="*/ 8068310 w 10128665"/>
              <a:gd name="connsiteY3-1518" fmla="*/ 1807075 h 10165653"/>
              <a:gd name="connsiteX4-1519" fmla="*/ 9524023 w 10128665"/>
              <a:gd name="connsiteY4-1520" fmla="*/ 3279912 h 10165653"/>
              <a:gd name="connsiteX5-1521" fmla="*/ 10127483 w 10128665"/>
              <a:gd name="connsiteY5-1522" fmla="*/ 5095997 h 10165653"/>
              <a:gd name="connsiteX6-1523" fmla="*/ 9663272 w 10128665"/>
              <a:gd name="connsiteY6-1524" fmla="*/ 6635807 h 10165653"/>
              <a:gd name="connsiteX7-1525" fmla="*/ 8262089 w 10128665"/>
              <a:gd name="connsiteY7-1526" fmla="*/ 8127755 h 10165653"/>
              <a:gd name="connsiteX8-1527" fmla="*/ 5178949 w 10128665"/>
              <a:gd name="connsiteY8-1528" fmla="*/ 10146644 h 10165653"/>
              <a:gd name="connsiteX9-1529" fmla="*/ 1869456 w 10128665"/>
              <a:gd name="connsiteY9-1530" fmla="*/ 8152093 h 10165653"/>
              <a:gd name="connsiteX10-1531" fmla="*/ 777 w 10128665"/>
              <a:gd name="connsiteY10-1532" fmla="*/ 5015424 h 10165653"/>
              <a:gd name="connsiteX0-1533" fmla="*/ 781 w 10128669"/>
              <a:gd name="connsiteY0-1534" fmla="*/ 5015424 h 10165653"/>
              <a:gd name="connsiteX1-1535" fmla="*/ 1895586 w 10128669"/>
              <a:gd name="connsiteY1-1536" fmla="*/ 1973361 h 10165653"/>
              <a:gd name="connsiteX2-1537" fmla="*/ 5039556 w 10128669"/>
              <a:gd name="connsiteY2-1538" fmla="*/ 264 h 10165653"/>
              <a:gd name="connsiteX3-1539" fmla="*/ 8068314 w 10128669"/>
              <a:gd name="connsiteY3-1540" fmla="*/ 1807075 h 10165653"/>
              <a:gd name="connsiteX4-1541" fmla="*/ 9524027 w 10128669"/>
              <a:gd name="connsiteY4-1542" fmla="*/ 3279912 h 10165653"/>
              <a:gd name="connsiteX5-1543" fmla="*/ 10127487 w 10128669"/>
              <a:gd name="connsiteY5-1544" fmla="*/ 5095997 h 10165653"/>
              <a:gd name="connsiteX6-1545" fmla="*/ 9663276 w 10128669"/>
              <a:gd name="connsiteY6-1546" fmla="*/ 6635807 h 10165653"/>
              <a:gd name="connsiteX7-1547" fmla="*/ 8262093 w 10128669"/>
              <a:gd name="connsiteY7-1548" fmla="*/ 8127755 h 10165653"/>
              <a:gd name="connsiteX8-1549" fmla="*/ 5178953 w 10128669"/>
              <a:gd name="connsiteY8-1550" fmla="*/ 10146644 h 10165653"/>
              <a:gd name="connsiteX9-1551" fmla="*/ 1869460 w 10128669"/>
              <a:gd name="connsiteY9-1552" fmla="*/ 8152093 h 10165653"/>
              <a:gd name="connsiteX10-1553" fmla="*/ 781 w 10128669"/>
              <a:gd name="connsiteY10-1554" fmla="*/ 5015424 h 10165653"/>
              <a:gd name="connsiteX0-1555" fmla="*/ 777 w 10128665"/>
              <a:gd name="connsiteY0-1556" fmla="*/ 5015424 h 10165653"/>
              <a:gd name="connsiteX1-1557" fmla="*/ 1895582 w 10128665"/>
              <a:gd name="connsiteY1-1558" fmla="*/ 1973361 h 10165653"/>
              <a:gd name="connsiteX2-1559" fmla="*/ 5039552 w 10128665"/>
              <a:gd name="connsiteY2-1560" fmla="*/ 264 h 10165653"/>
              <a:gd name="connsiteX3-1561" fmla="*/ 8068310 w 10128665"/>
              <a:gd name="connsiteY3-1562" fmla="*/ 1807075 h 10165653"/>
              <a:gd name="connsiteX4-1563" fmla="*/ 9524023 w 10128665"/>
              <a:gd name="connsiteY4-1564" fmla="*/ 3279912 h 10165653"/>
              <a:gd name="connsiteX5-1565" fmla="*/ 10127483 w 10128665"/>
              <a:gd name="connsiteY5-1566" fmla="*/ 5095997 h 10165653"/>
              <a:gd name="connsiteX6-1567" fmla="*/ 9663272 w 10128665"/>
              <a:gd name="connsiteY6-1568" fmla="*/ 6635807 h 10165653"/>
              <a:gd name="connsiteX7-1569" fmla="*/ 8262089 w 10128665"/>
              <a:gd name="connsiteY7-1570" fmla="*/ 8127755 h 10165653"/>
              <a:gd name="connsiteX8-1571" fmla="*/ 5178949 w 10128665"/>
              <a:gd name="connsiteY8-1572" fmla="*/ 10146644 h 10165653"/>
              <a:gd name="connsiteX9-1573" fmla="*/ 1869456 w 10128665"/>
              <a:gd name="connsiteY9-1574" fmla="*/ 8152093 h 10165653"/>
              <a:gd name="connsiteX10-1575" fmla="*/ 777 w 10128665"/>
              <a:gd name="connsiteY10-1576" fmla="*/ 5015424 h 10165653"/>
              <a:gd name="connsiteX0-1577" fmla="*/ 777 w 10128665"/>
              <a:gd name="connsiteY0-1578" fmla="*/ 5015424 h 10154591"/>
              <a:gd name="connsiteX1-1579" fmla="*/ 1895582 w 10128665"/>
              <a:gd name="connsiteY1-1580" fmla="*/ 1973361 h 10154591"/>
              <a:gd name="connsiteX2-1581" fmla="*/ 5039552 w 10128665"/>
              <a:gd name="connsiteY2-1582" fmla="*/ 264 h 10154591"/>
              <a:gd name="connsiteX3-1583" fmla="*/ 8068310 w 10128665"/>
              <a:gd name="connsiteY3-1584" fmla="*/ 1807075 h 10154591"/>
              <a:gd name="connsiteX4-1585" fmla="*/ 9524023 w 10128665"/>
              <a:gd name="connsiteY4-1586" fmla="*/ 3279912 h 10154591"/>
              <a:gd name="connsiteX5-1587" fmla="*/ 10127483 w 10128665"/>
              <a:gd name="connsiteY5-1588" fmla="*/ 5095997 h 10154591"/>
              <a:gd name="connsiteX6-1589" fmla="*/ 9663272 w 10128665"/>
              <a:gd name="connsiteY6-1590" fmla="*/ 6635807 h 10154591"/>
              <a:gd name="connsiteX7-1591" fmla="*/ 8262089 w 10128665"/>
              <a:gd name="connsiteY7-1592" fmla="*/ 8127755 h 10154591"/>
              <a:gd name="connsiteX8-1593" fmla="*/ 5178949 w 10128665"/>
              <a:gd name="connsiteY8-1594" fmla="*/ 10146644 h 10154591"/>
              <a:gd name="connsiteX9-1595" fmla="*/ 1869456 w 10128665"/>
              <a:gd name="connsiteY9-1596" fmla="*/ 8152093 h 10154591"/>
              <a:gd name="connsiteX10-1597" fmla="*/ 777 w 10128665"/>
              <a:gd name="connsiteY10-1598" fmla="*/ 5015424 h 10154591"/>
              <a:gd name="connsiteX0-1599" fmla="*/ 777 w 10128665"/>
              <a:gd name="connsiteY0-1600" fmla="*/ 5015424 h 10139810"/>
              <a:gd name="connsiteX1-1601" fmla="*/ 1895582 w 10128665"/>
              <a:gd name="connsiteY1-1602" fmla="*/ 1973361 h 10139810"/>
              <a:gd name="connsiteX2-1603" fmla="*/ 5039552 w 10128665"/>
              <a:gd name="connsiteY2-1604" fmla="*/ 264 h 10139810"/>
              <a:gd name="connsiteX3-1605" fmla="*/ 8068310 w 10128665"/>
              <a:gd name="connsiteY3-1606" fmla="*/ 1807075 h 10139810"/>
              <a:gd name="connsiteX4-1607" fmla="*/ 9524023 w 10128665"/>
              <a:gd name="connsiteY4-1608" fmla="*/ 3279912 h 10139810"/>
              <a:gd name="connsiteX5-1609" fmla="*/ 10127483 w 10128665"/>
              <a:gd name="connsiteY5-1610" fmla="*/ 5095997 h 10139810"/>
              <a:gd name="connsiteX6-1611" fmla="*/ 9663272 w 10128665"/>
              <a:gd name="connsiteY6-1612" fmla="*/ 6635807 h 10139810"/>
              <a:gd name="connsiteX7-1613" fmla="*/ 8262089 w 10128665"/>
              <a:gd name="connsiteY7-1614" fmla="*/ 8127755 h 10139810"/>
              <a:gd name="connsiteX8-1615" fmla="*/ 5178949 w 10128665"/>
              <a:gd name="connsiteY8-1616" fmla="*/ 10131776 h 10139810"/>
              <a:gd name="connsiteX9-1617" fmla="*/ 1869456 w 10128665"/>
              <a:gd name="connsiteY9-1618" fmla="*/ 8152093 h 10139810"/>
              <a:gd name="connsiteX10-1619" fmla="*/ 777 w 10128665"/>
              <a:gd name="connsiteY10-1620" fmla="*/ 5015424 h 10139810"/>
              <a:gd name="connsiteX0-1621" fmla="*/ 777 w 10128665"/>
              <a:gd name="connsiteY0-1622" fmla="*/ 5015424 h 10139724"/>
              <a:gd name="connsiteX1-1623" fmla="*/ 1895582 w 10128665"/>
              <a:gd name="connsiteY1-1624" fmla="*/ 1973361 h 10139724"/>
              <a:gd name="connsiteX2-1625" fmla="*/ 5039552 w 10128665"/>
              <a:gd name="connsiteY2-1626" fmla="*/ 264 h 10139724"/>
              <a:gd name="connsiteX3-1627" fmla="*/ 8068310 w 10128665"/>
              <a:gd name="connsiteY3-1628" fmla="*/ 1807075 h 10139724"/>
              <a:gd name="connsiteX4-1629" fmla="*/ 9524023 w 10128665"/>
              <a:gd name="connsiteY4-1630" fmla="*/ 3279912 h 10139724"/>
              <a:gd name="connsiteX5-1631" fmla="*/ 10127483 w 10128665"/>
              <a:gd name="connsiteY5-1632" fmla="*/ 5095997 h 10139724"/>
              <a:gd name="connsiteX6-1633" fmla="*/ 9663272 w 10128665"/>
              <a:gd name="connsiteY6-1634" fmla="*/ 6635807 h 10139724"/>
              <a:gd name="connsiteX7-1635" fmla="*/ 8262089 w 10128665"/>
              <a:gd name="connsiteY7-1636" fmla="*/ 8127755 h 10139724"/>
              <a:gd name="connsiteX8-1637" fmla="*/ 5178949 w 10128665"/>
              <a:gd name="connsiteY8-1638" fmla="*/ 10131776 h 10139724"/>
              <a:gd name="connsiteX9-1639" fmla="*/ 1869456 w 10128665"/>
              <a:gd name="connsiteY9-1640" fmla="*/ 8152093 h 10139724"/>
              <a:gd name="connsiteX10-1641" fmla="*/ 777 w 10128665"/>
              <a:gd name="connsiteY10-1642" fmla="*/ 5015424 h 10139724"/>
              <a:gd name="connsiteX0-1643" fmla="*/ 777 w 10128665"/>
              <a:gd name="connsiteY0-1644" fmla="*/ 5015424 h 10139682"/>
              <a:gd name="connsiteX1-1645" fmla="*/ 1895582 w 10128665"/>
              <a:gd name="connsiteY1-1646" fmla="*/ 1973361 h 10139682"/>
              <a:gd name="connsiteX2-1647" fmla="*/ 5039552 w 10128665"/>
              <a:gd name="connsiteY2-1648" fmla="*/ 264 h 10139682"/>
              <a:gd name="connsiteX3-1649" fmla="*/ 8068310 w 10128665"/>
              <a:gd name="connsiteY3-1650" fmla="*/ 1807075 h 10139682"/>
              <a:gd name="connsiteX4-1651" fmla="*/ 9524023 w 10128665"/>
              <a:gd name="connsiteY4-1652" fmla="*/ 3279912 h 10139682"/>
              <a:gd name="connsiteX5-1653" fmla="*/ 10127483 w 10128665"/>
              <a:gd name="connsiteY5-1654" fmla="*/ 5095997 h 10139682"/>
              <a:gd name="connsiteX6-1655" fmla="*/ 9663272 w 10128665"/>
              <a:gd name="connsiteY6-1656" fmla="*/ 6635807 h 10139682"/>
              <a:gd name="connsiteX7-1657" fmla="*/ 8262089 w 10128665"/>
              <a:gd name="connsiteY7-1658" fmla="*/ 8127755 h 10139682"/>
              <a:gd name="connsiteX8-1659" fmla="*/ 5178949 w 10128665"/>
              <a:gd name="connsiteY8-1660" fmla="*/ 10131776 h 10139682"/>
              <a:gd name="connsiteX9-1661" fmla="*/ 1869456 w 10128665"/>
              <a:gd name="connsiteY9-1662" fmla="*/ 8152093 h 10139682"/>
              <a:gd name="connsiteX10-1663" fmla="*/ 777 w 10128665"/>
              <a:gd name="connsiteY10-1664" fmla="*/ 5015424 h 10139682"/>
              <a:gd name="connsiteX0-1665" fmla="*/ 777 w 10128665"/>
              <a:gd name="connsiteY0-1666" fmla="*/ 5015424 h 10132673"/>
              <a:gd name="connsiteX1-1667" fmla="*/ 1895582 w 10128665"/>
              <a:gd name="connsiteY1-1668" fmla="*/ 1973361 h 10132673"/>
              <a:gd name="connsiteX2-1669" fmla="*/ 5039552 w 10128665"/>
              <a:gd name="connsiteY2-1670" fmla="*/ 264 h 10132673"/>
              <a:gd name="connsiteX3-1671" fmla="*/ 8068310 w 10128665"/>
              <a:gd name="connsiteY3-1672" fmla="*/ 1807075 h 10132673"/>
              <a:gd name="connsiteX4-1673" fmla="*/ 9524023 w 10128665"/>
              <a:gd name="connsiteY4-1674" fmla="*/ 3279912 h 10132673"/>
              <a:gd name="connsiteX5-1675" fmla="*/ 10127483 w 10128665"/>
              <a:gd name="connsiteY5-1676" fmla="*/ 5095997 h 10132673"/>
              <a:gd name="connsiteX6-1677" fmla="*/ 9663272 w 10128665"/>
              <a:gd name="connsiteY6-1678" fmla="*/ 6635807 h 10132673"/>
              <a:gd name="connsiteX7-1679" fmla="*/ 8262089 w 10128665"/>
              <a:gd name="connsiteY7-1680" fmla="*/ 8127755 h 10132673"/>
              <a:gd name="connsiteX8-1681" fmla="*/ 5178949 w 10128665"/>
              <a:gd name="connsiteY8-1682" fmla="*/ 10131776 h 10132673"/>
              <a:gd name="connsiteX9-1683" fmla="*/ 1869456 w 10128665"/>
              <a:gd name="connsiteY9-1684" fmla="*/ 8152093 h 10132673"/>
              <a:gd name="connsiteX10-1685" fmla="*/ 777 w 10128665"/>
              <a:gd name="connsiteY10-1686" fmla="*/ 5015424 h 10132673"/>
              <a:gd name="connsiteX0-1687" fmla="*/ 777 w 10128665"/>
              <a:gd name="connsiteY0-1688" fmla="*/ 5015424 h 10132673"/>
              <a:gd name="connsiteX1-1689" fmla="*/ 1895582 w 10128665"/>
              <a:gd name="connsiteY1-1690" fmla="*/ 1973361 h 10132673"/>
              <a:gd name="connsiteX2-1691" fmla="*/ 5039552 w 10128665"/>
              <a:gd name="connsiteY2-1692" fmla="*/ 264 h 10132673"/>
              <a:gd name="connsiteX3-1693" fmla="*/ 8068310 w 10128665"/>
              <a:gd name="connsiteY3-1694" fmla="*/ 1807075 h 10132673"/>
              <a:gd name="connsiteX4-1695" fmla="*/ 9524023 w 10128665"/>
              <a:gd name="connsiteY4-1696" fmla="*/ 3279912 h 10132673"/>
              <a:gd name="connsiteX5-1697" fmla="*/ 10127483 w 10128665"/>
              <a:gd name="connsiteY5-1698" fmla="*/ 5095997 h 10132673"/>
              <a:gd name="connsiteX6-1699" fmla="*/ 9663272 w 10128665"/>
              <a:gd name="connsiteY6-1700" fmla="*/ 6635807 h 10132673"/>
              <a:gd name="connsiteX7-1701" fmla="*/ 8262089 w 10128665"/>
              <a:gd name="connsiteY7-1702" fmla="*/ 8127755 h 10132673"/>
              <a:gd name="connsiteX8-1703" fmla="*/ 5178949 w 10128665"/>
              <a:gd name="connsiteY8-1704" fmla="*/ 10131776 h 10132673"/>
              <a:gd name="connsiteX9-1705" fmla="*/ 1869456 w 10128665"/>
              <a:gd name="connsiteY9-1706" fmla="*/ 8152093 h 10132673"/>
              <a:gd name="connsiteX10-1707" fmla="*/ 777 w 10128665"/>
              <a:gd name="connsiteY10-1708" fmla="*/ 5015424 h 10132673"/>
              <a:gd name="connsiteX0-1709" fmla="*/ 777 w 10128665"/>
              <a:gd name="connsiteY0-1710" fmla="*/ 5015424 h 10132673"/>
              <a:gd name="connsiteX1-1711" fmla="*/ 1895582 w 10128665"/>
              <a:gd name="connsiteY1-1712" fmla="*/ 1973361 h 10132673"/>
              <a:gd name="connsiteX2-1713" fmla="*/ 5039552 w 10128665"/>
              <a:gd name="connsiteY2-1714" fmla="*/ 264 h 10132673"/>
              <a:gd name="connsiteX3-1715" fmla="*/ 8068310 w 10128665"/>
              <a:gd name="connsiteY3-1716" fmla="*/ 1807075 h 10132673"/>
              <a:gd name="connsiteX4-1717" fmla="*/ 9524023 w 10128665"/>
              <a:gd name="connsiteY4-1718" fmla="*/ 3279912 h 10132673"/>
              <a:gd name="connsiteX5-1719" fmla="*/ 10127483 w 10128665"/>
              <a:gd name="connsiteY5-1720" fmla="*/ 5095997 h 10132673"/>
              <a:gd name="connsiteX6-1721" fmla="*/ 9663272 w 10128665"/>
              <a:gd name="connsiteY6-1722" fmla="*/ 6635807 h 10132673"/>
              <a:gd name="connsiteX7-1723" fmla="*/ 8262089 w 10128665"/>
              <a:gd name="connsiteY7-1724" fmla="*/ 8127755 h 10132673"/>
              <a:gd name="connsiteX8-1725" fmla="*/ 5178949 w 10128665"/>
              <a:gd name="connsiteY8-1726" fmla="*/ 10131776 h 10132673"/>
              <a:gd name="connsiteX9-1727" fmla="*/ 1869456 w 10128665"/>
              <a:gd name="connsiteY9-1728" fmla="*/ 8152093 h 10132673"/>
              <a:gd name="connsiteX10-1729" fmla="*/ 777 w 10128665"/>
              <a:gd name="connsiteY10-1730" fmla="*/ 5015424 h 10132673"/>
              <a:gd name="connsiteX0-1731" fmla="*/ 777 w 10128665"/>
              <a:gd name="connsiteY0-1732" fmla="*/ 5015424 h 10136221"/>
              <a:gd name="connsiteX1-1733" fmla="*/ 1895582 w 10128665"/>
              <a:gd name="connsiteY1-1734" fmla="*/ 1973361 h 10136221"/>
              <a:gd name="connsiteX2-1735" fmla="*/ 5039552 w 10128665"/>
              <a:gd name="connsiteY2-1736" fmla="*/ 264 h 10136221"/>
              <a:gd name="connsiteX3-1737" fmla="*/ 8068310 w 10128665"/>
              <a:gd name="connsiteY3-1738" fmla="*/ 1807075 h 10136221"/>
              <a:gd name="connsiteX4-1739" fmla="*/ 9524023 w 10128665"/>
              <a:gd name="connsiteY4-1740" fmla="*/ 3279912 h 10136221"/>
              <a:gd name="connsiteX5-1741" fmla="*/ 10127483 w 10128665"/>
              <a:gd name="connsiteY5-1742" fmla="*/ 5095997 h 10136221"/>
              <a:gd name="connsiteX6-1743" fmla="*/ 9663272 w 10128665"/>
              <a:gd name="connsiteY6-1744" fmla="*/ 6635807 h 10136221"/>
              <a:gd name="connsiteX7-1745" fmla="*/ 8262089 w 10128665"/>
              <a:gd name="connsiteY7-1746" fmla="*/ 8127755 h 10136221"/>
              <a:gd name="connsiteX8-1747" fmla="*/ 5178949 w 10128665"/>
              <a:gd name="connsiteY8-1748" fmla="*/ 10131776 h 10136221"/>
              <a:gd name="connsiteX9-1749" fmla="*/ 1869456 w 10128665"/>
              <a:gd name="connsiteY9-1750" fmla="*/ 8152093 h 10136221"/>
              <a:gd name="connsiteX10-1751" fmla="*/ 777 w 10128665"/>
              <a:gd name="connsiteY10-1752" fmla="*/ 5015424 h 10136221"/>
              <a:gd name="connsiteX0-1753" fmla="*/ 777 w 10128665"/>
              <a:gd name="connsiteY0-1754" fmla="*/ 5015424 h 10140893"/>
              <a:gd name="connsiteX1-1755" fmla="*/ 1895582 w 10128665"/>
              <a:gd name="connsiteY1-1756" fmla="*/ 1973361 h 10140893"/>
              <a:gd name="connsiteX2-1757" fmla="*/ 5039552 w 10128665"/>
              <a:gd name="connsiteY2-1758" fmla="*/ 264 h 10140893"/>
              <a:gd name="connsiteX3-1759" fmla="*/ 8068310 w 10128665"/>
              <a:gd name="connsiteY3-1760" fmla="*/ 1807075 h 10140893"/>
              <a:gd name="connsiteX4-1761" fmla="*/ 9524023 w 10128665"/>
              <a:gd name="connsiteY4-1762" fmla="*/ 3279912 h 10140893"/>
              <a:gd name="connsiteX5-1763" fmla="*/ 10127483 w 10128665"/>
              <a:gd name="connsiteY5-1764" fmla="*/ 5095997 h 10140893"/>
              <a:gd name="connsiteX6-1765" fmla="*/ 9663272 w 10128665"/>
              <a:gd name="connsiteY6-1766" fmla="*/ 6635807 h 10140893"/>
              <a:gd name="connsiteX7-1767" fmla="*/ 8262089 w 10128665"/>
              <a:gd name="connsiteY7-1768" fmla="*/ 8127755 h 10140893"/>
              <a:gd name="connsiteX8-1769" fmla="*/ 5178949 w 10128665"/>
              <a:gd name="connsiteY8-1770" fmla="*/ 10131776 h 10140893"/>
              <a:gd name="connsiteX9-1771" fmla="*/ 1869456 w 10128665"/>
              <a:gd name="connsiteY9-1772" fmla="*/ 8152093 h 10140893"/>
              <a:gd name="connsiteX10-1773" fmla="*/ 777 w 10128665"/>
              <a:gd name="connsiteY10-1774" fmla="*/ 5015424 h 10140893"/>
              <a:gd name="connsiteX0-1775" fmla="*/ 777 w 10128665"/>
              <a:gd name="connsiteY0-1776" fmla="*/ 5015424 h 10137040"/>
              <a:gd name="connsiteX1-1777" fmla="*/ 1895582 w 10128665"/>
              <a:gd name="connsiteY1-1778" fmla="*/ 1973361 h 10137040"/>
              <a:gd name="connsiteX2-1779" fmla="*/ 5039552 w 10128665"/>
              <a:gd name="connsiteY2-1780" fmla="*/ 264 h 10137040"/>
              <a:gd name="connsiteX3-1781" fmla="*/ 8068310 w 10128665"/>
              <a:gd name="connsiteY3-1782" fmla="*/ 1807075 h 10137040"/>
              <a:gd name="connsiteX4-1783" fmla="*/ 9524023 w 10128665"/>
              <a:gd name="connsiteY4-1784" fmla="*/ 3279912 h 10137040"/>
              <a:gd name="connsiteX5-1785" fmla="*/ 10127483 w 10128665"/>
              <a:gd name="connsiteY5-1786" fmla="*/ 5095997 h 10137040"/>
              <a:gd name="connsiteX6-1787" fmla="*/ 9663272 w 10128665"/>
              <a:gd name="connsiteY6-1788" fmla="*/ 6635807 h 10137040"/>
              <a:gd name="connsiteX7-1789" fmla="*/ 8262089 w 10128665"/>
              <a:gd name="connsiteY7-1790" fmla="*/ 8127755 h 10137040"/>
              <a:gd name="connsiteX8-1791" fmla="*/ 5178949 w 10128665"/>
              <a:gd name="connsiteY8-1792" fmla="*/ 10131776 h 10137040"/>
              <a:gd name="connsiteX9-1793" fmla="*/ 1869456 w 10128665"/>
              <a:gd name="connsiteY9-1794" fmla="*/ 8152093 h 10137040"/>
              <a:gd name="connsiteX10-1795" fmla="*/ 777 w 10128665"/>
              <a:gd name="connsiteY10-1796" fmla="*/ 5015424 h 10137040"/>
              <a:gd name="connsiteX0-1797" fmla="*/ 777 w 10128665"/>
              <a:gd name="connsiteY0-1798" fmla="*/ 5015424 h 10139847"/>
              <a:gd name="connsiteX1-1799" fmla="*/ 1895582 w 10128665"/>
              <a:gd name="connsiteY1-1800" fmla="*/ 1973361 h 10139847"/>
              <a:gd name="connsiteX2-1801" fmla="*/ 5039552 w 10128665"/>
              <a:gd name="connsiteY2-1802" fmla="*/ 264 h 10139847"/>
              <a:gd name="connsiteX3-1803" fmla="*/ 8068310 w 10128665"/>
              <a:gd name="connsiteY3-1804" fmla="*/ 1807075 h 10139847"/>
              <a:gd name="connsiteX4-1805" fmla="*/ 9524023 w 10128665"/>
              <a:gd name="connsiteY4-1806" fmla="*/ 3279912 h 10139847"/>
              <a:gd name="connsiteX5-1807" fmla="*/ 10127483 w 10128665"/>
              <a:gd name="connsiteY5-1808" fmla="*/ 5095997 h 10139847"/>
              <a:gd name="connsiteX6-1809" fmla="*/ 9663272 w 10128665"/>
              <a:gd name="connsiteY6-1810" fmla="*/ 6635807 h 10139847"/>
              <a:gd name="connsiteX7-1811" fmla="*/ 8262089 w 10128665"/>
              <a:gd name="connsiteY7-1812" fmla="*/ 8127755 h 10139847"/>
              <a:gd name="connsiteX8-1813" fmla="*/ 5178949 w 10128665"/>
              <a:gd name="connsiteY8-1814" fmla="*/ 10131776 h 10139847"/>
              <a:gd name="connsiteX9-1815" fmla="*/ 1869456 w 10128665"/>
              <a:gd name="connsiteY9-1816" fmla="*/ 8152093 h 10139847"/>
              <a:gd name="connsiteX10-1817" fmla="*/ 777 w 10128665"/>
              <a:gd name="connsiteY10-1818" fmla="*/ 5015424 h 10139847"/>
              <a:gd name="connsiteX0-1819" fmla="*/ 777 w 10128665"/>
              <a:gd name="connsiteY0-1820" fmla="*/ 5015424 h 10139847"/>
              <a:gd name="connsiteX1-1821" fmla="*/ 1895582 w 10128665"/>
              <a:gd name="connsiteY1-1822" fmla="*/ 1973361 h 10139847"/>
              <a:gd name="connsiteX2-1823" fmla="*/ 5039552 w 10128665"/>
              <a:gd name="connsiteY2-1824" fmla="*/ 264 h 10139847"/>
              <a:gd name="connsiteX3-1825" fmla="*/ 8068310 w 10128665"/>
              <a:gd name="connsiteY3-1826" fmla="*/ 1807075 h 10139847"/>
              <a:gd name="connsiteX4-1827" fmla="*/ 9524023 w 10128665"/>
              <a:gd name="connsiteY4-1828" fmla="*/ 3279912 h 10139847"/>
              <a:gd name="connsiteX5-1829" fmla="*/ 10127483 w 10128665"/>
              <a:gd name="connsiteY5-1830" fmla="*/ 5095997 h 10139847"/>
              <a:gd name="connsiteX6-1831" fmla="*/ 9663272 w 10128665"/>
              <a:gd name="connsiteY6-1832" fmla="*/ 6635807 h 10139847"/>
              <a:gd name="connsiteX7-1833" fmla="*/ 8262089 w 10128665"/>
              <a:gd name="connsiteY7-1834" fmla="*/ 8127755 h 10139847"/>
              <a:gd name="connsiteX8-1835" fmla="*/ 5178949 w 10128665"/>
              <a:gd name="connsiteY8-1836" fmla="*/ 10131776 h 10139847"/>
              <a:gd name="connsiteX9-1837" fmla="*/ 1869456 w 10128665"/>
              <a:gd name="connsiteY9-1838" fmla="*/ 8152093 h 10139847"/>
              <a:gd name="connsiteX10-1839" fmla="*/ 777 w 10128665"/>
              <a:gd name="connsiteY10-1840" fmla="*/ 5015424 h 10139847"/>
              <a:gd name="connsiteX0-1841" fmla="*/ 777 w 10211929"/>
              <a:gd name="connsiteY0-1842" fmla="*/ 5015424 h 10139847"/>
              <a:gd name="connsiteX1-1843" fmla="*/ 1895582 w 10211929"/>
              <a:gd name="connsiteY1-1844" fmla="*/ 1973361 h 10139847"/>
              <a:gd name="connsiteX2-1845" fmla="*/ 5039552 w 10211929"/>
              <a:gd name="connsiteY2-1846" fmla="*/ 264 h 10139847"/>
              <a:gd name="connsiteX3-1847" fmla="*/ 8068310 w 10211929"/>
              <a:gd name="connsiteY3-1848" fmla="*/ 1807075 h 10139847"/>
              <a:gd name="connsiteX4-1849" fmla="*/ 10127483 w 10211929"/>
              <a:gd name="connsiteY4-1850" fmla="*/ 5095997 h 10139847"/>
              <a:gd name="connsiteX5-1851" fmla="*/ 9663272 w 10211929"/>
              <a:gd name="connsiteY5-1852" fmla="*/ 6635807 h 10139847"/>
              <a:gd name="connsiteX6-1853" fmla="*/ 8262089 w 10211929"/>
              <a:gd name="connsiteY6-1854" fmla="*/ 8127755 h 10139847"/>
              <a:gd name="connsiteX7-1855" fmla="*/ 5178949 w 10211929"/>
              <a:gd name="connsiteY7-1856" fmla="*/ 10131776 h 10139847"/>
              <a:gd name="connsiteX8-1857" fmla="*/ 1869456 w 10211929"/>
              <a:gd name="connsiteY8-1858" fmla="*/ 8152093 h 10139847"/>
              <a:gd name="connsiteX9-1859" fmla="*/ 777 w 10211929"/>
              <a:gd name="connsiteY9-1860" fmla="*/ 5015424 h 10139847"/>
              <a:gd name="connsiteX0-1861" fmla="*/ 777 w 10095194"/>
              <a:gd name="connsiteY0-1862" fmla="*/ 5015424 h 10139847"/>
              <a:gd name="connsiteX1-1863" fmla="*/ 1895582 w 10095194"/>
              <a:gd name="connsiteY1-1864" fmla="*/ 1973361 h 10139847"/>
              <a:gd name="connsiteX2-1865" fmla="*/ 5039552 w 10095194"/>
              <a:gd name="connsiteY2-1866" fmla="*/ 264 h 10139847"/>
              <a:gd name="connsiteX3-1867" fmla="*/ 8068310 w 10095194"/>
              <a:gd name="connsiteY3-1868" fmla="*/ 1807075 h 10139847"/>
              <a:gd name="connsiteX4-1869" fmla="*/ 9989124 w 10095194"/>
              <a:gd name="connsiteY4-1870" fmla="*/ 4086473 h 10139847"/>
              <a:gd name="connsiteX5-1871" fmla="*/ 9663272 w 10095194"/>
              <a:gd name="connsiteY5-1872" fmla="*/ 6635807 h 10139847"/>
              <a:gd name="connsiteX6-1873" fmla="*/ 8262089 w 10095194"/>
              <a:gd name="connsiteY6-1874" fmla="*/ 8127755 h 10139847"/>
              <a:gd name="connsiteX7-1875" fmla="*/ 5178949 w 10095194"/>
              <a:gd name="connsiteY7-1876" fmla="*/ 10131776 h 10139847"/>
              <a:gd name="connsiteX8-1877" fmla="*/ 1869456 w 10095194"/>
              <a:gd name="connsiteY8-1878" fmla="*/ 8152093 h 10139847"/>
              <a:gd name="connsiteX9-1879" fmla="*/ 777 w 10095194"/>
              <a:gd name="connsiteY9-1880" fmla="*/ 5015424 h 10139847"/>
              <a:gd name="connsiteX0-1881" fmla="*/ 777 w 10143243"/>
              <a:gd name="connsiteY0-1882" fmla="*/ 5015424 h 10139847"/>
              <a:gd name="connsiteX1-1883" fmla="*/ 1895582 w 10143243"/>
              <a:gd name="connsiteY1-1884" fmla="*/ 1973361 h 10139847"/>
              <a:gd name="connsiteX2-1885" fmla="*/ 5039552 w 10143243"/>
              <a:gd name="connsiteY2-1886" fmla="*/ 264 h 10139847"/>
              <a:gd name="connsiteX3-1887" fmla="*/ 8068310 w 10143243"/>
              <a:gd name="connsiteY3-1888" fmla="*/ 1807075 h 10139847"/>
              <a:gd name="connsiteX4-1889" fmla="*/ 10047380 w 10143243"/>
              <a:gd name="connsiteY4-1890" fmla="*/ 4369721 h 10139847"/>
              <a:gd name="connsiteX5-1891" fmla="*/ 9663272 w 10143243"/>
              <a:gd name="connsiteY5-1892" fmla="*/ 6635807 h 10139847"/>
              <a:gd name="connsiteX6-1893" fmla="*/ 8262089 w 10143243"/>
              <a:gd name="connsiteY6-1894" fmla="*/ 8127755 h 10139847"/>
              <a:gd name="connsiteX7-1895" fmla="*/ 5178949 w 10143243"/>
              <a:gd name="connsiteY7-1896" fmla="*/ 10131776 h 10139847"/>
              <a:gd name="connsiteX8-1897" fmla="*/ 1869456 w 10143243"/>
              <a:gd name="connsiteY8-1898" fmla="*/ 8152093 h 10139847"/>
              <a:gd name="connsiteX9-1899" fmla="*/ 777 w 10143243"/>
              <a:gd name="connsiteY9-1900" fmla="*/ 5015424 h 10139847"/>
              <a:gd name="connsiteX0-1901" fmla="*/ 777 w 10188867"/>
              <a:gd name="connsiteY0-1902" fmla="*/ 5015424 h 10139847"/>
              <a:gd name="connsiteX1-1903" fmla="*/ 1895582 w 10188867"/>
              <a:gd name="connsiteY1-1904" fmla="*/ 1973361 h 10139847"/>
              <a:gd name="connsiteX2-1905" fmla="*/ 5039552 w 10188867"/>
              <a:gd name="connsiteY2-1906" fmla="*/ 264 h 10139847"/>
              <a:gd name="connsiteX3-1907" fmla="*/ 8068310 w 10188867"/>
              <a:gd name="connsiteY3-1908" fmla="*/ 1807075 h 10139847"/>
              <a:gd name="connsiteX4-1909" fmla="*/ 10100925 w 10188867"/>
              <a:gd name="connsiteY4-1910" fmla="*/ 4654536 h 10139847"/>
              <a:gd name="connsiteX5-1911" fmla="*/ 9663272 w 10188867"/>
              <a:gd name="connsiteY5-1912" fmla="*/ 6635807 h 10139847"/>
              <a:gd name="connsiteX6-1913" fmla="*/ 8262089 w 10188867"/>
              <a:gd name="connsiteY6-1914" fmla="*/ 8127755 h 10139847"/>
              <a:gd name="connsiteX7-1915" fmla="*/ 5178949 w 10188867"/>
              <a:gd name="connsiteY7-1916" fmla="*/ 10131776 h 10139847"/>
              <a:gd name="connsiteX8-1917" fmla="*/ 1869456 w 10188867"/>
              <a:gd name="connsiteY8-1918" fmla="*/ 8152093 h 10139847"/>
              <a:gd name="connsiteX9-1919" fmla="*/ 777 w 10188867"/>
              <a:gd name="connsiteY9-1920" fmla="*/ 5015424 h 10139847"/>
              <a:gd name="connsiteX0-1921" fmla="*/ 777 w 10142580"/>
              <a:gd name="connsiteY0-1922" fmla="*/ 5015424 h 10139847"/>
              <a:gd name="connsiteX1-1923" fmla="*/ 1895582 w 10142580"/>
              <a:gd name="connsiteY1-1924" fmla="*/ 1973361 h 10139847"/>
              <a:gd name="connsiteX2-1925" fmla="*/ 5039552 w 10142580"/>
              <a:gd name="connsiteY2-1926" fmla="*/ 264 h 10139847"/>
              <a:gd name="connsiteX3-1927" fmla="*/ 8068310 w 10142580"/>
              <a:gd name="connsiteY3-1928" fmla="*/ 1807075 h 10139847"/>
              <a:gd name="connsiteX4-1929" fmla="*/ 10100925 w 10142580"/>
              <a:gd name="connsiteY4-1930" fmla="*/ 4654536 h 10139847"/>
              <a:gd name="connsiteX5-1931" fmla="*/ 9663272 w 10142580"/>
              <a:gd name="connsiteY5-1932" fmla="*/ 6635807 h 10139847"/>
              <a:gd name="connsiteX6-1933" fmla="*/ 8262089 w 10142580"/>
              <a:gd name="connsiteY6-1934" fmla="*/ 8127755 h 10139847"/>
              <a:gd name="connsiteX7-1935" fmla="*/ 5178949 w 10142580"/>
              <a:gd name="connsiteY7-1936" fmla="*/ 10131776 h 10139847"/>
              <a:gd name="connsiteX8-1937" fmla="*/ 1869456 w 10142580"/>
              <a:gd name="connsiteY8-1938" fmla="*/ 8152093 h 10139847"/>
              <a:gd name="connsiteX9-1939" fmla="*/ 777 w 10142580"/>
              <a:gd name="connsiteY9-1940" fmla="*/ 5015424 h 10139847"/>
              <a:gd name="connsiteX0-1941" fmla="*/ 777 w 10131835"/>
              <a:gd name="connsiteY0-1942" fmla="*/ 5015424 h 10139847"/>
              <a:gd name="connsiteX1-1943" fmla="*/ 1895582 w 10131835"/>
              <a:gd name="connsiteY1-1944" fmla="*/ 1973361 h 10139847"/>
              <a:gd name="connsiteX2-1945" fmla="*/ 5039552 w 10131835"/>
              <a:gd name="connsiteY2-1946" fmla="*/ 264 h 10139847"/>
              <a:gd name="connsiteX3-1947" fmla="*/ 8068310 w 10131835"/>
              <a:gd name="connsiteY3-1948" fmla="*/ 1807075 h 10139847"/>
              <a:gd name="connsiteX4-1949" fmla="*/ 10100925 w 10131835"/>
              <a:gd name="connsiteY4-1950" fmla="*/ 4654536 h 10139847"/>
              <a:gd name="connsiteX5-1951" fmla="*/ 9663272 w 10131835"/>
              <a:gd name="connsiteY5-1952" fmla="*/ 6635807 h 10139847"/>
              <a:gd name="connsiteX6-1953" fmla="*/ 8262089 w 10131835"/>
              <a:gd name="connsiteY6-1954" fmla="*/ 8127755 h 10139847"/>
              <a:gd name="connsiteX7-1955" fmla="*/ 5178949 w 10131835"/>
              <a:gd name="connsiteY7-1956" fmla="*/ 10131776 h 10139847"/>
              <a:gd name="connsiteX8-1957" fmla="*/ 1869456 w 10131835"/>
              <a:gd name="connsiteY8-1958" fmla="*/ 8152093 h 10139847"/>
              <a:gd name="connsiteX9-1959" fmla="*/ 777 w 10131835"/>
              <a:gd name="connsiteY9-1960" fmla="*/ 5015424 h 10139847"/>
              <a:gd name="connsiteX0-1961" fmla="*/ 14 w 10131072"/>
              <a:gd name="connsiteY0-1962" fmla="*/ 5015424 h 10139742"/>
              <a:gd name="connsiteX1-1963" fmla="*/ 1894819 w 10131072"/>
              <a:gd name="connsiteY1-1964" fmla="*/ 1973361 h 10139742"/>
              <a:gd name="connsiteX2-1965" fmla="*/ 5038789 w 10131072"/>
              <a:gd name="connsiteY2-1966" fmla="*/ 264 h 10139742"/>
              <a:gd name="connsiteX3-1967" fmla="*/ 8067547 w 10131072"/>
              <a:gd name="connsiteY3-1968" fmla="*/ 1807075 h 10139742"/>
              <a:gd name="connsiteX4-1969" fmla="*/ 10100162 w 10131072"/>
              <a:gd name="connsiteY4-1970" fmla="*/ 4654536 h 10139742"/>
              <a:gd name="connsiteX5-1971" fmla="*/ 9662509 w 10131072"/>
              <a:gd name="connsiteY5-1972" fmla="*/ 6635807 h 10139742"/>
              <a:gd name="connsiteX6-1973" fmla="*/ 8261326 w 10131072"/>
              <a:gd name="connsiteY6-1974" fmla="*/ 8127755 h 10139742"/>
              <a:gd name="connsiteX7-1975" fmla="*/ 5178186 w 10131072"/>
              <a:gd name="connsiteY7-1976" fmla="*/ 10131776 h 10139742"/>
              <a:gd name="connsiteX8-1977" fmla="*/ 1868693 w 10131072"/>
              <a:gd name="connsiteY8-1978" fmla="*/ 8133929 h 10139742"/>
              <a:gd name="connsiteX9-1979" fmla="*/ 14 w 10131072"/>
              <a:gd name="connsiteY9-1980" fmla="*/ 5015424 h 10139742"/>
              <a:gd name="connsiteX0-1981" fmla="*/ 2430 w 10133488"/>
              <a:gd name="connsiteY0-1982" fmla="*/ 5015424 h 10139742"/>
              <a:gd name="connsiteX1-1983" fmla="*/ 1897235 w 10133488"/>
              <a:gd name="connsiteY1-1984" fmla="*/ 1973361 h 10139742"/>
              <a:gd name="connsiteX2-1985" fmla="*/ 5041205 w 10133488"/>
              <a:gd name="connsiteY2-1986" fmla="*/ 264 h 10139742"/>
              <a:gd name="connsiteX3-1987" fmla="*/ 8069963 w 10133488"/>
              <a:gd name="connsiteY3-1988" fmla="*/ 1807075 h 10139742"/>
              <a:gd name="connsiteX4-1989" fmla="*/ 10102578 w 10133488"/>
              <a:gd name="connsiteY4-1990" fmla="*/ 4654536 h 10139742"/>
              <a:gd name="connsiteX5-1991" fmla="*/ 9664925 w 10133488"/>
              <a:gd name="connsiteY5-1992" fmla="*/ 6635807 h 10139742"/>
              <a:gd name="connsiteX6-1993" fmla="*/ 8263742 w 10133488"/>
              <a:gd name="connsiteY6-1994" fmla="*/ 8127755 h 10139742"/>
              <a:gd name="connsiteX7-1995" fmla="*/ 5180602 w 10133488"/>
              <a:gd name="connsiteY7-1996" fmla="*/ 10131776 h 10139742"/>
              <a:gd name="connsiteX8-1997" fmla="*/ 1871109 w 10133488"/>
              <a:gd name="connsiteY8-1998" fmla="*/ 8133929 h 10139742"/>
              <a:gd name="connsiteX9-1999" fmla="*/ 2430 w 10133488"/>
              <a:gd name="connsiteY9-2000" fmla="*/ 5015424 h 10139742"/>
              <a:gd name="connsiteX0-2001" fmla="*/ 2430 w 10133488"/>
              <a:gd name="connsiteY0-2002" fmla="*/ 5015424 h 10139742"/>
              <a:gd name="connsiteX1-2003" fmla="*/ 1897235 w 10133488"/>
              <a:gd name="connsiteY1-2004" fmla="*/ 1973361 h 10139742"/>
              <a:gd name="connsiteX2-2005" fmla="*/ 5041205 w 10133488"/>
              <a:gd name="connsiteY2-2006" fmla="*/ 264 h 10139742"/>
              <a:gd name="connsiteX3-2007" fmla="*/ 8069963 w 10133488"/>
              <a:gd name="connsiteY3-2008" fmla="*/ 1807075 h 10139742"/>
              <a:gd name="connsiteX4-2009" fmla="*/ 10102578 w 10133488"/>
              <a:gd name="connsiteY4-2010" fmla="*/ 4654536 h 10139742"/>
              <a:gd name="connsiteX5-2011" fmla="*/ 9664925 w 10133488"/>
              <a:gd name="connsiteY5-2012" fmla="*/ 6635807 h 10139742"/>
              <a:gd name="connsiteX6-2013" fmla="*/ 8263742 w 10133488"/>
              <a:gd name="connsiteY6-2014" fmla="*/ 8127755 h 10139742"/>
              <a:gd name="connsiteX7-2015" fmla="*/ 5180602 w 10133488"/>
              <a:gd name="connsiteY7-2016" fmla="*/ 10131776 h 10139742"/>
              <a:gd name="connsiteX8-2017" fmla="*/ 1871109 w 10133488"/>
              <a:gd name="connsiteY8-2018" fmla="*/ 8133929 h 10139742"/>
              <a:gd name="connsiteX9-2019" fmla="*/ 2430 w 10133488"/>
              <a:gd name="connsiteY9-2020" fmla="*/ 5015424 h 10139742"/>
              <a:gd name="connsiteX0-2021" fmla="*/ 2430 w 10133488"/>
              <a:gd name="connsiteY0-2022" fmla="*/ 5015424 h 10139776"/>
              <a:gd name="connsiteX1-2023" fmla="*/ 1897235 w 10133488"/>
              <a:gd name="connsiteY1-2024" fmla="*/ 1973361 h 10139776"/>
              <a:gd name="connsiteX2-2025" fmla="*/ 5041205 w 10133488"/>
              <a:gd name="connsiteY2-2026" fmla="*/ 264 h 10139776"/>
              <a:gd name="connsiteX3-2027" fmla="*/ 8069963 w 10133488"/>
              <a:gd name="connsiteY3-2028" fmla="*/ 1807075 h 10139776"/>
              <a:gd name="connsiteX4-2029" fmla="*/ 10102578 w 10133488"/>
              <a:gd name="connsiteY4-2030" fmla="*/ 4654536 h 10139776"/>
              <a:gd name="connsiteX5-2031" fmla="*/ 9664925 w 10133488"/>
              <a:gd name="connsiteY5-2032" fmla="*/ 6635807 h 10139776"/>
              <a:gd name="connsiteX6-2033" fmla="*/ 8263742 w 10133488"/>
              <a:gd name="connsiteY6-2034" fmla="*/ 8127755 h 10139776"/>
              <a:gd name="connsiteX7-2035" fmla="*/ 5180602 w 10133488"/>
              <a:gd name="connsiteY7-2036" fmla="*/ 10131776 h 10139776"/>
              <a:gd name="connsiteX8-2037" fmla="*/ 1871109 w 10133488"/>
              <a:gd name="connsiteY8-2038" fmla="*/ 8133929 h 10139776"/>
              <a:gd name="connsiteX9-2039" fmla="*/ 2430 w 10133488"/>
              <a:gd name="connsiteY9-2040" fmla="*/ 5015424 h 10139776"/>
              <a:gd name="connsiteX0-2041" fmla="*/ 797 w 10131855"/>
              <a:gd name="connsiteY0-2042" fmla="*/ 5015424 h 10139776"/>
              <a:gd name="connsiteX1-2043" fmla="*/ 1895602 w 10131855"/>
              <a:gd name="connsiteY1-2044" fmla="*/ 1973361 h 10139776"/>
              <a:gd name="connsiteX2-2045" fmla="*/ 5039572 w 10131855"/>
              <a:gd name="connsiteY2-2046" fmla="*/ 264 h 10139776"/>
              <a:gd name="connsiteX3-2047" fmla="*/ 8068330 w 10131855"/>
              <a:gd name="connsiteY3-2048" fmla="*/ 1807075 h 10139776"/>
              <a:gd name="connsiteX4-2049" fmla="*/ 10100945 w 10131855"/>
              <a:gd name="connsiteY4-2050" fmla="*/ 4654536 h 10139776"/>
              <a:gd name="connsiteX5-2051" fmla="*/ 9663292 w 10131855"/>
              <a:gd name="connsiteY5-2052" fmla="*/ 6635807 h 10139776"/>
              <a:gd name="connsiteX6-2053" fmla="*/ 8262109 w 10131855"/>
              <a:gd name="connsiteY6-2054" fmla="*/ 8127755 h 10139776"/>
              <a:gd name="connsiteX7-2055" fmla="*/ 5178969 w 10131855"/>
              <a:gd name="connsiteY7-2056" fmla="*/ 10131776 h 10139776"/>
              <a:gd name="connsiteX8-2057" fmla="*/ 1869476 w 10131855"/>
              <a:gd name="connsiteY8-2058" fmla="*/ 8133929 h 10139776"/>
              <a:gd name="connsiteX9-2059" fmla="*/ 797 w 10131855"/>
              <a:gd name="connsiteY9-2060" fmla="*/ 5015424 h 10139776"/>
              <a:gd name="connsiteX0-2061" fmla="*/ 797 w 10131855"/>
              <a:gd name="connsiteY0-2062" fmla="*/ 5015424 h 10139776"/>
              <a:gd name="connsiteX1-2063" fmla="*/ 1895602 w 10131855"/>
              <a:gd name="connsiteY1-2064" fmla="*/ 1973361 h 10139776"/>
              <a:gd name="connsiteX2-2065" fmla="*/ 5039572 w 10131855"/>
              <a:gd name="connsiteY2-2066" fmla="*/ 264 h 10139776"/>
              <a:gd name="connsiteX3-2067" fmla="*/ 8068330 w 10131855"/>
              <a:gd name="connsiteY3-2068" fmla="*/ 1807075 h 10139776"/>
              <a:gd name="connsiteX4-2069" fmla="*/ 10100945 w 10131855"/>
              <a:gd name="connsiteY4-2070" fmla="*/ 4654536 h 10139776"/>
              <a:gd name="connsiteX5-2071" fmla="*/ 9663292 w 10131855"/>
              <a:gd name="connsiteY5-2072" fmla="*/ 6635807 h 10139776"/>
              <a:gd name="connsiteX6-2073" fmla="*/ 8262109 w 10131855"/>
              <a:gd name="connsiteY6-2074" fmla="*/ 8127755 h 10139776"/>
              <a:gd name="connsiteX7-2075" fmla="*/ 5178969 w 10131855"/>
              <a:gd name="connsiteY7-2076" fmla="*/ 10131776 h 10139776"/>
              <a:gd name="connsiteX8-2077" fmla="*/ 1869476 w 10131855"/>
              <a:gd name="connsiteY8-2078" fmla="*/ 8133929 h 10139776"/>
              <a:gd name="connsiteX9-2079" fmla="*/ 797 w 10131855"/>
              <a:gd name="connsiteY9-2080" fmla="*/ 5015424 h 10139776"/>
              <a:gd name="connsiteX0-2081" fmla="*/ 809 w 10131867"/>
              <a:gd name="connsiteY0-2082" fmla="*/ 5015424 h 10140107"/>
              <a:gd name="connsiteX1-2083" fmla="*/ 1895614 w 10131867"/>
              <a:gd name="connsiteY1-2084" fmla="*/ 1973361 h 10140107"/>
              <a:gd name="connsiteX2-2085" fmla="*/ 5039584 w 10131867"/>
              <a:gd name="connsiteY2-2086" fmla="*/ 264 h 10140107"/>
              <a:gd name="connsiteX3-2087" fmla="*/ 8068342 w 10131867"/>
              <a:gd name="connsiteY3-2088" fmla="*/ 1807075 h 10140107"/>
              <a:gd name="connsiteX4-2089" fmla="*/ 10100957 w 10131867"/>
              <a:gd name="connsiteY4-2090" fmla="*/ 4654536 h 10140107"/>
              <a:gd name="connsiteX5-2091" fmla="*/ 9663304 w 10131867"/>
              <a:gd name="connsiteY5-2092" fmla="*/ 6635807 h 10140107"/>
              <a:gd name="connsiteX6-2093" fmla="*/ 8262121 w 10131867"/>
              <a:gd name="connsiteY6-2094" fmla="*/ 8127755 h 10140107"/>
              <a:gd name="connsiteX7-2095" fmla="*/ 5178981 w 10131867"/>
              <a:gd name="connsiteY7-2096" fmla="*/ 10131776 h 10140107"/>
              <a:gd name="connsiteX8-2097" fmla="*/ 1869488 w 10131867"/>
              <a:gd name="connsiteY8-2098" fmla="*/ 8133929 h 10140107"/>
              <a:gd name="connsiteX9-2099" fmla="*/ 809 w 10131867"/>
              <a:gd name="connsiteY9-2100" fmla="*/ 5015424 h 10140107"/>
              <a:gd name="connsiteX0-2101" fmla="*/ 189 w 10131247"/>
              <a:gd name="connsiteY0-2102" fmla="*/ 5015424 h 10140107"/>
              <a:gd name="connsiteX1-2103" fmla="*/ 1894994 w 10131247"/>
              <a:gd name="connsiteY1-2104" fmla="*/ 1973361 h 10140107"/>
              <a:gd name="connsiteX2-2105" fmla="*/ 5038964 w 10131247"/>
              <a:gd name="connsiteY2-2106" fmla="*/ 264 h 10140107"/>
              <a:gd name="connsiteX3-2107" fmla="*/ 8067722 w 10131247"/>
              <a:gd name="connsiteY3-2108" fmla="*/ 1807075 h 10140107"/>
              <a:gd name="connsiteX4-2109" fmla="*/ 10100337 w 10131247"/>
              <a:gd name="connsiteY4-2110" fmla="*/ 4654536 h 10140107"/>
              <a:gd name="connsiteX5-2111" fmla="*/ 9662684 w 10131247"/>
              <a:gd name="connsiteY5-2112" fmla="*/ 6635807 h 10140107"/>
              <a:gd name="connsiteX6-2113" fmla="*/ 8261501 w 10131247"/>
              <a:gd name="connsiteY6-2114" fmla="*/ 8127755 h 10140107"/>
              <a:gd name="connsiteX7-2115" fmla="*/ 5178361 w 10131247"/>
              <a:gd name="connsiteY7-2116" fmla="*/ 10131776 h 10140107"/>
              <a:gd name="connsiteX8-2117" fmla="*/ 1868868 w 10131247"/>
              <a:gd name="connsiteY8-2118" fmla="*/ 8133929 h 10140107"/>
              <a:gd name="connsiteX9-2119" fmla="*/ 189 w 10131247"/>
              <a:gd name="connsiteY9-2120" fmla="*/ 5015424 h 10140107"/>
              <a:gd name="connsiteX0-2121" fmla="*/ 349 w 10131407"/>
              <a:gd name="connsiteY0-2122" fmla="*/ 5015424 h 10140107"/>
              <a:gd name="connsiteX1-2123" fmla="*/ 1895154 w 10131407"/>
              <a:gd name="connsiteY1-2124" fmla="*/ 1973361 h 10140107"/>
              <a:gd name="connsiteX2-2125" fmla="*/ 5039124 w 10131407"/>
              <a:gd name="connsiteY2-2126" fmla="*/ 264 h 10140107"/>
              <a:gd name="connsiteX3-2127" fmla="*/ 8067882 w 10131407"/>
              <a:gd name="connsiteY3-2128" fmla="*/ 1807075 h 10140107"/>
              <a:gd name="connsiteX4-2129" fmla="*/ 10100497 w 10131407"/>
              <a:gd name="connsiteY4-2130" fmla="*/ 4654536 h 10140107"/>
              <a:gd name="connsiteX5-2131" fmla="*/ 9662844 w 10131407"/>
              <a:gd name="connsiteY5-2132" fmla="*/ 6635807 h 10140107"/>
              <a:gd name="connsiteX6-2133" fmla="*/ 8261661 w 10131407"/>
              <a:gd name="connsiteY6-2134" fmla="*/ 8127755 h 10140107"/>
              <a:gd name="connsiteX7-2135" fmla="*/ 5178521 w 10131407"/>
              <a:gd name="connsiteY7-2136" fmla="*/ 10131776 h 10140107"/>
              <a:gd name="connsiteX8-2137" fmla="*/ 1869028 w 10131407"/>
              <a:gd name="connsiteY8-2138" fmla="*/ 8133929 h 10140107"/>
              <a:gd name="connsiteX9-2139" fmla="*/ 349 w 10131407"/>
              <a:gd name="connsiteY9-2140" fmla="*/ 5015424 h 10140107"/>
              <a:gd name="connsiteX0-2141" fmla="*/ 354 w 10131412"/>
              <a:gd name="connsiteY0-2142" fmla="*/ 5015424 h 10139997"/>
              <a:gd name="connsiteX1-2143" fmla="*/ 1895159 w 10131412"/>
              <a:gd name="connsiteY1-2144" fmla="*/ 1973361 h 10139997"/>
              <a:gd name="connsiteX2-2145" fmla="*/ 5039129 w 10131412"/>
              <a:gd name="connsiteY2-2146" fmla="*/ 264 h 10139997"/>
              <a:gd name="connsiteX3-2147" fmla="*/ 8067887 w 10131412"/>
              <a:gd name="connsiteY3-2148" fmla="*/ 1807075 h 10139997"/>
              <a:gd name="connsiteX4-2149" fmla="*/ 10100502 w 10131412"/>
              <a:gd name="connsiteY4-2150" fmla="*/ 4654536 h 10139997"/>
              <a:gd name="connsiteX5-2151" fmla="*/ 9662849 w 10131412"/>
              <a:gd name="connsiteY5-2152" fmla="*/ 6635807 h 10139997"/>
              <a:gd name="connsiteX6-2153" fmla="*/ 8261666 w 10131412"/>
              <a:gd name="connsiteY6-2154" fmla="*/ 8127755 h 10139997"/>
              <a:gd name="connsiteX7-2155" fmla="*/ 5178526 w 10131412"/>
              <a:gd name="connsiteY7-2156" fmla="*/ 10131776 h 10139997"/>
              <a:gd name="connsiteX8-2157" fmla="*/ 1869033 w 10131412"/>
              <a:gd name="connsiteY8-2158" fmla="*/ 8133929 h 10139997"/>
              <a:gd name="connsiteX9-2159" fmla="*/ 354 w 10131412"/>
              <a:gd name="connsiteY9-2160" fmla="*/ 5015424 h 10139997"/>
              <a:gd name="connsiteX0-2161" fmla="*/ 354 w 10131412"/>
              <a:gd name="connsiteY0-2162" fmla="*/ 5015424 h 10131802"/>
              <a:gd name="connsiteX1-2163" fmla="*/ 1895159 w 10131412"/>
              <a:gd name="connsiteY1-2164" fmla="*/ 1973361 h 10131802"/>
              <a:gd name="connsiteX2-2165" fmla="*/ 5039129 w 10131412"/>
              <a:gd name="connsiteY2-2166" fmla="*/ 264 h 10131802"/>
              <a:gd name="connsiteX3-2167" fmla="*/ 8067887 w 10131412"/>
              <a:gd name="connsiteY3-2168" fmla="*/ 1807075 h 10131802"/>
              <a:gd name="connsiteX4-2169" fmla="*/ 10100502 w 10131412"/>
              <a:gd name="connsiteY4-2170" fmla="*/ 4654536 h 10131802"/>
              <a:gd name="connsiteX5-2171" fmla="*/ 9662849 w 10131412"/>
              <a:gd name="connsiteY5-2172" fmla="*/ 6635807 h 10131802"/>
              <a:gd name="connsiteX6-2173" fmla="*/ 8261666 w 10131412"/>
              <a:gd name="connsiteY6-2174" fmla="*/ 8127755 h 10131802"/>
              <a:gd name="connsiteX7-2175" fmla="*/ 5178526 w 10131412"/>
              <a:gd name="connsiteY7-2176" fmla="*/ 10131776 h 10131802"/>
              <a:gd name="connsiteX8-2177" fmla="*/ 1869033 w 10131412"/>
              <a:gd name="connsiteY8-2178" fmla="*/ 8133929 h 10131802"/>
              <a:gd name="connsiteX9-2179" fmla="*/ 354 w 10131412"/>
              <a:gd name="connsiteY9-2180" fmla="*/ 5015424 h 10131802"/>
              <a:gd name="connsiteX0-2181" fmla="*/ 354 w 10130848"/>
              <a:gd name="connsiteY0-2182" fmla="*/ 5015424 h 10131802"/>
              <a:gd name="connsiteX1-2183" fmla="*/ 1895159 w 10130848"/>
              <a:gd name="connsiteY1-2184" fmla="*/ 1973361 h 10131802"/>
              <a:gd name="connsiteX2-2185" fmla="*/ 5039129 w 10130848"/>
              <a:gd name="connsiteY2-2186" fmla="*/ 264 h 10131802"/>
              <a:gd name="connsiteX3-2187" fmla="*/ 8067887 w 10130848"/>
              <a:gd name="connsiteY3-2188" fmla="*/ 1807075 h 10131802"/>
              <a:gd name="connsiteX4-2189" fmla="*/ 10100502 w 10130848"/>
              <a:gd name="connsiteY4-2190" fmla="*/ 4654536 h 10131802"/>
              <a:gd name="connsiteX5-2191" fmla="*/ 9662849 w 10130848"/>
              <a:gd name="connsiteY5-2192" fmla="*/ 6635807 h 10131802"/>
              <a:gd name="connsiteX6-2193" fmla="*/ 8279860 w 10130848"/>
              <a:gd name="connsiteY6-2194" fmla="*/ 8139865 h 10131802"/>
              <a:gd name="connsiteX7-2195" fmla="*/ 5178526 w 10130848"/>
              <a:gd name="connsiteY7-2196" fmla="*/ 10131776 h 10131802"/>
              <a:gd name="connsiteX8-2197" fmla="*/ 1869033 w 10130848"/>
              <a:gd name="connsiteY8-2198" fmla="*/ 8133929 h 10131802"/>
              <a:gd name="connsiteX9-2199" fmla="*/ 354 w 10130848"/>
              <a:gd name="connsiteY9-2200" fmla="*/ 5015424 h 10131802"/>
              <a:gd name="connsiteX0-2201" fmla="*/ 354 w 10130848"/>
              <a:gd name="connsiteY0-2202" fmla="*/ 5015424 h 10136015"/>
              <a:gd name="connsiteX1-2203" fmla="*/ 1895159 w 10130848"/>
              <a:gd name="connsiteY1-2204" fmla="*/ 1973361 h 10136015"/>
              <a:gd name="connsiteX2-2205" fmla="*/ 5039129 w 10130848"/>
              <a:gd name="connsiteY2-2206" fmla="*/ 264 h 10136015"/>
              <a:gd name="connsiteX3-2207" fmla="*/ 8067887 w 10130848"/>
              <a:gd name="connsiteY3-2208" fmla="*/ 1807075 h 10136015"/>
              <a:gd name="connsiteX4-2209" fmla="*/ 10100502 w 10130848"/>
              <a:gd name="connsiteY4-2210" fmla="*/ 4654536 h 10136015"/>
              <a:gd name="connsiteX5-2211" fmla="*/ 9662849 w 10130848"/>
              <a:gd name="connsiteY5-2212" fmla="*/ 6635807 h 10136015"/>
              <a:gd name="connsiteX6-2213" fmla="*/ 8279860 w 10130848"/>
              <a:gd name="connsiteY6-2214" fmla="*/ 8139865 h 10136015"/>
              <a:gd name="connsiteX7-2215" fmla="*/ 5178526 w 10130848"/>
              <a:gd name="connsiteY7-2216" fmla="*/ 10131776 h 10136015"/>
              <a:gd name="connsiteX8-2217" fmla="*/ 1869033 w 10130848"/>
              <a:gd name="connsiteY8-2218" fmla="*/ 8133929 h 10136015"/>
              <a:gd name="connsiteX9-2219" fmla="*/ 354 w 10130848"/>
              <a:gd name="connsiteY9-2220" fmla="*/ 5015424 h 10136015"/>
              <a:gd name="connsiteX0-2221" fmla="*/ 390 w 10130884"/>
              <a:gd name="connsiteY0-2222" fmla="*/ 5015424 h 10136191"/>
              <a:gd name="connsiteX1-2223" fmla="*/ 1895195 w 10130884"/>
              <a:gd name="connsiteY1-2224" fmla="*/ 1973361 h 10136191"/>
              <a:gd name="connsiteX2-2225" fmla="*/ 5039165 w 10130884"/>
              <a:gd name="connsiteY2-2226" fmla="*/ 264 h 10136191"/>
              <a:gd name="connsiteX3-2227" fmla="*/ 8067923 w 10130884"/>
              <a:gd name="connsiteY3-2228" fmla="*/ 1807075 h 10136191"/>
              <a:gd name="connsiteX4-2229" fmla="*/ 10100538 w 10130884"/>
              <a:gd name="connsiteY4-2230" fmla="*/ 4654536 h 10136191"/>
              <a:gd name="connsiteX5-2231" fmla="*/ 9662885 w 10130884"/>
              <a:gd name="connsiteY5-2232" fmla="*/ 6635807 h 10136191"/>
              <a:gd name="connsiteX6-2233" fmla="*/ 8279896 w 10130884"/>
              <a:gd name="connsiteY6-2234" fmla="*/ 8139865 h 10136191"/>
              <a:gd name="connsiteX7-2235" fmla="*/ 5178562 w 10130884"/>
              <a:gd name="connsiteY7-2236" fmla="*/ 10131776 h 10136191"/>
              <a:gd name="connsiteX8-2237" fmla="*/ 1869069 w 10130884"/>
              <a:gd name="connsiteY8-2238" fmla="*/ 8133929 h 10136191"/>
              <a:gd name="connsiteX9-2239" fmla="*/ 390 w 10130884"/>
              <a:gd name="connsiteY9-2240" fmla="*/ 5015424 h 10136191"/>
              <a:gd name="connsiteX0-2241" fmla="*/ 390 w 10191597"/>
              <a:gd name="connsiteY0-2242" fmla="*/ 5015424 h 10136191"/>
              <a:gd name="connsiteX1-2243" fmla="*/ 1895195 w 10191597"/>
              <a:gd name="connsiteY1-2244" fmla="*/ 1973361 h 10136191"/>
              <a:gd name="connsiteX2-2245" fmla="*/ 5039165 w 10191597"/>
              <a:gd name="connsiteY2-2246" fmla="*/ 264 h 10136191"/>
              <a:gd name="connsiteX3-2247" fmla="*/ 8067923 w 10191597"/>
              <a:gd name="connsiteY3-2248" fmla="*/ 1807075 h 10136191"/>
              <a:gd name="connsiteX4-2249" fmla="*/ 10100538 w 10191597"/>
              <a:gd name="connsiteY4-2250" fmla="*/ 4654536 h 10136191"/>
              <a:gd name="connsiteX5-2251" fmla="*/ 9682369 w 10191597"/>
              <a:gd name="connsiteY5-2252" fmla="*/ 6642291 h 10136191"/>
              <a:gd name="connsiteX6-2253" fmla="*/ 8279896 w 10191597"/>
              <a:gd name="connsiteY6-2254" fmla="*/ 8139865 h 10136191"/>
              <a:gd name="connsiteX7-2255" fmla="*/ 5178562 w 10191597"/>
              <a:gd name="connsiteY7-2256" fmla="*/ 10131776 h 10136191"/>
              <a:gd name="connsiteX8-2257" fmla="*/ 1869069 w 10191597"/>
              <a:gd name="connsiteY8-2258" fmla="*/ 8133929 h 10136191"/>
              <a:gd name="connsiteX9-2259" fmla="*/ 390 w 10191597"/>
              <a:gd name="connsiteY9-2260" fmla="*/ 5015424 h 10136191"/>
              <a:gd name="connsiteX0-2261" fmla="*/ 390 w 10201626"/>
              <a:gd name="connsiteY0-2262" fmla="*/ 5015424 h 10136191"/>
              <a:gd name="connsiteX1-2263" fmla="*/ 1895195 w 10201626"/>
              <a:gd name="connsiteY1-2264" fmla="*/ 1973361 h 10136191"/>
              <a:gd name="connsiteX2-2265" fmla="*/ 5039165 w 10201626"/>
              <a:gd name="connsiteY2-2266" fmla="*/ 264 h 10136191"/>
              <a:gd name="connsiteX3-2267" fmla="*/ 8067923 w 10201626"/>
              <a:gd name="connsiteY3-2268" fmla="*/ 1807075 h 10136191"/>
              <a:gd name="connsiteX4-2269" fmla="*/ 10100538 w 10201626"/>
              <a:gd name="connsiteY4-2270" fmla="*/ 4654536 h 10136191"/>
              <a:gd name="connsiteX5-2271" fmla="*/ 9682369 w 10201626"/>
              <a:gd name="connsiteY5-2272" fmla="*/ 6642291 h 10136191"/>
              <a:gd name="connsiteX6-2273" fmla="*/ 8279896 w 10201626"/>
              <a:gd name="connsiteY6-2274" fmla="*/ 8139865 h 10136191"/>
              <a:gd name="connsiteX7-2275" fmla="*/ 5178562 w 10201626"/>
              <a:gd name="connsiteY7-2276" fmla="*/ 10131776 h 10136191"/>
              <a:gd name="connsiteX8-2277" fmla="*/ 1869069 w 10201626"/>
              <a:gd name="connsiteY8-2278" fmla="*/ 8133929 h 10136191"/>
              <a:gd name="connsiteX9-2279" fmla="*/ 390 w 10201626"/>
              <a:gd name="connsiteY9-2280" fmla="*/ 5015424 h 10136191"/>
              <a:gd name="connsiteX0-2281" fmla="*/ 390 w 10106208"/>
              <a:gd name="connsiteY0-2282" fmla="*/ 5015424 h 10136191"/>
              <a:gd name="connsiteX1-2283" fmla="*/ 1895195 w 10106208"/>
              <a:gd name="connsiteY1-2284" fmla="*/ 1973361 h 10136191"/>
              <a:gd name="connsiteX2-2285" fmla="*/ 5039165 w 10106208"/>
              <a:gd name="connsiteY2-2286" fmla="*/ 264 h 10136191"/>
              <a:gd name="connsiteX3-2287" fmla="*/ 8067923 w 10106208"/>
              <a:gd name="connsiteY3-2288" fmla="*/ 1807075 h 10136191"/>
              <a:gd name="connsiteX4-2289" fmla="*/ 10100538 w 10106208"/>
              <a:gd name="connsiteY4-2290" fmla="*/ 4654536 h 10136191"/>
              <a:gd name="connsiteX5-2291" fmla="*/ 9682369 w 10106208"/>
              <a:gd name="connsiteY5-2292" fmla="*/ 6642291 h 10136191"/>
              <a:gd name="connsiteX6-2293" fmla="*/ 8279896 w 10106208"/>
              <a:gd name="connsiteY6-2294" fmla="*/ 8139865 h 10136191"/>
              <a:gd name="connsiteX7-2295" fmla="*/ 5178562 w 10106208"/>
              <a:gd name="connsiteY7-2296" fmla="*/ 10131776 h 10136191"/>
              <a:gd name="connsiteX8-2297" fmla="*/ 1869069 w 10106208"/>
              <a:gd name="connsiteY8-2298" fmla="*/ 8133929 h 10136191"/>
              <a:gd name="connsiteX9-2299" fmla="*/ 390 w 10106208"/>
              <a:gd name="connsiteY9-2300" fmla="*/ 5015424 h 10136191"/>
              <a:gd name="connsiteX0-2301" fmla="*/ 390 w 10148981"/>
              <a:gd name="connsiteY0-2302" fmla="*/ 5015424 h 10136191"/>
              <a:gd name="connsiteX1-2303" fmla="*/ 1895195 w 10148981"/>
              <a:gd name="connsiteY1-2304" fmla="*/ 1973361 h 10136191"/>
              <a:gd name="connsiteX2-2305" fmla="*/ 5039165 w 10148981"/>
              <a:gd name="connsiteY2-2306" fmla="*/ 264 h 10136191"/>
              <a:gd name="connsiteX3-2307" fmla="*/ 8067923 w 10148981"/>
              <a:gd name="connsiteY3-2308" fmla="*/ 1807075 h 10136191"/>
              <a:gd name="connsiteX4-2309" fmla="*/ 10146000 w 10148981"/>
              <a:gd name="connsiteY4-2310" fmla="*/ 4913898 h 10136191"/>
              <a:gd name="connsiteX5-2311" fmla="*/ 9682369 w 10148981"/>
              <a:gd name="connsiteY5-2312" fmla="*/ 6642291 h 10136191"/>
              <a:gd name="connsiteX6-2313" fmla="*/ 8279896 w 10148981"/>
              <a:gd name="connsiteY6-2314" fmla="*/ 8139865 h 10136191"/>
              <a:gd name="connsiteX7-2315" fmla="*/ 5178562 w 10148981"/>
              <a:gd name="connsiteY7-2316" fmla="*/ 10131776 h 10136191"/>
              <a:gd name="connsiteX8-2317" fmla="*/ 1869069 w 10148981"/>
              <a:gd name="connsiteY8-2318" fmla="*/ 8133929 h 10136191"/>
              <a:gd name="connsiteX9-2319" fmla="*/ 390 w 10148981"/>
              <a:gd name="connsiteY9-2320" fmla="*/ 5015424 h 10136191"/>
              <a:gd name="connsiteX0-2321" fmla="*/ 390 w 10146062"/>
              <a:gd name="connsiteY0-2322" fmla="*/ 5015424 h 10136191"/>
              <a:gd name="connsiteX1-2323" fmla="*/ 1895195 w 10146062"/>
              <a:gd name="connsiteY1-2324" fmla="*/ 1973361 h 10136191"/>
              <a:gd name="connsiteX2-2325" fmla="*/ 5039165 w 10146062"/>
              <a:gd name="connsiteY2-2326" fmla="*/ 264 h 10136191"/>
              <a:gd name="connsiteX3-2327" fmla="*/ 8067923 w 10146062"/>
              <a:gd name="connsiteY3-2328" fmla="*/ 1807075 h 10136191"/>
              <a:gd name="connsiteX4-2329" fmla="*/ 10146000 w 10146062"/>
              <a:gd name="connsiteY4-2330" fmla="*/ 4913898 h 10136191"/>
              <a:gd name="connsiteX5-2331" fmla="*/ 9682369 w 10146062"/>
              <a:gd name="connsiteY5-2332" fmla="*/ 6642291 h 10136191"/>
              <a:gd name="connsiteX6-2333" fmla="*/ 8279896 w 10146062"/>
              <a:gd name="connsiteY6-2334" fmla="*/ 8139865 h 10136191"/>
              <a:gd name="connsiteX7-2335" fmla="*/ 5178562 w 10146062"/>
              <a:gd name="connsiteY7-2336" fmla="*/ 10131776 h 10136191"/>
              <a:gd name="connsiteX8-2337" fmla="*/ 1869069 w 10146062"/>
              <a:gd name="connsiteY8-2338" fmla="*/ 8133929 h 10136191"/>
              <a:gd name="connsiteX9-2339" fmla="*/ 390 w 10146062"/>
              <a:gd name="connsiteY9-2340" fmla="*/ 5015424 h 10136191"/>
              <a:gd name="connsiteX0-2341" fmla="*/ 390 w 10146514"/>
              <a:gd name="connsiteY0-2342" fmla="*/ 5015424 h 10136191"/>
              <a:gd name="connsiteX1-2343" fmla="*/ 1895195 w 10146514"/>
              <a:gd name="connsiteY1-2344" fmla="*/ 1973361 h 10136191"/>
              <a:gd name="connsiteX2-2345" fmla="*/ 5039165 w 10146514"/>
              <a:gd name="connsiteY2-2346" fmla="*/ 264 h 10136191"/>
              <a:gd name="connsiteX3-2347" fmla="*/ 8067923 w 10146514"/>
              <a:gd name="connsiteY3-2348" fmla="*/ 1807075 h 10136191"/>
              <a:gd name="connsiteX4-2349" fmla="*/ 10146000 w 10146514"/>
              <a:gd name="connsiteY4-2350" fmla="*/ 4913898 h 10136191"/>
              <a:gd name="connsiteX5-2351" fmla="*/ 9682369 w 10146514"/>
              <a:gd name="connsiteY5-2352" fmla="*/ 6642291 h 10136191"/>
              <a:gd name="connsiteX6-2353" fmla="*/ 8279896 w 10146514"/>
              <a:gd name="connsiteY6-2354" fmla="*/ 8139865 h 10136191"/>
              <a:gd name="connsiteX7-2355" fmla="*/ 5178562 w 10146514"/>
              <a:gd name="connsiteY7-2356" fmla="*/ 10131776 h 10136191"/>
              <a:gd name="connsiteX8-2357" fmla="*/ 1869069 w 10146514"/>
              <a:gd name="connsiteY8-2358" fmla="*/ 8133929 h 10136191"/>
              <a:gd name="connsiteX9-2359" fmla="*/ 390 w 10146514"/>
              <a:gd name="connsiteY9-2360" fmla="*/ 5015424 h 10136191"/>
              <a:gd name="connsiteX0-2361" fmla="*/ 390 w 10146062"/>
              <a:gd name="connsiteY0-2362" fmla="*/ 5015424 h 10136191"/>
              <a:gd name="connsiteX1-2363" fmla="*/ 1895195 w 10146062"/>
              <a:gd name="connsiteY1-2364" fmla="*/ 1973361 h 10136191"/>
              <a:gd name="connsiteX2-2365" fmla="*/ 5039165 w 10146062"/>
              <a:gd name="connsiteY2-2366" fmla="*/ 264 h 10136191"/>
              <a:gd name="connsiteX3-2367" fmla="*/ 8067923 w 10146062"/>
              <a:gd name="connsiteY3-2368" fmla="*/ 1807075 h 10136191"/>
              <a:gd name="connsiteX4-2369" fmla="*/ 10146000 w 10146062"/>
              <a:gd name="connsiteY4-2370" fmla="*/ 4913898 h 10136191"/>
              <a:gd name="connsiteX5-2371" fmla="*/ 9682369 w 10146062"/>
              <a:gd name="connsiteY5-2372" fmla="*/ 6642291 h 10136191"/>
              <a:gd name="connsiteX6-2373" fmla="*/ 8279896 w 10146062"/>
              <a:gd name="connsiteY6-2374" fmla="*/ 8139865 h 10136191"/>
              <a:gd name="connsiteX7-2375" fmla="*/ 5178562 w 10146062"/>
              <a:gd name="connsiteY7-2376" fmla="*/ 10131776 h 10136191"/>
              <a:gd name="connsiteX8-2377" fmla="*/ 1869069 w 10146062"/>
              <a:gd name="connsiteY8-2378" fmla="*/ 8133929 h 10136191"/>
              <a:gd name="connsiteX9-2379" fmla="*/ 390 w 10146062"/>
              <a:gd name="connsiteY9-2380" fmla="*/ 5015424 h 10136191"/>
              <a:gd name="connsiteX0-2381" fmla="*/ 390 w 10146062"/>
              <a:gd name="connsiteY0-2382" fmla="*/ 5015424 h 10136191"/>
              <a:gd name="connsiteX1-2383" fmla="*/ 1895195 w 10146062"/>
              <a:gd name="connsiteY1-2384" fmla="*/ 1973361 h 10136191"/>
              <a:gd name="connsiteX2-2385" fmla="*/ 5039165 w 10146062"/>
              <a:gd name="connsiteY2-2386" fmla="*/ 264 h 10136191"/>
              <a:gd name="connsiteX3-2387" fmla="*/ 8067923 w 10146062"/>
              <a:gd name="connsiteY3-2388" fmla="*/ 1807075 h 10136191"/>
              <a:gd name="connsiteX4-2389" fmla="*/ 10146000 w 10146062"/>
              <a:gd name="connsiteY4-2390" fmla="*/ 4913898 h 10136191"/>
              <a:gd name="connsiteX5-2391" fmla="*/ 9682369 w 10146062"/>
              <a:gd name="connsiteY5-2392" fmla="*/ 6642291 h 10136191"/>
              <a:gd name="connsiteX6-2393" fmla="*/ 8279896 w 10146062"/>
              <a:gd name="connsiteY6-2394" fmla="*/ 8139865 h 10136191"/>
              <a:gd name="connsiteX7-2395" fmla="*/ 5178562 w 10146062"/>
              <a:gd name="connsiteY7-2396" fmla="*/ 10131776 h 10136191"/>
              <a:gd name="connsiteX8-2397" fmla="*/ 1869069 w 10146062"/>
              <a:gd name="connsiteY8-2398" fmla="*/ 8133929 h 10136191"/>
              <a:gd name="connsiteX9-2399" fmla="*/ 390 w 10146062"/>
              <a:gd name="connsiteY9-2400" fmla="*/ 5015424 h 10136191"/>
              <a:gd name="connsiteX0-2401" fmla="*/ 390 w 10146020"/>
              <a:gd name="connsiteY0-2402" fmla="*/ 5015424 h 10136191"/>
              <a:gd name="connsiteX1-2403" fmla="*/ 1895195 w 10146020"/>
              <a:gd name="connsiteY1-2404" fmla="*/ 1973361 h 10136191"/>
              <a:gd name="connsiteX2-2405" fmla="*/ 5039165 w 10146020"/>
              <a:gd name="connsiteY2-2406" fmla="*/ 264 h 10136191"/>
              <a:gd name="connsiteX3-2407" fmla="*/ 8067923 w 10146020"/>
              <a:gd name="connsiteY3-2408" fmla="*/ 1807075 h 10136191"/>
              <a:gd name="connsiteX4-2409" fmla="*/ 10146000 w 10146020"/>
              <a:gd name="connsiteY4-2410" fmla="*/ 4913898 h 10136191"/>
              <a:gd name="connsiteX5-2411" fmla="*/ 9682369 w 10146020"/>
              <a:gd name="connsiteY5-2412" fmla="*/ 6642291 h 10136191"/>
              <a:gd name="connsiteX6-2413" fmla="*/ 8279896 w 10146020"/>
              <a:gd name="connsiteY6-2414" fmla="*/ 8139865 h 10136191"/>
              <a:gd name="connsiteX7-2415" fmla="*/ 5178562 w 10146020"/>
              <a:gd name="connsiteY7-2416" fmla="*/ 10131776 h 10136191"/>
              <a:gd name="connsiteX8-2417" fmla="*/ 1869069 w 10146020"/>
              <a:gd name="connsiteY8-2418" fmla="*/ 8133929 h 10136191"/>
              <a:gd name="connsiteX9-2419" fmla="*/ 390 w 10146020"/>
              <a:gd name="connsiteY9-2420" fmla="*/ 5015424 h 10136191"/>
              <a:gd name="connsiteX0-2421" fmla="*/ 390 w 10146020"/>
              <a:gd name="connsiteY0-2422" fmla="*/ 5015424 h 10136191"/>
              <a:gd name="connsiteX1-2423" fmla="*/ 1895195 w 10146020"/>
              <a:gd name="connsiteY1-2424" fmla="*/ 1973361 h 10136191"/>
              <a:gd name="connsiteX2-2425" fmla="*/ 5039165 w 10146020"/>
              <a:gd name="connsiteY2-2426" fmla="*/ 264 h 10136191"/>
              <a:gd name="connsiteX3-2427" fmla="*/ 8067923 w 10146020"/>
              <a:gd name="connsiteY3-2428" fmla="*/ 1807075 h 10136191"/>
              <a:gd name="connsiteX4-2429" fmla="*/ 10146000 w 10146020"/>
              <a:gd name="connsiteY4-2430" fmla="*/ 4913898 h 10136191"/>
              <a:gd name="connsiteX5-2431" fmla="*/ 9682369 w 10146020"/>
              <a:gd name="connsiteY5-2432" fmla="*/ 6642291 h 10136191"/>
              <a:gd name="connsiteX6-2433" fmla="*/ 8279896 w 10146020"/>
              <a:gd name="connsiteY6-2434" fmla="*/ 8139865 h 10136191"/>
              <a:gd name="connsiteX7-2435" fmla="*/ 5178562 w 10146020"/>
              <a:gd name="connsiteY7-2436" fmla="*/ 10131776 h 10136191"/>
              <a:gd name="connsiteX8-2437" fmla="*/ 1869069 w 10146020"/>
              <a:gd name="connsiteY8-2438" fmla="*/ 8133929 h 10136191"/>
              <a:gd name="connsiteX9-2439" fmla="*/ 390 w 10146020"/>
              <a:gd name="connsiteY9-2440" fmla="*/ 5015424 h 10136191"/>
              <a:gd name="connsiteX0-2441" fmla="*/ 390 w 10146062"/>
              <a:gd name="connsiteY0-2442" fmla="*/ 5015424 h 10136191"/>
              <a:gd name="connsiteX1-2443" fmla="*/ 1895195 w 10146062"/>
              <a:gd name="connsiteY1-2444" fmla="*/ 1973361 h 10136191"/>
              <a:gd name="connsiteX2-2445" fmla="*/ 5039165 w 10146062"/>
              <a:gd name="connsiteY2-2446" fmla="*/ 264 h 10136191"/>
              <a:gd name="connsiteX3-2447" fmla="*/ 8067923 w 10146062"/>
              <a:gd name="connsiteY3-2448" fmla="*/ 1807075 h 10136191"/>
              <a:gd name="connsiteX4-2449" fmla="*/ 10146000 w 10146062"/>
              <a:gd name="connsiteY4-2450" fmla="*/ 4913898 h 10136191"/>
              <a:gd name="connsiteX5-2451" fmla="*/ 9682369 w 10146062"/>
              <a:gd name="connsiteY5-2452" fmla="*/ 6642291 h 10136191"/>
              <a:gd name="connsiteX6-2453" fmla="*/ 8279896 w 10146062"/>
              <a:gd name="connsiteY6-2454" fmla="*/ 8139865 h 10136191"/>
              <a:gd name="connsiteX7-2455" fmla="*/ 5178562 w 10146062"/>
              <a:gd name="connsiteY7-2456" fmla="*/ 10131776 h 10136191"/>
              <a:gd name="connsiteX8-2457" fmla="*/ 1869069 w 10146062"/>
              <a:gd name="connsiteY8-2458" fmla="*/ 8133929 h 10136191"/>
              <a:gd name="connsiteX9-2459" fmla="*/ 390 w 10146062"/>
              <a:gd name="connsiteY9-2460" fmla="*/ 5015424 h 10136191"/>
              <a:gd name="connsiteX0-2461" fmla="*/ 390 w 10218833"/>
              <a:gd name="connsiteY0-2462" fmla="*/ 5015747 h 10136514"/>
              <a:gd name="connsiteX1-2463" fmla="*/ 1895195 w 10218833"/>
              <a:gd name="connsiteY1-2464" fmla="*/ 1973684 h 10136514"/>
              <a:gd name="connsiteX2-2465" fmla="*/ 5039165 w 10218833"/>
              <a:gd name="connsiteY2-2466" fmla="*/ 587 h 10136514"/>
              <a:gd name="connsiteX3-2467" fmla="*/ 8074417 w 10218833"/>
              <a:gd name="connsiteY3-2468" fmla="*/ 1787947 h 10136514"/>
              <a:gd name="connsiteX4-2469" fmla="*/ 10146000 w 10218833"/>
              <a:gd name="connsiteY4-2470" fmla="*/ 4914221 h 10136514"/>
              <a:gd name="connsiteX5-2471" fmla="*/ 9682369 w 10218833"/>
              <a:gd name="connsiteY5-2472" fmla="*/ 6642614 h 10136514"/>
              <a:gd name="connsiteX6-2473" fmla="*/ 8279896 w 10218833"/>
              <a:gd name="connsiteY6-2474" fmla="*/ 8140188 h 10136514"/>
              <a:gd name="connsiteX7-2475" fmla="*/ 5178562 w 10218833"/>
              <a:gd name="connsiteY7-2476" fmla="*/ 10132099 h 10136514"/>
              <a:gd name="connsiteX8-2477" fmla="*/ 1869069 w 10218833"/>
              <a:gd name="connsiteY8-2478" fmla="*/ 8134252 h 10136514"/>
              <a:gd name="connsiteX9-2479" fmla="*/ 390 w 10218833"/>
              <a:gd name="connsiteY9-2480" fmla="*/ 5015747 h 10136514"/>
              <a:gd name="connsiteX0-2481" fmla="*/ 390 w 10218833"/>
              <a:gd name="connsiteY0-2482" fmla="*/ 5015825 h 10136592"/>
              <a:gd name="connsiteX1-2483" fmla="*/ 1895195 w 10218833"/>
              <a:gd name="connsiteY1-2484" fmla="*/ 1973762 h 10136592"/>
              <a:gd name="connsiteX2-2485" fmla="*/ 5039165 w 10218833"/>
              <a:gd name="connsiteY2-2486" fmla="*/ 665 h 10136592"/>
              <a:gd name="connsiteX3-2487" fmla="*/ 8074417 w 10218833"/>
              <a:gd name="connsiteY3-2488" fmla="*/ 1788025 h 10136592"/>
              <a:gd name="connsiteX4-2489" fmla="*/ 10146000 w 10218833"/>
              <a:gd name="connsiteY4-2490" fmla="*/ 4914299 h 10136592"/>
              <a:gd name="connsiteX5-2491" fmla="*/ 9682369 w 10218833"/>
              <a:gd name="connsiteY5-2492" fmla="*/ 6642692 h 10136592"/>
              <a:gd name="connsiteX6-2493" fmla="*/ 8279896 w 10218833"/>
              <a:gd name="connsiteY6-2494" fmla="*/ 8140266 h 10136592"/>
              <a:gd name="connsiteX7-2495" fmla="*/ 5178562 w 10218833"/>
              <a:gd name="connsiteY7-2496" fmla="*/ 10132177 h 10136592"/>
              <a:gd name="connsiteX8-2497" fmla="*/ 1869069 w 10218833"/>
              <a:gd name="connsiteY8-2498" fmla="*/ 8134330 h 10136592"/>
              <a:gd name="connsiteX9-2499" fmla="*/ 390 w 10218833"/>
              <a:gd name="connsiteY9-2500" fmla="*/ 5015825 h 10136592"/>
              <a:gd name="connsiteX0-2501" fmla="*/ 390 w 10218833"/>
              <a:gd name="connsiteY0-2502" fmla="*/ 5015179 h 10135946"/>
              <a:gd name="connsiteX1-2503" fmla="*/ 1895195 w 10218833"/>
              <a:gd name="connsiteY1-2504" fmla="*/ 1973116 h 10135946"/>
              <a:gd name="connsiteX2-2505" fmla="*/ 5039165 w 10218833"/>
              <a:gd name="connsiteY2-2506" fmla="*/ 19 h 10135946"/>
              <a:gd name="connsiteX3-2507" fmla="*/ 8074417 w 10218833"/>
              <a:gd name="connsiteY3-2508" fmla="*/ 1787379 h 10135946"/>
              <a:gd name="connsiteX4-2509" fmla="*/ 10146000 w 10218833"/>
              <a:gd name="connsiteY4-2510" fmla="*/ 4913653 h 10135946"/>
              <a:gd name="connsiteX5-2511" fmla="*/ 9682369 w 10218833"/>
              <a:gd name="connsiteY5-2512" fmla="*/ 6642046 h 10135946"/>
              <a:gd name="connsiteX6-2513" fmla="*/ 8279896 w 10218833"/>
              <a:gd name="connsiteY6-2514" fmla="*/ 8139620 h 10135946"/>
              <a:gd name="connsiteX7-2515" fmla="*/ 5178562 w 10218833"/>
              <a:gd name="connsiteY7-2516" fmla="*/ 10131531 h 10135946"/>
              <a:gd name="connsiteX8-2517" fmla="*/ 1869069 w 10218833"/>
              <a:gd name="connsiteY8-2518" fmla="*/ 8133684 h 10135946"/>
              <a:gd name="connsiteX9-2519" fmla="*/ 390 w 10218833"/>
              <a:gd name="connsiteY9-2520" fmla="*/ 5015179 h 10135946"/>
              <a:gd name="connsiteX0-2521" fmla="*/ 390 w 10218833"/>
              <a:gd name="connsiteY0-2522" fmla="*/ 5015637 h 10136404"/>
              <a:gd name="connsiteX1-2523" fmla="*/ 1895195 w 10218833"/>
              <a:gd name="connsiteY1-2524" fmla="*/ 1973574 h 10136404"/>
              <a:gd name="connsiteX2-2525" fmla="*/ 5039165 w 10218833"/>
              <a:gd name="connsiteY2-2526" fmla="*/ 477 h 10136404"/>
              <a:gd name="connsiteX3-2527" fmla="*/ 8074417 w 10218833"/>
              <a:gd name="connsiteY3-2528" fmla="*/ 1787837 h 10136404"/>
              <a:gd name="connsiteX4-2529" fmla="*/ 10146000 w 10218833"/>
              <a:gd name="connsiteY4-2530" fmla="*/ 4914111 h 10136404"/>
              <a:gd name="connsiteX5-2531" fmla="*/ 9682369 w 10218833"/>
              <a:gd name="connsiteY5-2532" fmla="*/ 6642504 h 10136404"/>
              <a:gd name="connsiteX6-2533" fmla="*/ 8279896 w 10218833"/>
              <a:gd name="connsiteY6-2534" fmla="*/ 8140078 h 10136404"/>
              <a:gd name="connsiteX7-2535" fmla="*/ 5178562 w 10218833"/>
              <a:gd name="connsiteY7-2536" fmla="*/ 10131989 h 10136404"/>
              <a:gd name="connsiteX8-2537" fmla="*/ 1869069 w 10218833"/>
              <a:gd name="connsiteY8-2538" fmla="*/ 8134142 h 10136404"/>
              <a:gd name="connsiteX9-2539" fmla="*/ 390 w 10218833"/>
              <a:gd name="connsiteY9-2540" fmla="*/ 5015637 h 10136404"/>
              <a:gd name="connsiteX0-2541" fmla="*/ 390 w 10218833"/>
              <a:gd name="connsiteY0-2542" fmla="*/ 5015162 h 10135929"/>
              <a:gd name="connsiteX1-2543" fmla="*/ 1895195 w 10218833"/>
              <a:gd name="connsiteY1-2544" fmla="*/ 1973099 h 10135929"/>
              <a:gd name="connsiteX2-2545" fmla="*/ 5039165 w 10218833"/>
              <a:gd name="connsiteY2-2546" fmla="*/ 2 h 10135929"/>
              <a:gd name="connsiteX3-2547" fmla="*/ 8074417 w 10218833"/>
              <a:gd name="connsiteY3-2548" fmla="*/ 1787362 h 10135929"/>
              <a:gd name="connsiteX4-2549" fmla="*/ 10146000 w 10218833"/>
              <a:gd name="connsiteY4-2550" fmla="*/ 4913636 h 10135929"/>
              <a:gd name="connsiteX5-2551" fmla="*/ 9682369 w 10218833"/>
              <a:gd name="connsiteY5-2552" fmla="*/ 6642029 h 10135929"/>
              <a:gd name="connsiteX6-2553" fmla="*/ 8279896 w 10218833"/>
              <a:gd name="connsiteY6-2554" fmla="*/ 8139603 h 10135929"/>
              <a:gd name="connsiteX7-2555" fmla="*/ 5178562 w 10218833"/>
              <a:gd name="connsiteY7-2556" fmla="*/ 10131514 h 10135929"/>
              <a:gd name="connsiteX8-2557" fmla="*/ 1869069 w 10218833"/>
              <a:gd name="connsiteY8-2558" fmla="*/ 8133667 h 10135929"/>
              <a:gd name="connsiteX9-2559" fmla="*/ 390 w 10218833"/>
              <a:gd name="connsiteY9-2560" fmla="*/ 5015162 h 10135929"/>
              <a:gd name="connsiteX0-2561" fmla="*/ 390 w 10218833"/>
              <a:gd name="connsiteY0-2562" fmla="*/ 5015162 h 10135929"/>
              <a:gd name="connsiteX1-2563" fmla="*/ 1895195 w 10218833"/>
              <a:gd name="connsiteY1-2564" fmla="*/ 1973099 h 10135929"/>
              <a:gd name="connsiteX2-2565" fmla="*/ 5039165 w 10218833"/>
              <a:gd name="connsiteY2-2566" fmla="*/ 2 h 10135929"/>
              <a:gd name="connsiteX3-2567" fmla="*/ 8074417 w 10218833"/>
              <a:gd name="connsiteY3-2568" fmla="*/ 1787362 h 10135929"/>
              <a:gd name="connsiteX4-2569" fmla="*/ 10146000 w 10218833"/>
              <a:gd name="connsiteY4-2570" fmla="*/ 4913636 h 10135929"/>
              <a:gd name="connsiteX5-2571" fmla="*/ 9682369 w 10218833"/>
              <a:gd name="connsiteY5-2572" fmla="*/ 6642029 h 10135929"/>
              <a:gd name="connsiteX6-2573" fmla="*/ 8279896 w 10218833"/>
              <a:gd name="connsiteY6-2574" fmla="*/ 8139603 h 10135929"/>
              <a:gd name="connsiteX7-2575" fmla="*/ 5178562 w 10218833"/>
              <a:gd name="connsiteY7-2576" fmla="*/ 10131514 h 10135929"/>
              <a:gd name="connsiteX8-2577" fmla="*/ 1869069 w 10218833"/>
              <a:gd name="connsiteY8-2578" fmla="*/ 8133667 h 10135929"/>
              <a:gd name="connsiteX9-2579" fmla="*/ 390 w 10218833"/>
              <a:gd name="connsiteY9-2580" fmla="*/ 5015162 h 10135929"/>
              <a:gd name="connsiteX0-2581" fmla="*/ 390 w 10156825"/>
              <a:gd name="connsiteY0-2582" fmla="*/ 5015162 h 10135929"/>
              <a:gd name="connsiteX1-2583" fmla="*/ 1895195 w 10156825"/>
              <a:gd name="connsiteY1-2584" fmla="*/ 1973099 h 10135929"/>
              <a:gd name="connsiteX2-2585" fmla="*/ 5039165 w 10156825"/>
              <a:gd name="connsiteY2-2586" fmla="*/ 2 h 10135929"/>
              <a:gd name="connsiteX3-2587" fmla="*/ 8074417 w 10156825"/>
              <a:gd name="connsiteY3-2588" fmla="*/ 1787362 h 10135929"/>
              <a:gd name="connsiteX4-2589" fmla="*/ 10061209 w 10156825"/>
              <a:gd name="connsiteY4-2590" fmla="*/ 4321069 h 10135929"/>
              <a:gd name="connsiteX5-2591" fmla="*/ 9682369 w 10156825"/>
              <a:gd name="connsiteY5-2592" fmla="*/ 6642029 h 10135929"/>
              <a:gd name="connsiteX6-2593" fmla="*/ 8279896 w 10156825"/>
              <a:gd name="connsiteY6-2594" fmla="*/ 8139603 h 10135929"/>
              <a:gd name="connsiteX7-2595" fmla="*/ 5178562 w 10156825"/>
              <a:gd name="connsiteY7-2596" fmla="*/ 10131514 h 10135929"/>
              <a:gd name="connsiteX8-2597" fmla="*/ 1869069 w 10156825"/>
              <a:gd name="connsiteY8-2598" fmla="*/ 8133667 h 10135929"/>
              <a:gd name="connsiteX9-2599" fmla="*/ 390 w 10156825"/>
              <a:gd name="connsiteY9-2600" fmla="*/ 5015162 h 10135929"/>
              <a:gd name="connsiteX0-2601" fmla="*/ 390 w 10159874"/>
              <a:gd name="connsiteY0-2602" fmla="*/ 5015162 h 10135929"/>
              <a:gd name="connsiteX1-2603" fmla="*/ 1895195 w 10159874"/>
              <a:gd name="connsiteY1-2604" fmla="*/ 1973099 h 10135929"/>
              <a:gd name="connsiteX2-2605" fmla="*/ 5039165 w 10159874"/>
              <a:gd name="connsiteY2-2606" fmla="*/ 2 h 10135929"/>
              <a:gd name="connsiteX3-2607" fmla="*/ 8074417 w 10159874"/>
              <a:gd name="connsiteY3-2608" fmla="*/ 1787362 h 10135929"/>
              <a:gd name="connsiteX4-2609" fmla="*/ 10061209 w 10159874"/>
              <a:gd name="connsiteY4-2610" fmla="*/ 4321069 h 10135929"/>
              <a:gd name="connsiteX5-2611" fmla="*/ 9682369 w 10159874"/>
              <a:gd name="connsiteY5-2612" fmla="*/ 6642029 h 10135929"/>
              <a:gd name="connsiteX6-2613" fmla="*/ 8279896 w 10159874"/>
              <a:gd name="connsiteY6-2614" fmla="*/ 8139603 h 10135929"/>
              <a:gd name="connsiteX7-2615" fmla="*/ 5178562 w 10159874"/>
              <a:gd name="connsiteY7-2616" fmla="*/ 10131514 h 10135929"/>
              <a:gd name="connsiteX8-2617" fmla="*/ 1869069 w 10159874"/>
              <a:gd name="connsiteY8-2618" fmla="*/ 8133667 h 10135929"/>
              <a:gd name="connsiteX9-2619" fmla="*/ 390 w 10159874"/>
              <a:gd name="connsiteY9-2620" fmla="*/ 5015162 h 10135929"/>
              <a:gd name="connsiteX0-2621" fmla="*/ 390 w 10159874"/>
              <a:gd name="connsiteY0-2622" fmla="*/ 5015162 h 10135929"/>
              <a:gd name="connsiteX1-2623" fmla="*/ 1895195 w 10159874"/>
              <a:gd name="connsiteY1-2624" fmla="*/ 1973099 h 10135929"/>
              <a:gd name="connsiteX2-2625" fmla="*/ 5039165 w 10159874"/>
              <a:gd name="connsiteY2-2626" fmla="*/ 2 h 10135929"/>
              <a:gd name="connsiteX3-2627" fmla="*/ 8074417 w 10159874"/>
              <a:gd name="connsiteY3-2628" fmla="*/ 1787362 h 10135929"/>
              <a:gd name="connsiteX4-2629" fmla="*/ 10061209 w 10159874"/>
              <a:gd name="connsiteY4-2630" fmla="*/ 4321069 h 10135929"/>
              <a:gd name="connsiteX5-2631" fmla="*/ 9682369 w 10159874"/>
              <a:gd name="connsiteY5-2632" fmla="*/ 6642029 h 10135929"/>
              <a:gd name="connsiteX6-2633" fmla="*/ 8279896 w 10159874"/>
              <a:gd name="connsiteY6-2634" fmla="*/ 8139603 h 10135929"/>
              <a:gd name="connsiteX7-2635" fmla="*/ 5178562 w 10159874"/>
              <a:gd name="connsiteY7-2636" fmla="*/ 10131514 h 10135929"/>
              <a:gd name="connsiteX8-2637" fmla="*/ 1869069 w 10159874"/>
              <a:gd name="connsiteY8-2638" fmla="*/ 8133667 h 10135929"/>
              <a:gd name="connsiteX9-2639" fmla="*/ 390 w 10159874"/>
              <a:gd name="connsiteY9-2640" fmla="*/ 5015162 h 10135929"/>
              <a:gd name="connsiteX0-2641" fmla="*/ 385 w 10159869"/>
              <a:gd name="connsiteY0-2642" fmla="*/ 5015162 h 10136006"/>
              <a:gd name="connsiteX1-2643" fmla="*/ 1895190 w 10159869"/>
              <a:gd name="connsiteY1-2644" fmla="*/ 1973099 h 10136006"/>
              <a:gd name="connsiteX2-2645" fmla="*/ 5039160 w 10159869"/>
              <a:gd name="connsiteY2-2646" fmla="*/ 2 h 10136006"/>
              <a:gd name="connsiteX3-2647" fmla="*/ 8074412 w 10159869"/>
              <a:gd name="connsiteY3-2648" fmla="*/ 1787362 h 10136006"/>
              <a:gd name="connsiteX4-2649" fmla="*/ 10061204 w 10159869"/>
              <a:gd name="connsiteY4-2650" fmla="*/ 4321069 h 10136006"/>
              <a:gd name="connsiteX5-2651" fmla="*/ 9682364 w 10159869"/>
              <a:gd name="connsiteY5-2652" fmla="*/ 6642029 h 10136006"/>
              <a:gd name="connsiteX6-2653" fmla="*/ 8279891 w 10159869"/>
              <a:gd name="connsiteY6-2654" fmla="*/ 8139603 h 10136006"/>
              <a:gd name="connsiteX7-2655" fmla="*/ 5178557 w 10159869"/>
              <a:gd name="connsiteY7-2656" fmla="*/ 10131514 h 10136006"/>
              <a:gd name="connsiteX8-2657" fmla="*/ 1869064 w 10159869"/>
              <a:gd name="connsiteY8-2658" fmla="*/ 8133667 h 10136006"/>
              <a:gd name="connsiteX9-2659" fmla="*/ 385 w 10159869"/>
              <a:gd name="connsiteY9-2660" fmla="*/ 5015162 h 10136006"/>
              <a:gd name="connsiteX0-2661" fmla="*/ 385 w 10159869"/>
              <a:gd name="connsiteY0-2662" fmla="*/ 5015162 h 10135891"/>
              <a:gd name="connsiteX1-2663" fmla="*/ 1895190 w 10159869"/>
              <a:gd name="connsiteY1-2664" fmla="*/ 1973099 h 10135891"/>
              <a:gd name="connsiteX2-2665" fmla="*/ 5039160 w 10159869"/>
              <a:gd name="connsiteY2-2666" fmla="*/ 2 h 10135891"/>
              <a:gd name="connsiteX3-2667" fmla="*/ 8074412 w 10159869"/>
              <a:gd name="connsiteY3-2668" fmla="*/ 1787362 h 10135891"/>
              <a:gd name="connsiteX4-2669" fmla="*/ 10061204 w 10159869"/>
              <a:gd name="connsiteY4-2670" fmla="*/ 4321069 h 10135891"/>
              <a:gd name="connsiteX5-2671" fmla="*/ 9682364 w 10159869"/>
              <a:gd name="connsiteY5-2672" fmla="*/ 6642029 h 10135891"/>
              <a:gd name="connsiteX6-2673" fmla="*/ 8279891 w 10159869"/>
              <a:gd name="connsiteY6-2674" fmla="*/ 8139603 h 10135891"/>
              <a:gd name="connsiteX7-2675" fmla="*/ 5178557 w 10159869"/>
              <a:gd name="connsiteY7-2676" fmla="*/ 10131514 h 10135891"/>
              <a:gd name="connsiteX8-2677" fmla="*/ 1869064 w 10159869"/>
              <a:gd name="connsiteY8-2678" fmla="*/ 8133667 h 10135891"/>
              <a:gd name="connsiteX9-2679" fmla="*/ 385 w 10159869"/>
              <a:gd name="connsiteY9-2680" fmla="*/ 5015162 h 101358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41" y="connsiteY5-142"/>
              </a:cxn>
              <a:cxn ang="0">
                <a:pos x="connsiteX6-167" y="connsiteY6-168"/>
              </a:cxn>
              <a:cxn ang="0">
                <a:pos x="connsiteX7-253" y="connsiteY7-254"/>
              </a:cxn>
              <a:cxn ang="0">
                <a:pos x="connsiteX8-431" y="connsiteY8-432"/>
              </a:cxn>
              <a:cxn ang="0">
                <a:pos x="connsiteX9-1171" y="connsiteY9-1172"/>
              </a:cxn>
            </a:cxnLst>
            <a:rect l="l" t="t" r="r" b="b"/>
            <a:pathLst>
              <a:path w="10159869" h="10135891">
                <a:moveTo>
                  <a:pt x="385" y="5015162"/>
                </a:moveTo>
                <a:cubicBezTo>
                  <a:pt x="22934" y="3497975"/>
                  <a:pt x="1088954" y="2837629"/>
                  <a:pt x="1895190" y="1973099"/>
                </a:cubicBezTo>
                <a:cubicBezTo>
                  <a:pt x="2822504" y="1130285"/>
                  <a:pt x="3502711" y="-1462"/>
                  <a:pt x="5039160" y="2"/>
                </a:cubicBezTo>
                <a:cubicBezTo>
                  <a:pt x="6575609" y="1466"/>
                  <a:pt x="7293162" y="1031871"/>
                  <a:pt x="8074412" y="1787362"/>
                </a:cubicBezTo>
                <a:cubicBezTo>
                  <a:pt x="8922400" y="2636651"/>
                  <a:pt x="9786001" y="3288795"/>
                  <a:pt x="10061204" y="4321069"/>
                </a:cubicBezTo>
                <a:cubicBezTo>
                  <a:pt x="10336407" y="5353343"/>
                  <a:pt x="9979249" y="6171180"/>
                  <a:pt x="9682364" y="6642029"/>
                </a:cubicBezTo>
                <a:cubicBezTo>
                  <a:pt x="9385479" y="7112878"/>
                  <a:pt x="8930578" y="7471689"/>
                  <a:pt x="8279891" y="8139603"/>
                </a:cubicBezTo>
                <a:cubicBezTo>
                  <a:pt x="7004670" y="9324142"/>
                  <a:pt x="6673468" y="10046470"/>
                  <a:pt x="5178557" y="10131514"/>
                </a:cubicBezTo>
                <a:cubicBezTo>
                  <a:pt x="3683646" y="10216558"/>
                  <a:pt x="2786820" y="9045090"/>
                  <a:pt x="1869064" y="8133667"/>
                </a:cubicBezTo>
                <a:cubicBezTo>
                  <a:pt x="951308" y="7222244"/>
                  <a:pt x="-22164" y="6532349"/>
                  <a:pt x="385" y="5015162"/>
                </a:cubicBezTo>
                <a:close/>
              </a:path>
            </a:pathLst>
          </a:custGeom>
          <a:noFill/>
          <a:ln w="12700">
            <a:noFill/>
            <a:miter lim="400000"/>
          </a:ln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44" name="Shape 54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86CB4B4D-7CA3-9044-876B-883B54F8677D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Ovr>
    <a:masterClrMapping/>
  </p:clrMapOvr>
  <p:transition spd="slow" advClick="0" advTm="0">
    <p:fade/>
  </p:transition>
  <p:hf sldNum="0" ft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eam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107"/>
          <p:cNvSpPr>
            <a:spLocks noGrp="1"/>
          </p:cNvSpPr>
          <p:nvPr>
            <p:ph type="pic" sz="quarter" idx="13"/>
          </p:nvPr>
        </p:nvSpPr>
        <p:spPr>
          <a:xfrm>
            <a:off x="1894" y="4461378"/>
            <a:ext cx="4064001" cy="2404234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108" name="Shape 108"/>
          <p:cNvSpPr>
            <a:spLocks noGrp="1"/>
          </p:cNvSpPr>
          <p:nvPr>
            <p:ph type="pic" sz="quarter" idx="14"/>
          </p:nvPr>
        </p:nvSpPr>
        <p:spPr>
          <a:xfrm>
            <a:off x="4063000" y="4461217"/>
            <a:ext cx="4064001" cy="2404386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109" name="Shape 109"/>
          <p:cNvSpPr>
            <a:spLocks noGrp="1"/>
          </p:cNvSpPr>
          <p:nvPr>
            <p:ph type="pic" sz="quarter" idx="15"/>
          </p:nvPr>
        </p:nvSpPr>
        <p:spPr>
          <a:xfrm>
            <a:off x="8126615" y="4460547"/>
            <a:ext cx="4064001" cy="2405056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110" name="Shape 110"/>
          <p:cNvSpPr>
            <a:spLocks noGrp="1"/>
          </p:cNvSpPr>
          <p:nvPr>
            <p:ph type="body" sz="quarter" idx="1" hasCustomPrompt="1"/>
          </p:nvPr>
        </p:nvSpPr>
        <p:spPr>
          <a:xfrm>
            <a:off x="4048472" y="2341767"/>
            <a:ext cx="4095056" cy="89885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150000"/>
              </a:lnSpc>
              <a:spcBef>
                <a:spcPts val="0"/>
              </a:spcBef>
              <a:buSzTx/>
              <a:buNone/>
              <a:defRPr/>
            </a:lvl1pPr>
            <a:lvl2pPr marL="0" indent="114300" algn="ctr">
              <a:lnSpc>
                <a:spcPct val="150000"/>
              </a:lnSpc>
              <a:spcBef>
                <a:spcPts val="0"/>
              </a:spcBef>
              <a:buSzTx/>
              <a:buNone/>
              <a:defRPr/>
            </a:lvl2pPr>
            <a:lvl3pPr marL="0" indent="228600" algn="ctr">
              <a:lnSpc>
                <a:spcPct val="150000"/>
              </a:lnSpc>
              <a:spcBef>
                <a:spcPts val="0"/>
              </a:spcBef>
              <a:buSzTx/>
              <a:buNone/>
              <a:defRPr/>
            </a:lvl3pPr>
            <a:lvl4pPr marL="0" indent="342900" algn="ctr">
              <a:lnSpc>
                <a:spcPct val="150000"/>
              </a:lnSpc>
              <a:spcBef>
                <a:spcPts val="0"/>
              </a:spcBef>
              <a:buSzTx/>
              <a:buNone/>
            </a:lvl4pPr>
            <a:lvl5pPr marL="0" indent="457200" algn="ctr">
              <a:lnSpc>
                <a:spcPct val="150000"/>
              </a:lnSpc>
              <a:spcBef>
                <a:spcPts val="0"/>
              </a:spcBef>
              <a:buSzTx/>
              <a:buNone/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</p:txBody>
      </p:sp>
      <p:sp>
        <p:nvSpPr>
          <p:cNvPr id="111" name="Shape 111"/>
          <p:cNvSpPr>
            <a:spLocks noGrp="1"/>
          </p:cNvSpPr>
          <p:nvPr>
            <p:ph type="title" hasCustomPrompt="1"/>
          </p:nvPr>
        </p:nvSpPr>
        <p:spPr>
          <a:xfrm>
            <a:off x="2848339" y="788620"/>
            <a:ext cx="6495323" cy="853216"/>
          </a:xfrm>
          <a:prstGeom prst="rect">
            <a:avLst/>
          </a:prstGeom>
        </p:spPr>
        <p:txBody>
          <a:bodyPr/>
          <a:lstStyle>
            <a:lvl1pPr>
              <a:defRPr sz="3500"/>
            </a:lvl1pPr>
          </a:lstStyle>
          <a:p>
            <a:r>
              <a:rPr dirty="0"/>
              <a:t>Title Text</a:t>
            </a:r>
          </a:p>
        </p:txBody>
      </p:sp>
      <p:sp>
        <p:nvSpPr>
          <p:cNvPr id="112" name="Shape 112"/>
          <p:cNvSpPr/>
          <p:nvPr/>
        </p:nvSpPr>
        <p:spPr>
          <a:xfrm>
            <a:off x="5368164" y="1898060"/>
            <a:ext cx="539675" cy="1"/>
          </a:xfrm>
          <a:prstGeom prst="line">
            <a:avLst/>
          </a:prstGeom>
          <a:ln w="63500">
            <a:solidFill>
              <a:srgbClr val="E8E9EB"/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lnSpc>
                <a:spcPct val="100000"/>
              </a:lnSpc>
              <a:defRPr sz="32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113" name="Shape 113"/>
          <p:cNvSpPr/>
          <p:nvPr/>
        </p:nvSpPr>
        <p:spPr>
          <a:xfrm>
            <a:off x="5902106" y="1882225"/>
            <a:ext cx="921731" cy="31751"/>
          </a:xfrm>
          <a:prstGeom prst="rect">
            <a:avLst/>
          </a:prstGeom>
          <a:gradFill>
            <a:gsLst>
              <a:gs pos="0">
                <a:srgbClr val="4875D8"/>
              </a:gs>
              <a:gs pos="30789">
                <a:srgbClr val="7AAAE8"/>
              </a:gs>
              <a:gs pos="72165">
                <a:srgbClr val="75BDEA"/>
              </a:gs>
              <a:gs pos="100000">
                <a:srgbClr val="81E0F1"/>
              </a:gs>
            </a:gsLst>
            <a:lin ang="9203766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>
              <a:lnSpc>
                <a:spcPct val="100000"/>
              </a:lnSpc>
              <a:defRPr sz="3200">
                <a:solidFill>
                  <a:srgbClr val="FFFFFF"/>
                </a:solidFill>
              </a:defRPr>
            </a:pPr>
            <a:endParaRPr sz="1600" dirty="0">
              <a:latin typeface="仓耳玄三M W05" panose="02020400000000000000" pitchFamily="18" charset="-122"/>
              <a:ea typeface="仓耳玄三M W05" panose="02020400000000000000" pitchFamily="18" charset="-122"/>
            </a:endParaRPr>
          </a:p>
        </p:txBody>
      </p:sp>
      <p:sp>
        <p:nvSpPr>
          <p:cNvPr id="114" name="Shape 114"/>
          <p:cNvSpPr>
            <a:spLocks noGrp="1"/>
          </p:cNvSpPr>
          <p:nvPr>
            <p:ph type="sldNum" sz="quarter" idx="2"/>
          </p:nvPr>
        </p:nvSpPr>
        <p:spPr>
          <a:xfrm>
            <a:off x="9820787" y="4632180"/>
            <a:ext cx="1572546" cy="1256754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3474F"/>
                </a:solidFill>
              </a:defRPr>
            </a:lvl1pPr>
          </a:lstStyle>
          <a:p>
            <a:fld id="{86CB4B4D-7CA3-9044-876B-883B54F8677D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Ovr>
    <a:masterClrMapping/>
  </p:clrMapOvr>
  <p:transition spd="slow" advClick="0" advTm="0">
    <p:fade/>
  </p:transition>
  <p:hf sldNum="0" ftr="0" dt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t>2024/4/27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t>2024/4/27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00A2AD-B2CE-DC4F-8015-E18525983D45}" type="datetimeFigureOut">
              <a:rPr kumimoji="1" lang="zh-CN" altLang="en-US" smtClean="0"/>
              <a:t>2024/4/27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  <p:sldLayoutId id="2147483703" r:id="rId55"/>
    <p:sldLayoutId id="2147483704" r:id="rId56"/>
    <p:sldLayoutId id="2147483705" r:id="rId57"/>
  </p:sldLayoutIdLst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hf sldNum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6D_0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73_0.xml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78_0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246601" y="710301"/>
            <a:ext cx="286328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l"/>
            </a:pPr>
            <a:r>
              <a:rPr kumimoji="1" lang="zh-CN" altLang="en-US" sz="4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产品价值</a:t>
            </a:r>
            <a:endParaRPr kumimoji="1" lang="en-US" altLang="zh-CN" sz="44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Oval 12"/>
          <p:cNvSpPr/>
          <p:nvPr/>
        </p:nvSpPr>
        <p:spPr>
          <a:xfrm>
            <a:off x="1305974" y="3587017"/>
            <a:ext cx="299304" cy="295999"/>
          </a:xfrm>
          <a:custGeom>
            <a:avLst/>
            <a:gdLst>
              <a:gd name="connsiteX0" fmla="*/ 466437 w 600511"/>
              <a:gd name="connsiteY0" fmla="*/ 421770 h 593879"/>
              <a:gd name="connsiteX1" fmla="*/ 504684 w 600511"/>
              <a:gd name="connsiteY1" fmla="*/ 459981 h 593879"/>
              <a:gd name="connsiteX2" fmla="*/ 466437 w 600511"/>
              <a:gd name="connsiteY2" fmla="*/ 498192 h 593879"/>
              <a:gd name="connsiteX3" fmla="*/ 428190 w 600511"/>
              <a:gd name="connsiteY3" fmla="*/ 459981 h 593879"/>
              <a:gd name="connsiteX4" fmla="*/ 466437 w 600511"/>
              <a:gd name="connsiteY4" fmla="*/ 421770 h 593879"/>
              <a:gd name="connsiteX5" fmla="*/ 453390 w 600511"/>
              <a:gd name="connsiteY5" fmla="*/ 375066 h 593879"/>
              <a:gd name="connsiteX6" fmla="*/ 421127 w 600511"/>
              <a:gd name="connsiteY6" fmla="*/ 386990 h 593879"/>
              <a:gd name="connsiteX7" fmla="*/ 418868 w 600511"/>
              <a:gd name="connsiteY7" fmla="*/ 392146 h 593879"/>
              <a:gd name="connsiteX8" fmla="*/ 424031 w 600511"/>
              <a:gd name="connsiteY8" fmla="*/ 406325 h 593879"/>
              <a:gd name="connsiteX9" fmla="*/ 423385 w 600511"/>
              <a:gd name="connsiteY9" fmla="*/ 411481 h 593879"/>
              <a:gd name="connsiteX10" fmla="*/ 416287 w 600511"/>
              <a:gd name="connsiteY10" fmla="*/ 413737 h 593879"/>
              <a:gd name="connsiteX11" fmla="*/ 402414 w 600511"/>
              <a:gd name="connsiteY11" fmla="*/ 407292 h 593879"/>
              <a:gd name="connsiteX12" fmla="*/ 397252 w 600511"/>
              <a:gd name="connsiteY12" fmla="*/ 409226 h 593879"/>
              <a:gd name="connsiteX13" fmla="*/ 383056 w 600511"/>
              <a:gd name="connsiteY13" fmla="*/ 440485 h 593879"/>
              <a:gd name="connsiteX14" fmla="*/ 384669 w 600511"/>
              <a:gd name="connsiteY14" fmla="*/ 445318 h 593879"/>
              <a:gd name="connsiteX15" fmla="*/ 398542 w 600511"/>
              <a:gd name="connsiteY15" fmla="*/ 451764 h 593879"/>
              <a:gd name="connsiteX16" fmla="*/ 401769 w 600511"/>
              <a:gd name="connsiteY16" fmla="*/ 455953 h 593879"/>
              <a:gd name="connsiteX17" fmla="*/ 398220 w 600511"/>
              <a:gd name="connsiteY17" fmla="*/ 462720 h 593879"/>
              <a:gd name="connsiteX18" fmla="*/ 384024 w 600511"/>
              <a:gd name="connsiteY18" fmla="*/ 467876 h 593879"/>
              <a:gd name="connsiteX19" fmla="*/ 381766 w 600511"/>
              <a:gd name="connsiteY19" fmla="*/ 472710 h 593879"/>
              <a:gd name="connsiteX20" fmla="*/ 393380 w 600511"/>
              <a:gd name="connsiteY20" fmla="*/ 504936 h 593879"/>
              <a:gd name="connsiteX21" fmla="*/ 398542 w 600511"/>
              <a:gd name="connsiteY21" fmla="*/ 507192 h 593879"/>
              <a:gd name="connsiteX22" fmla="*/ 412738 w 600511"/>
              <a:gd name="connsiteY22" fmla="*/ 502036 h 593879"/>
              <a:gd name="connsiteX23" fmla="*/ 417900 w 600511"/>
              <a:gd name="connsiteY23" fmla="*/ 502680 h 593879"/>
              <a:gd name="connsiteX24" fmla="*/ 420159 w 600511"/>
              <a:gd name="connsiteY24" fmla="*/ 510092 h 593879"/>
              <a:gd name="connsiteX25" fmla="*/ 413706 w 600511"/>
              <a:gd name="connsiteY25" fmla="*/ 523949 h 593879"/>
              <a:gd name="connsiteX26" fmla="*/ 415642 w 600511"/>
              <a:gd name="connsiteY26" fmla="*/ 528783 h 593879"/>
              <a:gd name="connsiteX27" fmla="*/ 446937 w 600511"/>
              <a:gd name="connsiteY27" fmla="*/ 543285 h 593879"/>
              <a:gd name="connsiteX28" fmla="*/ 451777 w 600511"/>
              <a:gd name="connsiteY28" fmla="*/ 541351 h 593879"/>
              <a:gd name="connsiteX29" fmla="*/ 458230 w 600511"/>
              <a:gd name="connsiteY29" fmla="*/ 527494 h 593879"/>
              <a:gd name="connsiteX30" fmla="*/ 462424 w 600511"/>
              <a:gd name="connsiteY30" fmla="*/ 524272 h 593879"/>
              <a:gd name="connsiteX31" fmla="*/ 469199 w 600511"/>
              <a:gd name="connsiteY31" fmla="*/ 528139 h 593879"/>
              <a:gd name="connsiteX32" fmla="*/ 474361 w 600511"/>
              <a:gd name="connsiteY32" fmla="*/ 542318 h 593879"/>
              <a:gd name="connsiteX33" fmla="*/ 479201 w 600511"/>
              <a:gd name="connsiteY33" fmla="*/ 544574 h 593879"/>
              <a:gd name="connsiteX34" fmla="*/ 511464 w 600511"/>
              <a:gd name="connsiteY34" fmla="*/ 532650 h 593879"/>
              <a:gd name="connsiteX35" fmla="*/ 513723 w 600511"/>
              <a:gd name="connsiteY35" fmla="*/ 527816 h 593879"/>
              <a:gd name="connsiteX36" fmla="*/ 508560 w 600511"/>
              <a:gd name="connsiteY36" fmla="*/ 513315 h 593879"/>
              <a:gd name="connsiteX37" fmla="*/ 509206 w 600511"/>
              <a:gd name="connsiteY37" fmla="*/ 508159 h 593879"/>
              <a:gd name="connsiteX38" fmla="*/ 516626 w 600511"/>
              <a:gd name="connsiteY38" fmla="*/ 506225 h 593879"/>
              <a:gd name="connsiteX39" fmla="*/ 530500 w 600511"/>
              <a:gd name="connsiteY39" fmla="*/ 512348 h 593879"/>
              <a:gd name="connsiteX40" fmla="*/ 535339 w 600511"/>
              <a:gd name="connsiteY40" fmla="*/ 510737 h 593879"/>
              <a:gd name="connsiteX41" fmla="*/ 549858 w 600511"/>
              <a:gd name="connsiteY41" fmla="*/ 479478 h 593879"/>
              <a:gd name="connsiteX42" fmla="*/ 547922 w 600511"/>
              <a:gd name="connsiteY42" fmla="*/ 474322 h 593879"/>
              <a:gd name="connsiteX43" fmla="*/ 534049 w 600511"/>
              <a:gd name="connsiteY43" fmla="*/ 467876 h 593879"/>
              <a:gd name="connsiteX44" fmla="*/ 531145 w 600511"/>
              <a:gd name="connsiteY44" fmla="*/ 461109 h 593879"/>
              <a:gd name="connsiteX45" fmla="*/ 534694 w 600511"/>
              <a:gd name="connsiteY45" fmla="*/ 457242 h 593879"/>
              <a:gd name="connsiteX46" fmla="*/ 548890 w 600511"/>
              <a:gd name="connsiteY46" fmla="*/ 451764 h 593879"/>
              <a:gd name="connsiteX47" fmla="*/ 551148 w 600511"/>
              <a:gd name="connsiteY47" fmla="*/ 446930 h 593879"/>
              <a:gd name="connsiteX48" fmla="*/ 539211 w 600511"/>
              <a:gd name="connsiteY48" fmla="*/ 414704 h 593879"/>
              <a:gd name="connsiteX49" fmla="*/ 534371 w 600511"/>
              <a:gd name="connsiteY49" fmla="*/ 412448 h 593879"/>
              <a:gd name="connsiteX50" fmla="*/ 520175 w 600511"/>
              <a:gd name="connsiteY50" fmla="*/ 417604 h 593879"/>
              <a:gd name="connsiteX51" fmla="*/ 514691 w 600511"/>
              <a:gd name="connsiteY51" fmla="*/ 416960 h 593879"/>
              <a:gd name="connsiteX52" fmla="*/ 512755 w 600511"/>
              <a:gd name="connsiteY52" fmla="*/ 409548 h 593879"/>
              <a:gd name="connsiteX53" fmla="*/ 518885 w 600511"/>
              <a:gd name="connsiteY53" fmla="*/ 396013 h 593879"/>
              <a:gd name="connsiteX54" fmla="*/ 516949 w 600511"/>
              <a:gd name="connsiteY54" fmla="*/ 390857 h 593879"/>
              <a:gd name="connsiteX55" fmla="*/ 485976 w 600511"/>
              <a:gd name="connsiteY55" fmla="*/ 376355 h 593879"/>
              <a:gd name="connsiteX56" fmla="*/ 480814 w 600511"/>
              <a:gd name="connsiteY56" fmla="*/ 378289 h 593879"/>
              <a:gd name="connsiteX57" fmla="*/ 474361 w 600511"/>
              <a:gd name="connsiteY57" fmla="*/ 392146 h 593879"/>
              <a:gd name="connsiteX58" fmla="*/ 470167 w 600511"/>
              <a:gd name="connsiteY58" fmla="*/ 395368 h 593879"/>
              <a:gd name="connsiteX59" fmla="*/ 463714 w 600511"/>
              <a:gd name="connsiteY59" fmla="*/ 391824 h 593879"/>
              <a:gd name="connsiteX60" fmla="*/ 458230 w 600511"/>
              <a:gd name="connsiteY60" fmla="*/ 377322 h 593879"/>
              <a:gd name="connsiteX61" fmla="*/ 453390 w 600511"/>
              <a:gd name="connsiteY61" fmla="*/ 375066 h 593879"/>
              <a:gd name="connsiteX62" fmla="*/ 0 w 600511"/>
              <a:gd name="connsiteY62" fmla="*/ 372515 h 593879"/>
              <a:gd name="connsiteX63" fmla="*/ 233292 w 600511"/>
              <a:gd name="connsiteY63" fmla="*/ 465626 h 593879"/>
              <a:gd name="connsiteX64" fmla="*/ 305248 w 600511"/>
              <a:gd name="connsiteY64" fmla="*/ 461116 h 593879"/>
              <a:gd name="connsiteX65" fmla="*/ 332998 w 600511"/>
              <a:gd name="connsiteY65" fmla="*/ 549716 h 593879"/>
              <a:gd name="connsiteX66" fmla="*/ 233292 w 600511"/>
              <a:gd name="connsiteY66" fmla="*/ 558737 h 593879"/>
              <a:gd name="connsiteX67" fmla="*/ 0 w 600511"/>
              <a:gd name="connsiteY67" fmla="*/ 465626 h 593879"/>
              <a:gd name="connsiteX68" fmla="*/ 466295 w 600511"/>
              <a:gd name="connsiteY68" fmla="*/ 326083 h 593879"/>
              <a:gd name="connsiteX69" fmla="*/ 600511 w 600511"/>
              <a:gd name="connsiteY69" fmla="*/ 459820 h 593879"/>
              <a:gd name="connsiteX70" fmla="*/ 466295 w 600511"/>
              <a:gd name="connsiteY70" fmla="*/ 593879 h 593879"/>
              <a:gd name="connsiteX71" fmla="*/ 332080 w 600511"/>
              <a:gd name="connsiteY71" fmla="*/ 459820 h 593879"/>
              <a:gd name="connsiteX72" fmla="*/ 466295 w 600511"/>
              <a:gd name="connsiteY72" fmla="*/ 326083 h 593879"/>
              <a:gd name="connsiteX73" fmla="*/ 0 w 600511"/>
              <a:gd name="connsiteY73" fmla="*/ 232654 h 593879"/>
              <a:gd name="connsiteX74" fmla="*/ 233309 w 600511"/>
              <a:gd name="connsiteY74" fmla="*/ 326103 h 593879"/>
              <a:gd name="connsiteX75" fmla="*/ 466296 w 600511"/>
              <a:gd name="connsiteY75" fmla="*/ 232654 h 593879"/>
              <a:gd name="connsiteX76" fmla="*/ 466296 w 600511"/>
              <a:gd name="connsiteY76" fmla="*/ 299035 h 593879"/>
              <a:gd name="connsiteX77" fmla="*/ 312370 w 600511"/>
              <a:gd name="connsiteY77" fmla="*/ 413429 h 593879"/>
              <a:gd name="connsiteX78" fmla="*/ 233309 w 600511"/>
              <a:gd name="connsiteY78" fmla="*/ 419229 h 593879"/>
              <a:gd name="connsiteX79" fmla="*/ 0 w 600511"/>
              <a:gd name="connsiteY79" fmla="*/ 326103 h 593879"/>
              <a:gd name="connsiteX80" fmla="*/ 233309 w 600511"/>
              <a:gd name="connsiteY80" fmla="*/ 23200 h 593879"/>
              <a:gd name="connsiteX81" fmla="*/ 23234 w 600511"/>
              <a:gd name="connsiteY81" fmla="*/ 93123 h 593879"/>
              <a:gd name="connsiteX82" fmla="*/ 233309 w 600511"/>
              <a:gd name="connsiteY82" fmla="*/ 163046 h 593879"/>
              <a:gd name="connsiteX83" fmla="*/ 443062 w 600511"/>
              <a:gd name="connsiteY83" fmla="*/ 93123 h 593879"/>
              <a:gd name="connsiteX84" fmla="*/ 233309 w 600511"/>
              <a:gd name="connsiteY84" fmla="*/ 23200 h 593879"/>
              <a:gd name="connsiteX85" fmla="*/ 233309 w 600511"/>
              <a:gd name="connsiteY85" fmla="*/ 0 h 593879"/>
              <a:gd name="connsiteX86" fmla="*/ 466296 w 600511"/>
              <a:gd name="connsiteY86" fmla="*/ 93123 h 593879"/>
              <a:gd name="connsiteX87" fmla="*/ 466296 w 600511"/>
              <a:gd name="connsiteY87" fmla="*/ 186246 h 593879"/>
              <a:gd name="connsiteX88" fmla="*/ 233309 w 600511"/>
              <a:gd name="connsiteY88" fmla="*/ 279369 h 593879"/>
              <a:gd name="connsiteX89" fmla="*/ 0 w 600511"/>
              <a:gd name="connsiteY89" fmla="*/ 186246 h 593879"/>
              <a:gd name="connsiteX90" fmla="*/ 0 w 600511"/>
              <a:gd name="connsiteY90" fmla="*/ 93123 h 593879"/>
              <a:gd name="connsiteX91" fmla="*/ 233309 w 600511"/>
              <a:gd name="connsiteY91" fmla="*/ 0 h 593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600511" h="593879">
                <a:moveTo>
                  <a:pt x="466437" y="421770"/>
                </a:moveTo>
                <a:cubicBezTo>
                  <a:pt x="487560" y="421770"/>
                  <a:pt x="504684" y="438878"/>
                  <a:pt x="504684" y="459981"/>
                </a:cubicBezTo>
                <a:cubicBezTo>
                  <a:pt x="504684" y="481084"/>
                  <a:pt x="487560" y="498192"/>
                  <a:pt x="466437" y="498192"/>
                </a:cubicBezTo>
                <a:cubicBezTo>
                  <a:pt x="445314" y="498192"/>
                  <a:pt x="428190" y="481084"/>
                  <a:pt x="428190" y="459981"/>
                </a:cubicBezTo>
                <a:cubicBezTo>
                  <a:pt x="428190" y="438878"/>
                  <a:pt x="445314" y="421770"/>
                  <a:pt x="466437" y="421770"/>
                </a:cubicBezTo>
                <a:close/>
                <a:moveTo>
                  <a:pt x="453390" y="375066"/>
                </a:moveTo>
                <a:lnTo>
                  <a:pt x="421127" y="386990"/>
                </a:lnTo>
                <a:cubicBezTo>
                  <a:pt x="419191" y="387957"/>
                  <a:pt x="418223" y="389890"/>
                  <a:pt x="418868" y="392146"/>
                </a:cubicBezTo>
                <a:lnTo>
                  <a:pt x="424031" y="406325"/>
                </a:lnTo>
                <a:cubicBezTo>
                  <a:pt x="424998" y="408259"/>
                  <a:pt x="424676" y="410515"/>
                  <a:pt x="423385" y="411481"/>
                </a:cubicBezTo>
                <a:cubicBezTo>
                  <a:pt x="422417" y="412448"/>
                  <a:pt x="418223" y="414382"/>
                  <a:pt x="416287" y="413737"/>
                </a:cubicBezTo>
                <a:lnTo>
                  <a:pt x="402414" y="407292"/>
                </a:lnTo>
                <a:cubicBezTo>
                  <a:pt x="400478" y="406325"/>
                  <a:pt x="398220" y="407292"/>
                  <a:pt x="397252" y="409226"/>
                </a:cubicBezTo>
                <a:lnTo>
                  <a:pt x="383056" y="440485"/>
                </a:lnTo>
                <a:cubicBezTo>
                  <a:pt x="382088" y="442096"/>
                  <a:pt x="383056" y="444674"/>
                  <a:pt x="384669" y="445318"/>
                </a:cubicBezTo>
                <a:lnTo>
                  <a:pt x="398542" y="451764"/>
                </a:lnTo>
                <a:cubicBezTo>
                  <a:pt x="400478" y="452730"/>
                  <a:pt x="402091" y="454664"/>
                  <a:pt x="401769" y="455953"/>
                </a:cubicBezTo>
                <a:cubicBezTo>
                  <a:pt x="401769" y="457564"/>
                  <a:pt x="400156" y="462076"/>
                  <a:pt x="398220" y="462720"/>
                </a:cubicBezTo>
                <a:lnTo>
                  <a:pt x="384024" y="467876"/>
                </a:lnTo>
                <a:cubicBezTo>
                  <a:pt x="382088" y="468521"/>
                  <a:pt x="381120" y="470777"/>
                  <a:pt x="381766" y="472710"/>
                </a:cubicBezTo>
                <a:lnTo>
                  <a:pt x="393380" y="504936"/>
                </a:lnTo>
                <a:cubicBezTo>
                  <a:pt x="394348" y="506870"/>
                  <a:pt x="396607" y="507836"/>
                  <a:pt x="398542" y="507192"/>
                </a:cubicBezTo>
                <a:lnTo>
                  <a:pt x="412738" y="502036"/>
                </a:lnTo>
                <a:cubicBezTo>
                  <a:pt x="414674" y="501391"/>
                  <a:pt x="417255" y="501713"/>
                  <a:pt x="417900" y="502680"/>
                </a:cubicBezTo>
                <a:cubicBezTo>
                  <a:pt x="418868" y="503969"/>
                  <a:pt x="421127" y="508159"/>
                  <a:pt x="420159" y="510092"/>
                </a:cubicBezTo>
                <a:lnTo>
                  <a:pt x="413706" y="523949"/>
                </a:lnTo>
                <a:cubicBezTo>
                  <a:pt x="412738" y="525561"/>
                  <a:pt x="413706" y="527816"/>
                  <a:pt x="415642" y="528783"/>
                </a:cubicBezTo>
                <a:lnTo>
                  <a:pt x="446937" y="543285"/>
                </a:lnTo>
                <a:cubicBezTo>
                  <a:pt x="448873" y="544251"/>
                  <a:pt x="451132" y="543285"/>
                  <a:pt x="451777" y="541351"/>
                </a:cubicBezTo>
                <a:lnTo>
                  <a:pt x="458230" y="527494"/>
                </a:lnTo>
                <a:cubicBezTo>
                  <a:pt x="459198" y="525561"/>
                  <a:pt x="461133" y="524272"/>
                  <a:pt x="462424" y="524272"/>
                </a:cubicBezTo>
                <a:cubicBezTo>
                  <a:pt x="464037" y="524272"/>
                  <a:pt x="468554" y="525883"/>
                  <a:pt x="469199" y="528139"/>
                </a:cubicBezTo>
                <a:lnTo>
                  <a:pt x="474361" y="542318"/>
                </a:lnTo>
                <a:cubicBezTo>
                  <a:pt x="475007" y="544251"/>
                  <a:pt x="477265" y="545218"/>
                  <a:pt x="479201" y="544574"/>
                </a:cubicBezTo>
                <a:lnTo>
                  <a:pt x="511464" y="532650"/>
                </a:lnTo>
                <a:cubicBezTo>
                  <a:pt x="513400" y="532006"/>
                  <a:pt x="514368" y="529750"/>
                  <a:pt x="513723" y="527816"/>
                </a:cubicBezTo>
                <a:lnTo>
                  <a:pt x="508560" y="513315"/>
                </a:lnTo>
                <a:cubicBezTo>
                  <a:pt x="507915" y="511381"/>
                  <a:pt x="508238" y="509125"/>
                  <a:pt x="509206" y="508159"/>
                </a:cubicBezTo>
                <a:cubicBezTo>
                  <a:pt x="510496" y="507192"/>
                  <a:pt x="514691" y="505258"/>
                  <a:pt x="516626" y="506225"/>
                </a:cubicBezTo>
                <a:lnTo>
                  <a:pt x="530500" y="512348"/>
                </a:lnTo>
                <a:cubicBezTo>
                  <a:pt x="532435" y="513315"/>
                  <a:pt x="534694" y="512348"/>
                  <a:pt x="535339" y="510737"/>
                </a:cubicBezTo>
                <a:lnTo>
                  <a:pt x="549858" y="479478"/>
                </a:lnTo>
                <a:cubicBezTo>
                  <a:pt x="550825" y="477544"/>
                  <a:pt x="549858" y="475288"/>
                  <a:pt x="547922" y="474322"/>
                </a:cubicBezTo>
                <a:lnTo>
                  <a:pt x="534049" y="467876"/>
                </a:lnTo>
                <a:cubicBezTo>
                  <a:pt x="532113" y="467232"/>
                  <a:pt x="531145" y="462398"/>
                  <a:pt x="531145" y="461109"/>
                </a:cubicBezTo>
                <a:cubicBezTo>
                  <a:pt x="531145" y="459498"/>
                  <a:pt x="532435" y="457886"/>
                  <a:pt x="534694" y="457242"/>
                </a:cubicBezTo>
                <a:lnTo>
                  <a:pt x="548890" y="451764"/>
                </a:lnTo>
                <a:cubicBezTo>
                  <a:pt x="550825" y="451119"/>
                  <a:pt x="551793" y="448863"/>
                  <a:pt x="551148" y="446930"/>
                </a:cubicBezTo>
                <a:lnTo>
                  <a:pt x="539211" y="414704"/>
                </a:lnTo>
                <a:cubicBezTo>
                  <a:pt x="538565" y="412770"/>
                  <a:pt x="536307" y="411804"/>
                  <a:pt x="534371" y="412448"/>
                </a:cubicBezTo>
                <a:lnTo>
                  <a:pt x="520175" y="417604"/>
                </a:lnTo>
                <a:cubicBezTo>
                  <a:pt x="517917" y="418571"/>
                  <a:pt x="515658" y="418249"/>
                  <a:pt x="514691" y="416960"/>
                </a:cubicBezTo>
                <a:cubicBezTo>
                  <a:pt x="513723" y="415993"/>
                  <a:pt x="511787" y="411481"/>
                  <a:pt x="512755" y="409548"/>
                </a:cubicBezTo>
                <a:lnTo>
                  <a:pt x="518885" y="396013"/>
                </a:lnTo>
                <a:cubicBezTo>
                  <a:pt x="519853" y="394079"/>
                  <a:pt x="518885" y="391824"/>
                  <a:pt x="516949" y="390857"/>
                </a:cubicBezTo>
                <a:lnTo>
                  <a:pt x="485976" y="376355"/>
                </a:lnTo>
                <a:cubicBezTo>
                  <a:pt x="484040" y="375711"/>
                  <a:pt x="481782" y="376355"/>
                  <a:pt x="480814" y="378289"/>
                </a:cubicBezTo>
                <a:lnTo>
                  <a:pt x="474361" y="392146"/>
                </a:lnTo>
                <a:cubicBezTo>
                  <a:pt x="473716" y="394079"/>
                  <a:pt x="471780" y="395691"/>
                  <a:pt x="470167" y="395368"/>
                </a:cubicBezTo>
                <a:cubicBezTo>
                  <a:pt x="468877" y="395368"/>
                  <a:pt x="464360" y="393757"/>
                  <a:pt x="463714" y="391824"/>
                </a:cubicBezTo>
                <a:lnTo>
                  <a:pt x="458230" y="377322"/>
                </a:lnTo>
                <a:cubicBezTo>
                  <a:pt x="457584" y="375389"/>
                  <a:pt x="455326" y="374422"/>
                  <a:pt x="453390" y="375066"/>
                </a:cubicBezTo>
                <a:close/>
                <a:moveTo>
                  <a:pt x="0" y="372515"/>
                </a:moveTo>
                <a:cubicBezTo>
                  <a:pt x="0" y="424064"/>
                  <a:pt x="104223" y="465626"/>
                  <a:pt x="233292" y="465626"/>
                </a:cubicBezTo>
                <a:cubicBezTo>
                  <a:pt x="258461" y="465626"/>
                  <a:pt x="282661" y="464015"/>
                  <a:pt x="305248" y="461116"/>
                </a:cubicBezTo>
                <a:cubicBezTo>
                  <a:pt x="305571" y="493978"/>
                  <a:pt x="315574" y="524264"/>
                  <a:pt x="332998" y="549716"/>
                </a:cubicBezTo>
                <a:cubicBezTo>
                  <a:pt x="302667" y="555515"/>
                  <a:pt x="268786" y="558737"/>
                  <a:pt x="233292" y="558737"/>
                </a:cubicBezTo>
                <a:cubicBezTo>
                  <a:pt x="104546" y="558737"/>
                  <a:pt x="0" y="517175"/>
                  <a:pt x="0" y="465626"/>
                </a:cubicBezTo>
                <a:close/>
                <a:moveTo>
                  <a:pt x="466295" y="326083"/>
                </a:moveTo>
                <a:cubicBezTo>
                  <a:pt x="540501" y="326083"/>
                  <a:pt x="600511" y="386023"/>
                  <a:pt x="600511" y="459820"/>
                </a:cubicBezTo>
                <a:cubicBezTo>
                  <a:pt x="600511" y="533939"/>
                  <a:pt x="540501" y="593879"/>
                  <a:pt x="466295" y="593879"/>
                </a:cubicBezTo>
                <a:cubicBezTo>
                  <a:pt x="392412" y="593879"/>
                  <a:pt x="332080" y="533939"/>
                  <a:pt x="332080" y="459820"/>
                </a:cubicBezTo>
                <a:cubicBezTo>
                  <a:pt x="332080" y="386023"/>
                  <a:pt x="392412" y="326083"/>
                  <a:pt x="466295" y="326083"/>
                </a:cubicBezTo>
                <a:close/>
                <a:moveTo>
                  <a:pt x="0" y="232654"/>
                </a:moveTo>
                <a:cubicBezTo>
                  <a:pt x="0" y="284212"/>
                  <a:pt x="104554" y="326103"/>
                  <a:pt x="233309" y="326103"/>
                </a:cubicBezTo>
                <a:cubicBezTo>
                  <a:pt x="362065" y="326103"/>
                  <a:pt x="466296" y="284212"/>
                  <a:pt x="466296" y="232654"/>
                </a:cubicBezTo>
                <a:lnTo>
                  <a:pt x="466296" y="299035"/>
                </a:lnTo>
                <a:cubicBezTo>
                  <a:pt x="393689" y="299035"/>
                  <a:pt x="332377" y="347370"/>
                  <a:pt x="312370" y="413429"/>
                </a:cubicBezTo>
                <a:cubicBezTo>
                  <a:pt x="287522" y="416973"/>
                  <a:pt x="261061" y="419229"/>
                  <a:pt x="233309" y="419229"/>
                </a:cubicBezTo>
                <a:cubicBezTo>
                  <a:pt x="104231" y="419229"/>
                  <a:pt x="0" y="377338"/>
                  <a:pt x="0" y="326103"/>
                </a:cubicBezTo>
                <a:close/>
                <a:moveTo>
                  <a:pt x="233309" y="23200"/>
                </a:moveTo>
                <a:cubicBezTo>
                  <a:pt x="105199" y="23200"/>
                  <a:pt x="23234" y="64445"/>
                  <a:pt x="23234" y="93123"/>
                </a:cubicBezTo>
                <a:cubicBezTo>
                  <a:pt x="23234" y="121479"/>
                  <a:pt x="105199" y="163046"/>
                  <a:pt x="233309" y="163046"/>
                </a:cubicBezTo>
                <a:cubicBezTo>
                  <a:pt x="361420" y="163046"/>
                  <a:pt x="443062" y="121479"/>
                  <a:pt x="443062" y="93123"/>
                </a:cubicBezTo>
                <a:cubicBezTo>
                  <a:pt x="443062" y="64445"/>
                  <a:pt x="361420" y="23200"/>
                  <a:pt x="233309" y="23200"/>
                </a:cubicBezTo>
                <a:close/>
                <a:moveTo>
                  <a:pt x="233309" y="0"/>
                </a:moveTo>
                <a:cubicBezTo>
                  <a:pt x="362065" y="0"/>
                  <a:pt x="466296" y="41567"/>
                  <a:pt x="466296" y="93123"/>
                </a:cubicBezTo>
                <a:lnTo>
                  <a:pt x="466296" y="186246"/>
                </a:lnTo>
                <a:cubicBezTo>
                  <a:pt x="466296" y="237802"/>
                  <a:pt x="362065" y="279369"/>
                  <a:pt x="233309" y="279369"/>
                </a:cubicBezTo>
                <a:cubicBezTo>
                  <a:pt x="104231" y="279369"/>
                  <a:pt x="0" y="237802"/>
                  <a:pt x="0" y="186246"/>
                </a:cubicBezTo>
                <a:lnTo>
                  <a:pt x="0" y="93123"/>
                </a:lnTo>
                <a:cubicBezTo>
                  <a:pt x="0" y="41567"/>
                  <a:pt x="104554" y="0"/>
                  <a:pt x="23330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文本框 9"/>
          <p:cNvSpPr txBox="1"/>
          <p:nvPr/>
        </p:nvSpPr>
        <p:spPr>
          <a:xfrm>
            <a:off x="2003085" y="3298414"/>
            <a:ext cx="1981477" cy="3282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9200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9200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9200">
              <a:defRPr sz="2400"/>
            </a:lvl3pPr>
            <a:lvl4pPr marL="1828800" defTabSz="1219200">
              <a:defRPr sz="2400"/>
            </a:lvl4pPr>
            <a:lvl5pPr marL="2438400" defTabSz="1219200">
              <a:defRPr sz="2400"/>
            </a:lvl5pPr>
            <a:lvl6pPr marL="3048000" defTabSz="1219200">
              <a:defRPr sz="2400"/>
            </a:lvl6pPr>
            <a:lvl7pPr marL="3657600" defTabSz="1219200">
              <a:defRPr sz="2400"/>
            </a:lvl7pPr>
            <a:lvl8pPr marL="4267200" defTabSz="1219200">
              <a:defRPr sz="2400"/>
            </a:lvl8pPr>
            <a:lvl9pPr marL="4876800" defTabSz="1219200">
              <a:defRPr sz="2400"/>
            </a:lvl9pPr>
          </a:lstStyle>
          <a:p>
            <a:pPr lvl="1"/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8" name="文本框 9"/>
          <p:cNvSpPr txBox="1"/>
          <p:nvPr/>
        </p:nvSpPr>
        <p:spPr>
          <a:xfrm>
            <a:off x="2003085" y="4634099"/>
            <a:ext cx="1981477" cy="3282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9200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9200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9200">
              <a:defRPr sz="2400"/>
            </a:lvl3pPr>
            <a:lvl4pPr marL="1828800" defTabSz="1219200">
              <a:defRPr sz="2400"/>
            </a:lvl4pPr>
            <a:lvl5pPr marL="2438400" defTabSz="1219200">
              <a:defRPr sz="2400"/>
            </a:lvl5pPr>
            <a:lvl6pPr marL="3048000" defTabSz="1219200">
              <a:defRPr sz="2400"/>
            </a:lvl6pPr>
            <a:lvl7pPr marL="3657600" defTabSz="1219200">
              <a:defRPr sz="2400"/>
            </a:lvl7pPr>
            <a:lvl8pPr marL="4267200" defTabSz="1219200">
              <a:defRPr sz="2400"/>
            </a:lvl8pPr>
            <a:lvl9pPr marL="4876800" defTabSz="1219200">
              <a:defRPr sz="2400"/>
            </a:lvl9pPr>
          </a:lstStyle>
          <a:p>
            <a:pPr lvl="1"/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9" name="TextBox 33"/>
          <p:cNvSpPr txBox="1"/>
          <p:nvPr/>
        </p:nvSpPr>
        <p:spPr>
          <a:xfrm>
            <a:off x="1412425" y="2161223"/>
            <a:ext cx="8304852" cy="272087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algn="just">
              <a:lnSpc>
                <a:spcPts val="1600"/>
              </a:lnSpc>
              <a:defRPr sz="1100">
                <a:solidFill>
                  <a:schemeClr val="tx2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1.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降低学生在课本书籍上的经济压力，节约生活成本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2.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保障校内二手交易过程中的安全性，隐私性，有效降低二手交易过程中翻车发生的概率，对买卖家双方都有利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3.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应用于校内场景，能更好地服务我校学子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85254" y="426777"/>
            <a:ext cx="286328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l"/>
            </a:pPr>
            <a:r>
              <a:rPr kumimoji="1" lang="zh-CN" altLang="en-US" sz="4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商业模式</a:t>
            </a:r>
            <a:endParaRPr kumimoji="1" lang="en-US" altLang="zh-CN" sz="44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" name="任意多边形: 形状 34"/>
          <p:cNvSpPr/>
          <p:nvPr/>
        </p:nvSpPr>
        <p:spPr>
          <a:xfrm>
            <a:off x="2511364" y="2872406"/>
            <a:ext cx="1874348" cy="505461"/>
          </a:xfrm>
          <a:custGeom>
            <a:avLst/>
            <a:gdLst>
              <a:gd name="connsiteX0" fmla="*/ 0 w 1874348"/>
              <a:gd name="connsiteY0" fmla="*/ 0 h 505461"/>
              <a:gd name="connsiteX1" fmla="*/ 1874348 w 1874348"/>
              <a:gd name="connsiteY1" fmla="*/ 0 h 505461"/>
              <a:gd name="connsiteX2" fmla="*/ 1874348 w 1874348"/>
              <a:gd name="connsiteY2" fmla="*/ 393643 h 505461"/>
              <a:gd name="connsiteX3" fmla="*/ 1762530 w 1874348"/>
              <a:gd name="connsiteY3" fmla="*/ 505461 h 505461"/>
              <a:gd name="connsiteX4" fmla="*/ 111818 w 1874348"/>
              <a:gd name="connsiteY4" fmla="*/ 505461 h 505461"/>
              <a:gd name="connsiteX5" fmla="*/ 0 w 1874348"/>
              <a:gd name="connsiteY5" fmla="*/ 393643 h 5054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74348" h="505461">
                <a:moveTo>
                  <a:pt x="0" y="0"/>
                </a:moveTo>
                <a:lnTo>
                  <a:pt x="1874348" y="0"/>
                </a:lnTo>
                <a:lnTo>
                  <a:pt x="1874348" y="393643"/>
                </a:lnTo>
                <a:cubicBezTo>
                  <a:pt x="1874348" y="455398"/>
                  <a:pt x="1824285" y="505461"/>
                  <a:pt x="1762530" y="505461"/>
                </a:cubicBezTo>
                <a:lnTo>
                  <a:pt x="111818" y="505461"/>
                </a:lnTo>
                <a:cubicBezTo>
                  <a:pt x="50063" y="505461"/>
                  <a:pt x="0" y="455398"/>
                  <a:pt x="0" y="393643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4" name="直接连接符 31"/>
          <p:cNvCxnSpPr/>
          <p:nvPr/>
        </p:nvCxnSpPr>
        <p:spPr>
          <a:xfrm>
            <a:off x="2300775" y="2872205"/>
            <a:ext cx="2295525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任意多边形: 形状 37"/>
          <p:cNvSpPr/>
          <p:nvPr/>
        </p:nvSpPr>
        <p:spPr>
          <a:xfrm>
            <a:off x="7276269" y="2872406"/>
            <a:ext cx="1874348" cy="505461"/>
          </a:xfrm>
          <a:custGeom>
            <a:avLst/>
            <a:gdLst>
              <a:gd name="connsiteX0" fmla="*/ 0 w 1874348"/>
              <a:gd name="connsiteY0" fmla="*/ 0 h 505461"/>
              <a:gd name="connsiteX1" fmla="*/ 1874348 w 1874348"/>
              <a:gd name="connsiteY1" fmla="*/ 0 h 505461"/>
              <a:gd name="connsiteX2" fmla="*/ 1874348 w 1874348"/>
              <a:gd name="connsiteY2" fmla="*/ 393643 h 505461"/>
              <a:gd name="connsiteX3" fmla="*/ 1762530 w 1874348"/>
              <a:gd name="connsiteY3" fmla="*/ 505461 h 505461"/>
              <a:gd name="connsiteX4" fmla="*/ 111818 w 1874348"/>
              <a:gd name="connsiteY4" fmla="*/ 505461 h 505461"/>
              <a:gd name="connsiteX5" fmla="*/ 0 w 1874348"/>
              <a:gd name="connsiteY5" fmla="*/ 393643 h 5054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74348" h="505461">
                <a:moveTo>
                  <a:pt x="0" y="0"/>
                </a:moveTo>
                <a:lnTo>
                  <a:pt x="1874348" y="0"/>
                </a:lnTo>
                <a:lnTo>
                  <a:pt x="1874348" y="393643"/>
                </a:lnTo>
                <a:cubicBezTo>
                  <a:pt x="1874348" y="455398"/>
                  <a:pt x="1824285" y="505461"/>
                  <a:pt x="1762530" y="505461"/>
                </a:cubicBezTo>
                <a:lnTo>
                  <a:pt x="111818" y="505461"/>
                </a:lnTo>
                <a:cubicBezTo>
                  <a:pt x="50063" y="505461"/>
                  <a:pt x="0" y="455398"/>
                  <a:pt x="0" y="393643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6" name="直接连接符 38"/>
          <p:cNvCxnSpPr/>
          <p:nvPr/>
        </p:nvCxnSpPr>
        <p:spPr>
          <a:xfrm>
            <a:off x="7065680" y="2872205"/>
            <a:ext cx="2295525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3"/>
          <p:cNvSpPr txBox="1"/>
          <p:nvPr/>
        </p:nvSpPr>
        <p:spPr>
          <a:xfrm>
            <a:off x="2412454" y="3689411"/>
            <a:ext cx="1865963" cy="1398452"/>
          </a:xfrm>
          <a:prstGeom prst="rect">
            <a:avLst/>
          </a:prstGeom>
          <a:noFill/>
        </p:spPr>
        <p:txBody>
          <a:bodyPr wrap="square" lIns="91435" tIns="45716" rIns="91435" bIns="45716" rtlCol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手续费</a:t>
            </a: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algn="ctr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在二手交易过程中向买家和卖家收取手续费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0" name="文本框 13"/>
          <p:cNvSpPr txBox="1"/>
          <p:nvPr/>
        </p:nvSpPr>
        <p:spPr>
          <a:xfrm>
            <a:off x="7284654" y="3695455"/>
            <a:ext cx="1865963" cy="1399734"/>
          </a:xfrm>
          <a:prstGeom prst="rect">
            <a:avLst/>
          </a:prstGeom>
          <a:noFill/>
        </p:spPr>
        <p:txBody>
          <a:bodyPr wrap="square" lIns="91435" tIns="45716" rIns="91435" bIns="45716" rtlCol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推广</a:t>
            </a: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algn="ctr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可以在平台中适度推送轻量化广告以获取费用</a:t>
            </a:r>
          </a:p>
        </p:txBody>
      </p:sp>
      <p:pic>
        <p:nvPicPr>
          <p:cNvPr id="26" name="图形 25" descr="钱 纯色填充">
            <a:extLst>
              <a:ext uri="{FF2B5EF4-FFF2-40B4-BE49-F238E27FC236}">
                <a16:creationId xmlns:a16="http://schemas.microsoft.com/office/drawing/2014/main" id="{DFDE8D4B-D7CE-FAC1-89B0-571FDF7341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56242" y="1659400"/>
            <a:ext cx="914400" cy="914400"/>
          </a:xfrm>
          <a:prstGeom prst="rect">
            <a:avLst/>
          </a:prstGeom>
        </p:spPr>
      </p:pic>
      <p:pic>
        <p:nvPicPr>
          <p:cNvPr id="30" name="图形 29" descr="硬币 纯色填充">
            <a:extLst>
              <a:ext uri="{FF2B5EF4-FFF2-40B4-BE49-F238E27FC236}">
                <a16:creationId xmlns:a16="http://schemas.microsoft.com/office/drawing/2014/main" id="{1550DB1E-005A-FCB0-6445-C9CA2D0D59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91337" y="1729689"/>
            <a:ext cx="914400" cy="914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77395" y="155363"/>
            <a:ext cx="37737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l"/>
            </a:pPr>
            <a:r>
              <a:rPr kumimoji="1"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横向竞品对比分析</a:t>
            </a:r>
            <a:endParaRPr kumimoji="1" lang="en-US" altLang="zh-CN" sz="32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20BDEC78-0B1E-B5AC-253A-A1B6FA8D4D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5235430"/>
              </p:ext>
            </p:extLst>
          </p:nvPr>
        </p:nvGraphicFramePr>
        <p:xfrm>
          <a:off x="0" y="990205"/>
          <a:ext cx="12192001" cy="52416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6917">
                  <a:extLst>
                    <a:ext uri="{9D8B030D-6E8A-4147-A177-3AD203B41FA5}">
                      <a16:colId xmlns:a16="http://schemas.microsoft.com/office/drawing/2014/main" val="3892810555"/>
                    </a:ext>
                  </a:extLst>
                </a:gridCol>
                <a:gridCol w="705380">
                  <a:extLst>
                    <a:ext uri="{9D8B030D-6E8A-4147-A177-3AD203B41FA5}">
                      <a16:colId xmlns:a16="http://schemas.microsoft.com/office/drawing/2014/main" val="845280982"/>
                    </a:ext>
                  </a:extLst>
                </a:gridCol>
                <a:gridCol w="927279">
                  <a:extLst>
                    <a:ext uri="{9D8B030D-6E8A-4147-A177-3AD203B41FA5}">
                      <a16:colId xmlns:a16="http://schemas.microsoft.com/office/drawing/2014/main" val="636689137"/>
                    </a:ext>
                  </a:extLst>
                </a:gridCol>
                <a:gridCol w="1953626">
                  <a:extLst>
                    <a:ext uri="{9D8B030D-6E8A-4147-A177-3AD203B41FA5}">
                      <a16:colId xmlns:a16="http://schemas.microsoft.com/office/drawing/2014/main" val="3869404274"/>
                    </a:ext>
                  </a:extLst>
                </a:gridCol>
                <a:gridCol w="1557353">
                  <a:extLst>
                    <a:ext uri="{9D8B030D-6E8A-4147-A177-3AD203B41FA5}">
                      <a16:colId xmlns:a16="http://schemas.microsoft.com/office/drawing/2014/main" val="3596014141"/>
                    </a:ext>
                  </a:extLst>
                </a:gridCol>
                <a:gridCol w="1882296">
                  <a:extLst>
                    <a:ext uri="{9D8B030D-6E8A-4147-A177-3AD203B41FA5}">
                      <a16:colId xmlns:a16="http://schemas.microsoft.com/office/drawing/2014/main" val="576144759"/>
                    </a:ext>
                  </a:extLst>
                </a:gridCol>
                <a:gridCol w="1994575">
                  <a:extLst>
                    <a:ext uri="{9D8B030D-6E8A-4147-A177-3AD203B41FA5}">
                      <a16:colId xmlns:a16="http://schemas.microsoft.com/office/drawing/2014/main" val="1040219484"/>
                    </a:ext>
                  </a:extLst>
                </a:gridCol>
                <a:gridCol w="1994575">
                  <a:extLst>
                    <a:ext uri="{9D8B030D-6E8A-4147-A177-3AD203B41FA5}">
                      <a16:colId xmlns:a16="http://schemas.microsoft.com/office/drawing/2014/main" val="2479288866"/>
                    </a:ext>
                  </a:extLst>
                </a:gridCol>
              </a:tblGrid>
              <a:tr h="699680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价格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平台抽成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安全性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适配性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信息筛取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便捷性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信誉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206316"/>
                  </a:ext>
                </a:extLst>
              </a:tr>
              <a:tr h="129940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我们的平台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少量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依托于学号认证，安全性高。学号绑定制减少恶意交易的出现。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基于校内同学习惯开发，更加适配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提供搜索，方便快捷。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支持校内交易，提供面交的机会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设置信誉系统，与个人信息绑定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0110302"/>
                  </a:ext>
                </a:extLst>
              </a:tr>
              <a:tr h="140980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某🐟等二手交易平台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少量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有平台保障，但仍有翻车的概率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面向大多数人，不一定适配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可以搜索，便捷。但会有更多无关物品的推送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远程物流交易，较为麻烦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一般都有信誉系统参考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9643956"/>
                  </a:ext>
                </a:extLst>
              </a:tr>
              <a:tr h="183274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校内二手交易群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可能会更低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无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无法确保交易双方是否一定是可信的校内人员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针对校内交易，十分适配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需要手动筛选聊天记录，较为麻烦。且存在某些人氵群的情况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卖家与买家自行面交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基本无法获取买卖方此前的信用记录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0317627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21880" y="559332"/>
            <a:ext cx="37737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l"/>
            </a:pPr>
            <a:r>
              <a:rPr kumimoji="1"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产品方案相关策略</a:t>
            </a:r>
          </a:p>
        </p:txBody>
      </p:sp>
      <p:sp>
        <p:nvSpPr>
          <p:cNvPr id="4" name="六边形 3"/>
          <p:cNvSpPr/>
          <p:nvPr/>
        </p:nvSpPr>
        <p:spPr>
          <a:xfrm rot="5400000">
            <a:off x="1274481" y="1852138"/>
            <a:ext cx="900410" cy="776214"/>
          </a:xfrm>
          <a:prstGeom prst="hexagon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六边形 5"/>
          <p:cNvSpPr/>
          <p:nvPr/>
        </p:nvSpPr>
        <p:spPr>
          <a:xfrm rot="5400000">
            <a:off x="1274480" y="4229648"/>
            <a:ext cx="900411" cy="776214"/>
          </a:xfrm>
          <a:prstGeom prst="hexagon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TextBox 33"/>
          <p:cNvSpPr txBox="1"/>
          <p:nvPr/>
        </p:nvSpPr>
        <p:spPr>
          <a:xfrm>
            <a:off x="2508775" y="2094010"/>
            <a:ext cx="9224368" cy="13061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defTabSz="1219200">
              <a:lnSpc>
                <a:spcPts val="1600"/>
              </a:lnSpc>
              <a:defRPr sz="1255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609600" defTabSz="1219200">
              <a:defRPr sz="2400"/>
            </a:lvl2pPr>
            <a:lvl3pPr marL="1219200" defTabSz="1219200">
              <a:defRPr sz="2400"/>
            </a:lvl3pPr>
            <a:lvl4pPr marL="1828800" defTabSz="1219200">
              <a:defRPr sz="2400"/>
            </a:lvl4pPr>
            <a:lvl5pPr marL="2438400" defTabSz="1219200">
              <a:defRPr sz="2400"/>
            </a:lvl5pPr>
            <a:lvl6pPr marL="3048000" defTabSz="1219200">
              <a:defRPr sz="2400"/>
            </a:lvl6pPr>
            <a:lvl7pPr marL="3657600" defTabSz="1219200">
              <a:defRPr sz="2400"/>
            </a:lvl7pPr>
            <a:lvl8pPr marL="4267200" defTabSz="1219200">
              <a:defRPr sz="2400"/>
            </a:lvl8pPr>
            <a:lvl9pPr marL="4876800" defTabSz="1219200">
              <a:defRPr sz="2400"/>
            </a:lvl9pPr>
          </a:lstStyle>
          <a:p>
            <a:pPr algn="l">
              <a:lnSpc>
                <a:spcPct val="120000"/>
              </a:lnSpc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ea"/>
                <a:sym typeface="+mn-lt"/>
              </a:rPr>
              <a:t>平 台 主 要功能模块为物品发布、物品检索、物 品 分 类、实 时 通 讯、用户注册登录、后台管理。</a:t>
            </a:r>
            <a:endParaRPr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  <a:cs typeface="+mn-ea"/>
              <a:sym typeface="+mn-lt"/>
            </a:endParaRPr>
          </a:p>
          <a:p>
            <a:pPr algn="l">
              <a:lnSpc>
                <a:spcPct val="120000"/>
              </a:lnSpc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ea"/>
                <a:sym typeface="+mn-lt"/>
              </a:rPr>
              <a:t>在具体 的 网 站 设 计 中，分 为前端、后端、数 据 库。前 台 主 要 为 系 统 交 互，提 供 一 个人性化的 ＵＩ；后 端 为 前 端 及 数 据 库 提 供 代 码 逻 辑，实现功能</a:t>
            </a:r>
            <a:endParaRPr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  <a:cs typeface="+mn-ea"/>
              <a:sym typeface="+mn-lt"/>
            </a:endParaRPr>
          </a:p>
        </p:txBody>
      </p:sp>
      <p:sp>
        <p:nvSpPr>
          <p:cNvPr id="12" name="文本框 9"/>
          <p:cNvSpPr txBox="1"/>
          <p:nvPr/>
        </p:nvSpPr>
        <p:spPr>
          <a:xfrm>
            <a:off x="2454110" y="1556042"/>
            <a:ext cx="3191316" cy="3282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9200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9200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9200">
              <a:defRPr sz="2400"/>
            </a:lvl3pPr>
            <a:lvl4pPr marL="1828800" defTabSz="1219200">
              <a:defRPr sz="2400"/>
            </a:lvl4pPr>
            <a:lvl5pPr marL="2438400" defTabSz="1219200">
              <a:defRPr sz="2400"/>
            </a:lvl5pPr>
            <a:lvl6pPr marL="3048000" defTabSz="1219200">
              <a:defRPr sz="2400"/>
            </a:lvl6pPr>
            <a:lvl7pPr marL="3657600" defTabSz="1219200">
              <a:defRPr sz="2400"/>
            </a:lvl7pPr>
            <a:lvl8pPr marL="4267200" defTabSz="1219200">
              <a:defRPr sz="2400"/>
            </a:lvl8pPr>
            <a:lvl9pPr marL="4876800" defTabSz="1219200">
              <a:defRPr sz="2400"/>
            </a:lvl9pPr>
          </a:lstStyle>
          <a:p>
            <a:pPr lvl="1"/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网站、小程序搭建</a:t>
            </a:r>
          </a:p>
        </p:txBody>
      </p:sp>
      <p:sp>
        <p:nvSpPr>
          <p:cNvPr id="13" name="TextBox 33"/>
          <p:cNvSpPr txBox="1"/>
          <p:nvPr/>
        </p:nvSpPr>
        <p:spPr>
          <a:xfrm>
            <a:off x="2526201" y="4490780"/>
            <a:ext cx="8208060" cy="9737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defTabSz="1219200">
              <a:lnSpc>
                <a:spcPts val="1600"/>
              </a:lnSpc>
              <a:defRPr sz="1255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609600" defTabSz="1219200">
              <a:defRPr sz="2400"/>
            </a:lvl2pPr>
            <a:lvl3pPr marL="1219200" defTabSz="1219200">
              <a:defRPr sz="2400"/>
            </a:lvl3pPr>
            <a:lvl4pPr marL="1828800" defTabSz="1219200">
              <a:defRPr sz="2400"/>
            </a:lvl4pPr>
            <a:lvl5pPr marL="2438400" defTabSz="1219200">
              <a:defRPr sz="2400"/>
            </a:lvl5pPr>
            <a:lvl6pPr marL="3048000" defTabSz="1219200">
              <a:defRPr sz="2400"/>
            </a:lvl6pPr>
            <a:lvl7pPr marL="3657600" defTabSz="1219200">
              <a:defRPr sz="2400"/>
            </a:lvl7pPr>
            <a:lvl8pPr marL="4267200" defTabSz="1219200">
              <a:defRPr sz="2400"/>
            </a:lvl8pPr>
            <a:lvl9pPr marL="4876800" defTabSz="1219200">
              <a:defRPr sz="2400"/>
            </a:lvl9pPr>
          </a:lstStyle>
          <a:p>
            <a:pPr>
              <a:lnSpc>
                <a:spcPct val="120000"/>
              </a:lnSpc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推广方式较为简单：在校内线上线下平台上投放广告；提供勤工俭学兼职岗位，变相</a:t>
            </a:r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增强宣传；在学校内举办宣讲活动；设置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老用户邀请新用户任务、为新用户提供更多优惠，吸引更多用户。</a:t>
            </a:r>
            <a:endParaRPr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" name="文本框 9"/>
          <p:cNvSpPr txBox="1"/>
          <p:nvPr/>
        </p:nvSpPr>
        <p:spPr>
          <a:xfrm>
            <a:off x="2526201" y="4003435"/>
            <a:ext cx="2786264" cy="3282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9200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9200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9200">
              <a:defRPr sz="2400"/>
            </a:lvl3pPr>
            <a:lvl4pPr marL="1828800" defTabSz="1219200">
              <a:defRPr sz="2400"/>
            </a:lvl4pPr>
            <a:lvl5pPr marL="2438400" defTabSz="1219200">
              <a:defRPr sz="2400"/>
            </a:lvl5pPr>
            <a:lvl6pPr marL="3048000" defTabSz="1219200">
              <a:defRPr sz="2400"/>
            </a:lvl6pPr>
            <a:lvl7pPr marL="3657600" defTabSz="1219200">
              <a:defRPr sz="2400"/>
            </a:lvl7pPr>
            <a:lvl8pPr marL="4267200" defTabSz="1219200">
              <a:defRPr sz="2400"/>
            </a:lvl8pPr>
            <a:lvl9pPr marL="4876800" defTabSz="1219200">
              <a:defRPr sz="2400"/>
            </a:lvl9pPr>
          </a:lstStyle>
          <a:p>
            <a:pPr lvl="1"/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推广营销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  <p:tag name="ISPRING_FIRST_PUBLISH" val="1"/>
  <p:tag name="KSO_WPP_MARK_KEY" val="6e693118-6bd8-4479-bb70-c024bbeea5b7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5n4ksunh">
      <a:majorFont>
        <a:latin typeface="造字工房悦黑体验版纤细体"/>
        <a:ea typeface="造字工房悦黑体验版纤细体"/>
        <a:cs typeface=""/>
      </a:majorFont>
      <a:minorFont>
        <a:latin typeface="造字工房悦黑体验版纤细体"/>
        <a:ea typeface="造字工房悦黑体验版纤细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5n4ksunh">
      <a:majorFont>
        <a:latin typeface="造字工房悦黑体验版纤细体"/>
        <a:ea typeface="造字工房悦黑体验版纤细体"/>
        <a:cs typeface=""/>
      </a:majorFont>
      <a:minorFont>
        <a:latin typeface="造字工房悦黑体验版纤细体"/>
        <a:ea typeface="造字工房悦黑体验版纤细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425</Words>
  <Application>Microsoft Office PowerPoint</Application>
  <PresentationFormat>宽屏</PresentationFormat>
  <Paragraphs>49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仓耳玄三M W05</vt:lpstr>
      <vt:lpstr>DengXian</vt:lpstr>
      <vt:lpstr>微软雅黑</vt:lpstr>
      <vt:lpstr>造字工房悦黑体验版纤细体</vt:lpstr>
      <vt:lpstr>Arial</vt:lpstr>
      <vt:lpstr>Wingdings</vt:lpstr>
      <vt:lpstr>第一PPT，www.1ppt.com</vt:lpstr>
      <vt:lpstr>自定义设计方案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商务汇报</dc:title>
  <dc:creator>第一PPT</dc:creator>
  <cp:keywords>www.1ppt.com</cp:keywords>
  <dc:description>www.1ppt.com</dc:description>
  <cp:lastModifiedBy>路 季</cp:lastModifiedBy>
  <cp:revision>470</cp:revision>
  <dcterms:created xsi:type="dcterms:W3CDTF">2018-06-17T04:53:00Z</dcterms:created>
  <dcterms:modified xsi:type="dcterms:W3CDTF">2024-04-27T14:11:33Z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670B03F48DA84301A00661D22D3D71A6</vt:lpwstr>
  </property>
  <property fmtid="{D5CDD505-2E9C-101B-9397-08002B2CF9AE}" pid="3" name="KSOProductBuildVer">
    <vt:lpwstr>2052-11.1.0.12165</vt:lpwstr>
  </property>
</Properties>
</file>