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3849" r:id="rId6"/>
    <p:sldId id="3844" r:id="rId7"/>
    <p:sldId id="3846" r:id="rId8"/>
    <p:sldId id="261" r:id="rId9"/>
    <p:sldId id="3850" r:id="rId10"/>
    <p:sldId id="3851" r:id="rId11"/>
    <p:sldId id="265" r:id="rId12"/>
    <p:sldId id="263" r:id="rId13"/>
    <p:sldId id="268" r:id="rId14"/>
    <p:sldId id="3848" r:id="rId15"/>
    <p:sldId id="267" r:id="rId16"/>
    <p:sldId id="3847" r:id="rId17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94" autoAdjust="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882" y="13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A33343B1-0600-41B7-901E-2759A7EB743B}" type="datetime1">
              <a:rPr lang="zh-CN" altLang="en-US" smtClean="0"/>
              <a:t>2025/1/8</a:t>
            </a:fld>
            <a:endParaRPr 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EF757874-EF65-4B61-B062-40C932C81294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8387769B-70AD-43B4-BE07-FAFF1DE13133}" type="datetime1">
              <a:rPr lang="zh-CN" altLang="en-US" smtClean="0"/>
              <a:t>2025/1/8</a:t>
            </a:fld>
            <a:endParaRPr lang="zh-CN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zh-CN"/>
            </a:defPPr>
          </a:lstStyle>
          <a:p>
            <a:pPr lvl="0" rtl="0"/>
            <a:r>
              <a:rPr lang="zh-CN" dirty="0"/>
              <a:t>单击此处编辑母版文本样式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8B57D50D-BAA9-464B-B391-243138E078D8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zh-CN" smtClean="0"/>
              <a:t>1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38822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zh-CN" smtClean="0"/>
              <a:t>2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951919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zh-CN" smtClean="0"/>
              <a:t>3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507562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D40C6A29-4676-420C-BBE3-ACC2B80F64D4}" type="slidenum">
              <a:rPr lang="zh-CN" smtClean="0"/>
              <a:t>4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439709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zh-CN" smtClean="0"/>
              <a:t>5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02840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zh-CN" smtClean="0"/>
              <a:t>6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522538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zh-CN" smtClean="0"/>
              <a:t>7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922949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zh-CN" smtClean="0"/>
              <a:t>8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721109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zh-CN" smtClean="0"/>
              <a:t>9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540028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zh-CN" smtClean="0"/>
              <a:t>10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316091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zh-CN" smtClean="0"/>
              <a:t>11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737681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zh-CN" smtClean="0"/>
              <a:t>12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206739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zh-CN" smtClean="0"/>
              <a:t>13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4151229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任意多边形(F)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cxnSp>
          <p:nvCxnSpPr>
            <p:cNvPr id="8" name="直接连接符​​(S)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任意多边形：形状 13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0" name="任意多边形：形状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1" name="椭圆形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2" name="任意多边形：形状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3" name="弧形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</p:grpSp>
      <p:sp>
        <p:nvSpPr>
          <p:cNvPr id="6" name="标题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rtlCol="0" anchor="b" anchorCtr="0">
            <a:noAutofit/>
          </a:bodyPr>
          <a:lstStyle>
            <a:lvl1pPr algn="r">
              <a:defRPr lang="zh-CN"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椭圆形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9" name="弧形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0" name="椭圆形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 rtlCol="0">
            <a:noAutofit/>
          </a:bodyPr>
          <a:lstStyle>
            <a:lvl1pPr algn="ctr">
              <a:defRPr lang="zh-CN">
                <a:solidFill>
                  <a:schemeClr val="bg1"/>
                </a:solidFill>
              </a:defRPr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rtlCol="0"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图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rtlCol="0">
            <a:noAutofit/>
          </a:bodyPr>
          <a:lstStyle>
            <a:lvl1pPr marL="0" indent="0" algn="l">
              <a:buNone/>
              <a:defRPr lang="zh-CN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zh-CN" altLang="en-US" noProof="0" dirty="0"/>
              <a:t>单击图标插入图片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 rtlCol="0">
            <a:normAutofit/>
          </a:bodyPr>
          <a:lstStyle>
            <a:lvl1pPr algn="ctr">
              <a:defRPr lang="zh-CN" sz="6000"/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4" name="任意多边形：形状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摘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1">
            <a:extLst>
              <a:ext uri="{FF2B5EF4-FFF2-40B4-BE49-F238E27FC236}">
                <a16:creationId xmlns:a16="http://schemas.microsoft.com/office/drawing/2014/main" id="{BCB8A6E1-44B2-54E1-6460-1C9B27EE7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698912" cy="6858001"/>
            <a:chOff x="0" y="-1"/>
            <a:chExt cx="5698912" cy="6858001"/>
          </a:xfrm>
        </p:grpSpPr>
        <p:sp>
          <p:nvSpPr>
            <p:cNvPr id="12" name="任意多边形：形状 11">
              <a:extLst>
                <a:ext uri="{FF2B5EF4-FFF2-40B4-BE49-F238E27FC236}">
                  <a16:creationId xmlns:a16="http://schemas.microsoft.com/office/drawing/2014/main" id="{D22D7888-22FA-4AA1-9BA4-CC61D6643D47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4" name="任意多边形：形状 13">
              <a:extLst>
                <a:ext uri="{FF2B5EF4-FFF2-40B4-BE49-F238E27FC236}">
                  <a16:creationId xmlns:a16="http://schemas.microsoft.com/office/drawing/2014/main" id="{EBB6E464-8999-4773-A1F2-E6CAA990E572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8" name="任意多边形：形状 17">
              <a:extLst>
                <a:ext uri="{FF2B5EF4-FFF2-40B4-BE49-F238E27FC236}">
                  <a16:creationId xmlns:a16="http://schemas.microsoft.com/office/drawing/2014/main" id="{1EA14BE8-FDD0-4434-9C3E-BFF78C22D9E3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22" name="任意多边形：形状 21">
              <a:extLst>
                <a:ext uri="{FF2B5EF4-FFF2-40B4-BE49-F238E27FC236}">
                  <a16:creationId xmlns:a16="http://schemas.microsoft.com/office/drawing/2014/main" id="{E494E364-7EA8-4D92-915D-75D1A3A67C07}"/>
                </a:ext>
              </a:extLst>
            </p:cNvPr>
            <p:cNvSpPr/>
            <p:nvPr userDrawn="1"/>
          </p:nvSpPr>
          <p:spPr>
            <a:xfrm flipH="1">
              <a:off x="4132972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4F9EBE3B-A856-C23C-4698-B764DF4BC7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2118" y="262762"/>
            <a:ext cx="5507421" cy="3649718"/>
          </a:xfrm>
        </p:spPr>
        <p:txBody>
          <a:bodyPr rtlCol="0" anchor="b">
            <a:normAutofit/>
          </a:bodyPr>
          <a:lstStyle>
            <a:lvl1pPr>
              <a:defRPr lang="zh-CN" sz="6000"/>
            </a:lvl1pPr>
          </a:lstStyle>
          <a:p>
            <a:pPr rtl="0"/>
            <a:r>
              <a:rPr lang="zh-CN"/>
              <a:t>单击此处添加标题</a:t>
            </a:r>
          </a:p>
        </p:txBody>
      </p:sp>
      <p:sp>
        <p:nvSpPr>
          <p:cNvPr id="8" name="图片占位符 7">
            <a:extLst>
              <a:ext uri="{FF2B5EF4-FFF2-40B4-BE49-F238E27FC236}">
                <a16:creationId xmlns:a16="http://schemas.microsoft.com/office/drawing/2014/main" id="{74C9CB37-5251-201C-ACE3-FD69A00C77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7393" y="847600"/>
            <a:ext cx="4619625" cy="4617720"/>
          </a:xfrm>
          <a:prstGeom prst="ellipse">
            <a:avLst/>
          </a:prstGeom>
          <a:noFill/>
        </p:spPr>
        <p:txBody>
          <a:bodyPr tIns="548640" rtlCol="0">
            <a:normAutofit/>
          </a:bodyPr>
          <a:lstStyle>
            <a:lvl1pPr marL="0" indent="0" algn="ctr">
              <a:buNone/>
              <a:defRPr lang="zh-CN" sz="2000"/>
            </a:lvl1pPr>
          </a:lstStyle>
          <a:p>
            <a:pPr rtl="0"/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BF08299-9068-827D-783B-BFF5B95E957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22118" y="4058263"/>
            <a:ext cx="5507421" cy="2141482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lang="zh-CN" sz="2400"/>
            </a:lvl1pPr>
            <a:lvl2pPr marL="228600">
              <a:lnSpc>
                <a:spcPct val="90000"/>
              </a:lnSpc>
              <a:buClr>
                <a:schemeClr val="accent2"/>
              </a:buClr>
              <a:defRPr lang="zh-CN" sz="2000"/>
            </a:lvl2pPr>
            <a:lvl3pPr marL="457200">
              <a:lnSpc>
                <a:spcPct val="90000"/>
              </a:lnSpc>
              <a:buClr>
                <a:schemeClr val="accent2"/>
              </a:buClr>
              <a:defRPr lang="zh-CN" sz="1800"/>
            </a:lvl3pPr>
            <a:lvl4pPr marL="685800">
              <a:lnSpc>
                <a:spcPct val="90000"/>
              </a:lnSpc>
              <a:buClr>
                <a:schemeClr val="accent2"/>
              </a:buClr>
              <a:defRPr lang="zh-CN" sz="1600"/>
            </a:lvl4pPr>
            <a:lvl5pPr>
              <a:lnSpc>
                <a:spcPct val="110000"/>
              </a:lnSpc>
              <a:defRPr lang="zh-CN"/>
            </a:lvl5pPr>
          </a:lstStyle>
          <a:p>
            <a:pPr lvl="0" rtl="0"/>
            <a:r>
              <a:rPr lang="zh-CN"/>
              <a:t>单击此处添加内容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 rtlCol="0"/>
          <a:lstStyle>
            <a:lvl1pPr>
              <a:defRPr lang="zh-CN">
                <a:latin typeface="+mn-ea"/>
                <a:ea typeface="+mn-ea"/>
              </a:defRPr>
            </a:lvl1pPr>
          </a:lstStyle>
          <a:p>
            <a:pPr rtl="0">
              <a:defRPr lang="zh-CN"/>
            </a:pPr>
            <a:fld id="{454740CF-B4D6-4A7A-ABF5-17164F100D2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2025/1/8</a:t>
            </a:fld>
            <a:endParaRPr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>
            <a:lvl1pPr algn="l">
              <a:defRPr lang="zh-CN">
                <a:latin typeface="+mn-ea"/>
                <a:ea typeface="+mn-ea"/>
              </a:defRPr>
            </a:lvl1pPr>
          </a:lstStyle>
          <a:p>
            <a:pPr algn="l" rtl="0">
              <a:defRPr lang="zh-CN"/>
            </a:pPr>
            <a:endParaRPr 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 rtlCol="0"/>
          <a:lstStyle>
            <a:lvl1pPr>
              <a:defRPr lang="zh-CN">
                <a:latin typeface="+mn-ea"/>
                <a:ea typeface="+mn-ea"/>
              </a:defRPr>
            </a:lvl1pPr>
          </a:lstStyle>
          <a:p>
            <a:pPr rtl="0">
              <a:defRPr lang="zh-CN"/>
            </a:pPr>
            <a:fld id="{D76B855D-E9CC-4FF8-AD85-6CDC7B89A0DE}" type="slidenum">
              <a:rPr lang="zh-CN" smtClean="0">
                <a:solidFill>
                  <a:prstClr val="black">
                    <a:tint val="75000"/>
                  </a:prstClr>
                </a:solidFill>
              </a:rPr>
              <a:pPr>
                <a:defRPr lang="zh-CN"/>
              </a:pPr>
              <a:t>‹#›</a:t>
            </a:fld>
            <a:endParaRPr lang="zh-C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46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rtlCol="0" anchor="ctr" anchorCtr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zh-CN"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zh-CN"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zh-CN"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zh-CN"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zh-CN" sz="12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1BCB7CC9-ECD4-4D8B-B0BE-EF962741C7ED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sp>
        <p:nvSpPr>
          <p:cNvPr id="7" name="任意多边形：形状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  <p:sp>
        <p:nvSpPr>
          <p:cNvPr id="8" name="任意多边形：形状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  <p:sp>
        <p:nvSpPr>
          <p:cNvPr id="11" name="任意多边形：形状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形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  <p:grpSp>
        <p:nvGrpSpPr>
          <p:cNvPr id="8" name="组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椭圆形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0" name="弧形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1" name="椭圆形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</p:grpSp>
      <p:sp>
        <p:nvSpPr>
          <p:cNvPr id="14" name="任意多边形：形状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  <p:cxnSp>
        <p:nvCxnSpPr>
          <p:cNvPr id="15" name="直接连接符​​(S)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rtlCol="0" anchor="ctr">
            <a:noAutofit/>
          </a:bodyPr>
          <a:lstStyle>
            <a:lvl1pPr algn="ctr">
              <a:defRPr lang="zh-CN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 rtlCol="0">
            <a:noAutofit/>
          </a:bodyPr>
          <a:lstStyle>
            <a:lvl1pPr marL="0" indent="0" algn="ctr">
              <a:buNone/>
              <a:defRPr lang="zh-CN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zh-CN" sz="2000"/>
            </a:lvl2pPr>
            <a:lvl3pPr marL="914400" indent="0" algn="ctr">
              <a:buNone/>
              <a:defRPr lang="zh-CN" sz="1800"/>
            </a:lvl3pPr>
            <a:lvl4pPr marL="1371600" indent="0" algn="ctr">
              <a:buNone/>
              <a:defRPr lang="zh-CN" sz="1600"/>
            </a:lvl4pPr>
            <a:lvl5pPr marL="1828800" indent="0" algn="ctr">
              <a:buNone/>
              <a:defRPr lang="zh-CN" sz="1600"/>
            </a:lvl5pPr>
            <a:lvl6pPr marL="2286000" indent="0" algn="ctr">
              <a:buNone/>
              <a:defRPr lang="zh-CN" sz="1600"/>
            </a:lvl6pPr>
            <a:lvl7pPr marL="2743200" indent="0" algn="ctr">
              <a:buNone/>
              <a:defRPr lang="zh-CN" sz="1600"/>
            </a:lvl7pPr>
            <a:lvl8pPr marL="3200400" indent="0" algn="ctr">
              <a:buNone/>
              <a:defRPr lang="zh-CN" sz="1600"/>
            </a:lvl8pPr>
            <a:lvl9pPr marL="3657600" indent="0" algn="ctr">
              <a:buNone/>
              <a:defRPr lang="zh-CN" sz="1600"/>
            </a:lvl9pPr>
          </a:lstStyle>
          <a:p>
            <a:pPr rtl="0"/>
            <a:r>
              <a:rPr lang="zh-CN" altLang="en-US" noProof="0" dirty="0"/>
              <a:t>单击此处添加副标题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5C72E33F-8A6D-4BE2-91A3-EF85265E6994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lvl1pPr>
              <a:defRPr lang="zh-CN"/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grpSp>
        <p:nvGrpSpPr>
          <p:cNvPr id="11" name="组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任意多边形：形状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3" name="任意多边形：形状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4" name="任意多边形：形状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</p:grp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94A765C8-4DBE-419E-9AC9-2933E58D5301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 rtlCol="0"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72FE26A0-778B-4144-BD4A-CE98EDC045B5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sp>
        <p:nvSpPr>
          <p:cNvPr id="8" name="任意多边形：形状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  <p:sp>
        <p:nvSpPr>
          <p:cNvPr id="9" name="任意多边形：形状 13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  <p:cxnSp>
        <p:nvCxnSpPr>
          <p:cNvPr id="10" name="直接连接符​​(S)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和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任意多边形：形状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0" name="任意多边形：形状 13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rtlCol="0" anchor="b" anchorCtr="0">
            <a:noAutofit/>
          </a:bodyPr>
          <a:lstStyle>
            <a:lvl1pPr>
              <a:defRPr lang="zh-CN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2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8" name="图片占位符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zh-CN"/>
            </a:lvl1pPr>
          </a:lstStyle>
          <a:p>
            <a:pPr rtl="0"/>
            <a:r>
              <a:rPr lang="zh-CN" altLang="en-US" noProof="0" dirty="0"/>
              <a:t>单击图标以添加图片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44058872-EDB6-4BF5-ADE7-D8BB03CD7A6B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任意多边形：形状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3" name="任意多边形：形状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lvl1pPr>
              <a:defRPr lang="zh-CN"/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2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8" name="表格占位符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038599" y="1825625"/>
            <a:ext cx="7315199" cy="4297680"/>
          </a:xfrm>
        </p:spPr>
        <p:txBody>
          <a:bodyPr rtlCol="0">
            <a:normAutofit/>
          </a:bodyPr>
          <a:lstStyle>
            <a:lvl1pPr marL="0" indent="0">
              <a:buNone/>
              <a:defRPr lang="zh-CN" sz="2400"/>
            </a:lvl1pPr>
          </a:lstStyle>
          <a:p>
            <a:pPr rtl="0"/>
            <a:r>
              <a:rPr lang="zh-CN" altLang="en-US" noProof="0" dirty="0"/>
              <a:t>单击图标以添加表格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BE288138-B1B8-42C0-9651-A87C59CE640D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长方形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  <p:sp>
        <p:nvSpPr>
          <p:cNvPr id="12" name="弧形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F0502020204030204"/>
              <a:ea typeface="Microsoft YaHei UI"/>
              <a:cs typeface="+mn-cs"/>
            </a:endParaRPr>
          </a:p>
        </p:txBody>
      </p:sp>
      <p:sp>
        <p:nvSpPr>
          <p:cNvPr id="13" name="任意多边形(F)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</a:lstStyle>
          <a:p>
            <a:pPr algn="ctr" rtl="0"/>
            <a:endParaRPr lang="zh-CN" altLang="en-US" noProof="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lvl1pPr>
              <a:defRPr lang="zh-CN"/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lang="zh-CN" sz="1800"/>
            </a:lvl2pPr>
            <a:lvl3pPr>
              <a:spcBef>
                <a:spcPts val="1000"/>
              </a:spcBef>
              <a:buClr>
                <a:schemeClr val="accent2"/>
              </a:buClr>
              <a:defRPr lang="zh-CN" sz="1800"/>
            </a:lvl3pPr>
            <a:lvl4pPr>
              <a:spcBef>
                <a:spcPts val="1000"/>
              </a:spcBef>
              <a:buClr>
                <a:schemeClr val="accent2"/>
              </a:buClr>
              <a:defRPr lang="zh-CN" sz="1800"/>
            </a:lvl4pPr>
            <a:lvl5pPr>
              <a:spcBef>
                <a:spcPts val="1000"/>
              </a:spcBef>
              <a:buClr>
                <a:schemeClr val="accent2"/>
              </a:buClr>
              <a:defRPr lang="zh-CN" sz="18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  <a:endParaRPr lang="zh-CN" altLang="en-US" sz="1800" noProof="0" dirty="0">
              <a:latin typeface="Microsoft YaHei UI" panose="020B0504020202020204" pitchFamily="34" charset="77"/>
              <a:ea typeface="Microsoft YaHei UI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2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913543C6-85CF-4CC8-A359-0E6AA87440B6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14804DBD-C6A1-4240-BA65-41C3AB3ECA7D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sp>
        <p:nvSpPr>
          <p:cNvPr id="8" name="表格占位符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838199" y="1825625"/>
            <a:ext cx="10515600" cy="4297680"/>
          </a:xfrm>
        </p:spPr>
        <p:txBody>
          <a:bodyPr rtlCol="0">
            <a:normAutofit/>
          </a:bodyPr>
          <a:lstStyle>
            <a:lvl1pPr>
              <a:defRPr lang="zh-CN" sz="2400"/>
            </a:lvl1pPr>
          </a:lstStyle>
          <a:p>
            <a:pPr rtl="0"/>
            <a:r>
              <a:rPr lang="zh-CN" altLang="en-US" noProof="0" dirty="0"/>
              <a:t>单击图标以添加表格</a:t>
            </a:r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椭圆形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9" name="任意多边形：形状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0" name="任意多边形：形状 13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1" name="任意多边形：形状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2" name="任意多边形：形状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  <p:sp>
          <p:nvSpPr>
            <p:cNvPr id="13" name="任意多边形：形状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F0502020204030204"/>
                <a:ea typeface="Microsoft YaHei UI"/>
                <a:cs typeface="+mn-cs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 rtlCol="0">
            <a:noAutofit/>
          </a:bodyPr>
          <a:lstStyle>
            <a:lvl1pPr algn="ctr">
              <a:defRPr lang="zh-CN"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rtlCol="0"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626E6649-7F29-4ECB-AB03-3C2AED5D8734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547A8011-E53E-44F0-B43D-4154682EF7DE}" type="datetime1">
              <a:rPr lang="zh-CN" altLang="en-US" noProof="0" smtClean="0"/>
              <a:t>2025/1/8</a:t>
            </a:fld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67" r:id="rId4"/>
    <p:sldLayoutId id="2147483650" r:id="rId5"/>
    <p:sldLayoutId id="2147483649" r:id="rId6"/>
    <p:sldLayoutId id="2147483662" r:id="rId7"/>
    <p:sldLayoutId id="2147483663" r:id="rId8"/>
    <p:sldLayoutId id="2147483652" r:id="rId9"/>
    <p:sldLayoutId id="2147483666" r:id="rId10"/>
    <p:sldLayoutId id="2147483664" r:id="rId11"/>
    <p:sldLayoutId id="2147483665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sz="4400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CN"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4474" y="2949739"/>
            <a:ext cx="6261291" cy="2396686"/>
          </a:xfrm>
          <a:noFill/>
        </p:spPr>
        <p:txBody>
          <a:bodyPr rtlCol="0" anchor="b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基本演示</a:t>
            </a:r>
          </a:p>
        </p:txBody>
      </p:sp>
    </p:spTree>
    <p:extLst>
      <p:ext uri="{BB962C8B-B14F-4D97-AF65-F5344CB8AC3E}">
        <p14:creationId xmlns:p14="http://schemas.microsoft.com/office/powerpoint/2010/main" val="51742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57" y="1119031"/>
            <a:ext cx="4384736" cy="4619938"/>
          </a:xfrm>
          <a:noFill/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议程​​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708" y="554942"/>
            <a:ext cx="5552091" cy="5768220"/>
          </a:xfrm>
          <a:noFill/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简介</a:t>
            </a:r>
          </a:p>
          <a:p>
            <a:pPr rtl="0"/>
            <a:r>
              <a:rPr lang="zh-CN" dirty="0"/>
              <a:t>建立自信</a:t>
            </a:r>
          </a:p>
          <a:p>
            <a:pPr rtl="0"/>
            <a:r>
              <a:rPr lang="zh-CN" dirty="0"/>
              <a:t>吸引受众</a:t>
            </a:r>
          </a:p>
          <a:p>
            <a:pPr rtl="0"/>
            <a:r>
              <a:rPr lang="zh-CN" dirty="0"/>
              <a:t>视觉辅助</a:t>
            </a:r>
          </a:p>
          <a:p>
            <a:pPr rtl="0"/>
            <a:r>
              <a:rPr lang="zh-CN" dirty="0"/>
              <a:t>最后的提示和要点</a:t>
            </a:r>
          </a:p>
        </p:txBody>
      </p:sp>
    </p:spTree>
    <p:extLst>
      <p:ext uri="{BB962C8B-B14F-4D97-AF65-F5344CB8AC3E}">
        <p14:creationId xmlns:p14="http://schemas.microsoft.com/office/powerpoint/2010/main" val="392072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5" descr="男孩在公寓大楼前的操场上玩耍&#10;">
            <a:extLst>
              <a:ext uri="{FF2B5EF4-FFF2-40B4-BE49-F238E27FC236}">
                <a16:creationId xmlns:a16="http://schemas.microsoft.com/office/drawing/2014/main" id="{46148692-01F9-F0AF-248D-A06D949F31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168" y="923544"/>
            <a:ext cx="6455664" cy="5010912"/>
          </a:xfrm>
          <a:noFill/>
        </p:spPr>
        <p:txBody>
          <a:bodyPr rtlCol="0" anchor="ctr"/>
          <a:lstStyle>
            <a:defPPr>
              <a:defRPr lang="zh-CN"/>
            </a:defPPr>
          </a:lstStyle>
          <a:p>
            <a:pPr rtl="0"/>
            <a:r>
              <a:rPr lang="zh-CN" dirty="0"/>
              <a:t>沟通的力量</a:t>
            </a:r>
          </a:p>
        </p:txBody>
      </p:sp>
    </p:spTree>
    <p:extLst>
      <p:ext uri="{BB962C8B-B14F-4D97-AF65-F5344CB8AC3E}">
        <p14:creationId xmlns:p14="http://schemas.microsoft.com/office/powerpoint/2010/main" val="1756128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2513E45-4F5C-9394-1D42-7FB6C017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118" y="262762"/>
            <a:ext cx="5507421" cy="3649718"/>
          </a:xfrm>
        </p:spPr>
        <p:txBody>
          <a:bodyPr rtlCol="0" anchor="b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克服紧张</a:t>
            </a:r>
          </a:p>
        </p:txBody>
      </p:sp>
      <p:pic>
        <p:nvPicPr>
          <p:cNvPr id="10" name="内容占位符 10" descr="正在查看世界地图的孩子">
            <a:extLst>
              <a:ext uri="{FF2B5EF4-FFF2-40B4-BE49-F238E27FC236}">
                <a16:creationId xmlns:a16="http://schemas.microsoft.com/office/drawing/2014/main" id="{BDDFC830-574D-79C7-544E-026A2E301E9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0" b="120"/>
          <a:stretch/>
        </p:blipFill>
        <p:spPr>
          <a:xfrm>
            <a:off x="707393" y="847600"/>
            <a:ext cx="4619625" cy="4617720"/>
          </a:xfrm>
        </p:spPr>
      </p:pic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5C37F52-5C08-7C02-C9CA-E2AD930A9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2118" y="4058263"/>
            <a:ext cx="4413331" cy="2141482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自信提升策略</a:t>
            </a:r>
          </a:p>
        </p:txBody>
      </p:sp>
    </p:spTree>
    <p:extLst>
      <p:ext uri="{BB962C8B-B14F-4D97-AF65-F5344CB8AC3E}">
        <p14:creationId xmlns:p14="http://schemas.microsoft.com/office/powerpoint/2010/main" val="329392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3"/>
            <a:ext cx="10515600" cy="1472974"/>
          </a:xfrm>
          <a:noFill/>
        </p:spPr>
        <p:txBody>
          <a:bodyPr rtlCol="0" anchor="ctr"/>
          <a:lstStyle>
            <a:defPPr>
              <a:defRPr lang="zh-CN"/>
            </a:defPPr>
          </a:lstStyle>
          <a:p>
            <a:pPr rtl="0"/>
            <a:r>
              <a:rPr lang="zh-CN" dirty="0"/>
              <a:t>吸引受众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38099"/>
            <a:ext cx="8012113" cy="4284889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与受众进行眼神交流，创造一种亲密感和参与感</a:t>
            </a:r>
          </a:p>
          <a:p>
            <a:pPr rtl="0"/>
            <a:r>
              <a:rPr lang="zh-CN" dirty="0"/>
              <a:t>在演示中穿插相关的故事，使用叙述让你的内容令人难忘、影响深远</a:t>
            </a:r>
          </a:p>
          <a:p>
            <a:pPr rtl="0"/>
            <a:r>
              <a:rPr lang="zh-CN" dirty="0"/>
              <a:t>鼓励提问并提供深思熟虑的回答，提高受众的参与度</a:t>
            </a:r>
          </a:p>
          <a:p>
            <a:pPr rtl="0"/>
            <a:r>
              <a:rPr lang="zh-CN" dirty="0"/>
              <a:t>使用现场投票或调查来收集听众的意见，提高参与度，确保听众沉浸其中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3825" y="1349825"/>
            <a:ext cx="4764350" cy="3063149"/>
          </a:xfrm>
          <a:noFill/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dirty="0"/>
              <a:t>选择视觉辅助 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8932" y="4412973"/>
            <a:ext cx="4054136" cy="1935571"/>
          </a:xfrm>
          <a:noFill/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dirty="0"/>
              <a:t>增强演示效果</a:t>
            </a:r>
          </a:p>
        </p:txBody>
      </p:sp>
    </p:spTree>
    <p:extLst>
      <p:ext uri="{BB962C8B-B14F-4D97-AF65-F5344CB8AC3E}">
        <p14:creationId xmlns:p14="http://schemas.microsoft.com/office/powerpoint/2010/main" val="363098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rtlCol="0" anchor="ctr"/>
          <a:lstStyle>
            <a:defPPr>
              <a:defRPr lang="zh-CN"/>
            </a:defPPr>
          </a:lstStyle>
          <a:p>
            <a:pPr rtl="0"/>
            <a:r>
              <a:rPr lang="zh-CN" dirty="0"/>
              <a:t>有效演讲技巧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4622074" cy="4297680"/>
          </a:xfrm>
          <a:noFill/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这是公开演讲中可使用的强大工具。它包括改变音高、音调和音量来传达情感、强调要点和保持兴趣。 </a:t>
            </a:r>
          </a:p>
          <a:p>
            <a:pPr lvl="1" rtl="0"/>
            <a:r>
              <a:rPr lang="zh-CN" dirty="0"/>
              <a:t>音高变化</a:t>
            </a:r>
          </a:p>
          <a:p>
            <a:pPr lvl="1" rtl="0"/>
            <a:r>
              <a:rPr lang="zh-CN" dirty="0"/>
              <a:t>音调变化</a:t>
            </a:r>
          </a:p>
          <a:p>
            <a:pPr lvl="1" rtl="0"/>
            <a:r>
              <a:rPr lang="zh-CN" dirty="0"/>
              <a:t>音量控制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47896" y="1816916"/>
            <a:ext cx="4894573" cy="4297680"/>
          </a:xfrm>
          <a:noFill/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有效的肢体语言可以增强你的信息，让它更具影响力、更加令人难忘。</a:t>
            </a:r>
          </a:p>
          <a:p>
            <a:pPr lvl="1" rtl="0"/>
            <a:r>
              <a:rPr lang="zh-CN" dirty="0"/>
              <a:t>有意义的眼神交流</a:t>
            </a:r>
          </a:p>
          <a:p>
            <a:pPr lvl="1" rtl="0"/>
            <a:r>
              <a:rPr lang="zh-CN" dirty="0"/>
              <a:t>有目的的肢体语言</a:t>
            </a:r>
          </a:p>
          <a:p>
            <a:pPr lvl="1" rtl="0"/>
            <a:r>
              <a:rPr lang="zh-CN" dirty="0"/>
              <a:t>保持良好的姿势</a:t>
            </a:r>
          </a:p>
          <a:p>
            <a:pPr lvl="1" rtl="0"/>
            <a:r>
              <a:rPr lang="zh-CN" dirty="0"/>
              <a:t>控制你的表情</a:t>
            </a:r>
          </a:p>
        </p:txBody>
      </p:sp>
    </p:spTree>
    <p:extLst>
      <p:ext uri="{BB962C8B-B14F-4D97-AF65-F5344CB8AC3E}">
        <p14:creationId xmlns:p14="http://schemas.microsoft.com/office/powerpoint/2010/main" val="1127649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rtlCol="0" anchor="ctr"/>
          <a:lstStyle>
            <a:defPPr>
              <a:defRPr lang="zh-CN"/>
            </a:defPPr>
          </a:lstStyle>
          <a:p>
            <a:pPr rtl="0"/>
            <a:r>
              <a:rPr lang="zh-CN" dirty="0"/>
              <a:t>导航问答环节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3108958" cy="4297680"/>
          </a:xfrm>
          <a:noFill/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提前了解你的资料</a:t>
            </a:r>
          </a:p>
          <a:p>
            <a:pPr rtl="0"/>
            <a:r>
              <a:rPr lang="zh-CN" dirty="0"/>
              <a:t>预测常见问题</a:t>
            </a:r>
          </a:p>
          <a:p>
            <a:pPr rtl="0"/>
            <a:r>
              <a:rPr lang="zh-CN" dirty="0"/>
              <a:t>排练你的回答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661820" y="1816916"/>
            <a:ext cx="6698156" cy="4297680"/>
          </a:xfrm>
          <a:noFill/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在问答环节保持冷静是展现自信和权威的关键。请考虑以下保持冷静的提示：</a:t>
            </a:r>
          </a:p>
          <a:p>
            <a:pPr lvl="1" rtl="0"/>
            <a:r>
              <a:rPr lang="zh-CN" dirty="0"/>
              <a:t>保持冷静</a:t>
            </a:r>
          </a:p>
          <a:p>
            <a:pPr lvl="1" rtl="0"/>
            <a:r>
              <a:rPr lang="zh-CN" dirty="0"/>
              <a:t>主动倾听</a:t>
            </a:r>
          </a:p>
          <a:p>
            <a:pPr lvl="1" rtl="0"/>
            <a:r>
              <a:rPr lang="zh-CN" dirty="0"/>
              <a:t>暂停并反思</a:t>
            </a:r>
          </a:p>
          <a:p>
            <a:pPr lvl="1" rtl="0"/>
            <a:r>
              <a:rPr lang="zh-CN" dirty="0"/>
              <a:t>保持眼神交流</a:t>
            </a: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  <a:noFill/>
        </p:spPr>
        <p:txBody>
          <a:bodyPr rtlCol="0" anchor="b"/>
          <a:lstStyle>
            <a:defPPr>
              <a:defRPr lang="zh-CN"/>
            </a:defPPr>
          </a:lstStyle>
          <a:p>
            <a:pPr rtl="0"/>
            <a:r>
              <a:rPr lang="zh-CN" dirty="0"/>
              <a:t>演讲的影响力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57316"/>
            <a:ext cx="5066211" cy="3369858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有效沟通的能力会给你的受众留下持久的影响。</a:t>
            </a:r>
          </a:p>
          <a:p>
            <a:pPr rtl="0"/>
            <a:r>
              <a:rPr lang="zh-CN" dirty="0"/>
              <a:t>有效沟通不仅是传达讯息，还是与听众的经历、价值观和情绪产生共鸣 </a:t>
            </a:r>
          </a:p>
        </p:txBody>
      </p:sp>
      <p:pic>
        <p:nvPicPr>
          <p:cNvPr id="11" name="图片占位符 13" descr="在地面上玩游戏和画画的孩子">
            <a:extLst>
              <a:ext uri="{FF2B5EF4-FFF2-40B4-BE49-F238E27FC236}">
                <a16:creationId xmlns:a16="http://schemas.microsoft.com/office/drawing/2014/main" id="{1505EF47-21F0-359C-67AF-1DE6EA73D6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" r="15"/>
          <a:stretch/>
        </p:blipFill>
        <p:spPr>
          <a:xfrm>
            <a:off x="6413114" y="845068"/>
            <a:ext cx="5193792" cy="5193792"/>
          </a:xfrm>
        </p:spPr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rtlCol="0" anchor="ctr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活力演讲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2671354" cy="4297678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学会在演讲中注入活力，留下持久的印象</a:t>
            </a:r>
          </a:p>
          <a:p>
            <a:pPr rtl="0"/>
            <a:r>
              <a:rPr lang="zh-CN" dirty="0"/>
              <a:t>有效沟通的目标之一是激励你的受众</a:t>
            </a:r>
          </a:p>
        </p:txBody>
      </p:sp>
      <p:graphicFrame>
        <p:nvGraphicFramePr>
          <p:cNvPr id="3" name="表格占位符 2">
            <a:extLst>
              <a:ext uri="{FF2B5EF4-FFF2-40B4-BE49-F238E27FC236}">
                <a16:creationId xmlns:a16="http://schemas.microsoft.com/office/drawing/2014/main" id="{F01CF5D3-D3B1-1944-CFDF-D8EE11DE42A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612197102"/>
              </p:ext>
            </p:extLst>
          </p:nvPr>
        </p:nvGraphicFramePr>
        <p:xfrm>
          <a:off x="4038600" y="1825625"/>
          <a:ext cx="7315200" cy="429767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217683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198179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232338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684715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1" i="0" dirty="0">
                          <a:latin typeface="+mj-ea"/>
                          <a:ea typeface="+mj-ea"/>
                        </a:rPr>
                        <a:t>指标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1" i="0">
                          <a:latin typeface="+mj-ea"/>
                          <a:ea typeface="+mj-ea"/>
                        </a:rPr>
                        <a:t>度量​​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1" i="0">
                          <a:latin typeface="+mj-ea"/>
                          <a:ea typeface="+mj-ea"/>
                        </a:rPr>
                        <a:t>目标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1" i="0">
                          <a:latin typeface="+mj-ea"/>
                          <a:ea typeface="+mj-ea"/>
                        </a:rPr>
                        <a:t>实际值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84715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 dirty="0">
                          <a:latin typeface="+mn-ea"/>
                          <a:ea typeface="+mn-ea"/>
                        </a:rPr>
                        <a:t>参加受众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参与者人数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84715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 dirty="0">
                          <a:latin typeface="+mn-ea"/>
                          <a:ea typeface="+mn-ea"/>
                        </a:rPr>
                        <a:t>参与时长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分钟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84715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 dirty="0">
                          <a:latin typeface="+mn-ea"/>
                          <a:ea typeface="+mn-ea"/>
                        </a:rPr>
                        <a:t>问答互动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 dirty="0">
                          <a:latin typeface="+mn-ea"/>
                          <a:ea typeface="+mn-ea"/>
                        </a:rPr>
                        <a:t>问题数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84715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积极反馈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百分比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74104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信息保留率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百分比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 dirty="0">
                          <a:latin typeface="+mn-ea"/>
                          <a:ea typeface="+mn-ea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 dirty="0">
                          <a:latin typeface="+mn-ea"/>
                          <a:ea typeface="+mn-ea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rtlCol="0" anchor="ctr"/>
          <a:lstStyle>
            <a:defPPr>
              <a:defRPr lang="zh-CN"/>
            </a:defPPr>
          </a:lstStyle>
          <a:p>
            <a:pPr rtl="0"/>
            <a:r>
              <a:rPr lang="zh-CN" dirty="0"/>
              <a:t>最后的提示和要点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一致的排练</a:t>
            </a:r>
          </a:p>
          <a:p>
            <a:pPr lvl="1" rtl="0"/>
            <a:r>
              <a:rPr lang="zh-CN" dirty="0"/>
              <a:t>加强你的熟悉度</a:t>
            </a:r>
          </a:p>
          <a:p>
            <a:pPr rtl="0"/>
            <a:r>
              <a:rPr lang="zh-CN" dirty="0"/>
              <a:t>完善演讲风格</a:t>
            </a:r>
          </a:p>
          <a:p>
            <a:pPr lvl="1" rtl="0"/>
            <a:r>
              <a:rPr lang="zh-CN" dirty="0"/>
              <a:t>节奏、语气和重点</a:t>
            </a:r>
          </a:p>
          <a:p>
            <a:pPr rtl="0"/>
            <a:r>
              <a:rPr lang="zh-CN" dirty="0"/>
              <a:t>定时和过渡</a:t>
            </a:r>
          </a:p>
          <a:p>
            <a:pPr lvl="1" rtl="0"/>
            <a:r>
              <a:rPr lang="zh-CN" dirty="0"/>
              <a:t>目的是演讲流畅、专业</a:t>
            </a:r>
          </a:p>
          <a:p>
            <a:pPr rtl="0"/>
            <a:r>
              <a:rPr lang="zh-CN" dirty="0"/>
              <a:t>练习受众</a:t>
            </a:r>
          </a:p>
          <a:p>
            <a:pPr lvl="1" rtl="0"/>
            <a:r>
              <a:rPr lang="zh-CN" dirty="0"/>
              <a:t>争取同事来听并提供反馈</a:t>
            </a:r>
          </a:p>
          <a:p>
            <a:pPr lvl="1" rtl="0"/>
            <a:endParaRPr 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03029" y="1825625"/>
            <a:ext cx="3450771" cy="4297680"/>
          </a:xfrm>
          <a:noFill/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寻求反馈</a:t>
            </a:r>
          </a:p>
          <a:p>
            <a:pPr rtl="0"/>
            <a:r>
              <a:rPr lang="zh-CN" dirty="0"/>
              <a:t>反思表现</a:t>
            </a:r>
          </a:p>
          <a:p>
            <a:pPr rtl="0"/>
            <a:r>
              <a:rPr lang="zh-CN" dirty="0"/>
              <a:t>探索新技巧</a:t>
            </a:r>
          </a:p>
          <a:p>
            <a:pPr rtl="0"/>
            <a:r>
              <a:rPr lang="zh-CN" dirty="0"/>
              <a:t>设定个人目标</a:t>
            </a:r>
          </a:p>
          <a:p>
            <a:pPr rtl="0"/>
            <a:r>
              <a:rPr lang="zh-CN" dirty="0"/>
              <a:t>反复演练和调整</a:t>
            </a:r>
          </a:p>
        </p:txBody>
      </p:sp>
    </p:spTree>
    <p:extLst>
      <p:ext uri="{BB962C8B-B14F-4D97-AF65-F5344CB8AC3E}">
        <p14:creationId xmlns:p14="http://schemas.microsoft.com/office/powerpoint/2010/main" val="414613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rtlCol="0" anchor="ctr"/>
          <a:lstStyle>
            <a:defPPr>
              <a:defRPr lang="zh-CN"/>
            </a:defPPr>
          </a:lstStyle>
          <a:p>
            <a:pPr rtl="0"/>
            <a:r>
              <a:rPr lang="zh-CN" dirty="0"/>
              <a:t>演讲参与度指标</a:t>
            </a:r>
          </a:p>
        </p:txBody>
      </p:sp>
      <p:graphicFrame>
        <p:nvGraphicFramePr>
          <p:cNvPr id="4" name="表格占位符 3">
            <a:extLst>
              <a:ext uri="{FF2B5EF4-FFF2-40B4-BE49-F238E27FC236}">
                <a16:creationId xmlns:a16="http://schemas.microsoft.com/office/drawing/2014/main" id="{0519CAC4-33D8-0B1E-88FF-086E69894AF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11527281"/>
              </p:ext>
            </p:extLst>
          </p:nvPr>
        </p:nvGraphicFramePr>
        <p:xfrm>
          <a:off x="838200" y="1825625"/>
          <a:ext cx="10515600" cy="43891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502572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911366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12309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1978572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731520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1" i="0" dirty="0">
                          <a:latin typeface="+mj-ea"/>
                          <a:ea typeface="+mj-ea"/>
                        </a:rPr>
                        <a:t>影响因素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1" i="0" dirty="0">
                          <a:latin typeface="+mj-ea"/>
                          <a:ea typeface="+mj-ea"/>
                        </a:rPr>
                        <a:t>度量​​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1" i="0" dirty="0">
                          <a:latin typeface="+mj-ea"/>
                          <a:ea typeface="+mj-ea"/>
                        </a:rPr>
                        <a:t>目标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1" i="0" dirty="0">
                          <a:latin typeface="+mj-ea"/>
                          <a:ea typeface="+mj-ea"/>
                        </a:rPr>
                        <a:t>提升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731520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 dirty="0">
                          <a:latin typeface="+mn-ea"/>
                          <a:ea typeface="+mn-ea"/>
                        </a:rPr>
                        <a:t>受众互动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百分比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731520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 dirty="0">
                          <a:latin typeface="+mn-ea"/>
                          <a:ea typeface="+mn-ea"/>
                        </a:rPr>
                        <a:t>知识保留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百分比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731520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演示后调查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 dirty="0">
                          <a:latin typeface="+mn-ea"/>
                          <a:ea typeface="+mn-ea"/>
                        </a:rPr>
                        <a:t>平均评级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 dirty="0">
                          <a:latin typeface="+mn-ea"/>
                          <a:ea typeface="+mn-ea"/>
                        </a:rPr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731520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 dirty="0">
                          <a:latin typeface="+mn-ea"/>
                          <a:ea typeface="+mn-ea"/>
                        </a:rPr>
                        <a:t>推荐率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百分比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 dirty="0"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 dirty="0"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731520"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协作机会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机会数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zh-CN"/>
                      </a:defPPr>
                    </a:lstStyle>
                    <a:p>
                      <a:pPr algn="ctr" rtl="0"/>
                      <a:r>
                        <a:rPr lang="zh-CN" b="0" i="0" dirty="0"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  <a:noFill/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dirty="0"/>
              <a:t>谢谢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455" y="755171"/>
            <a:ext cx="4619937" cy="5315035"/>
          </a:xfrm>
          <a:noFill/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Brita Tamm</a:t>
            </a:r>
          </a:p>
          <a:p>
            <a:pPr rtl="0"/>
            <a:r>
              <a:rPr lang="zh-CN" dirty="0"/>
              <a:t>502-555-0152</a:t>
            </a:r>
          </a:p>
          <a:p>
            <a:pPr rtl="0"/>
            <a:r>
              <a:rPr lang="zh-CN" dirty="0"/>
              <a:t>brita@firstupconsultants.com</a:t>
            </a:r>
          </a:p>
          <a:p>
            <a:pPr rtl="0"/>
            <a:r>
              <a:rPr lang="zh-CN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562484837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Microsoft YaHei UI"/>
        <a:ea typeface="Microsoft YaHei UI"/>
        <a:cs typeface=""/>
      </a:majorFont>
      <a:minorFont>
        <a:latin typeface="Microsoft YaHei UI Light"/>
        <a:ea typeface="Microsoft YaHei UI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344883_TF78504181_Win32.potx" id="{D74ED88D-BE59-4E33-9B75-AC9C4C1C1D9E}" vid="{B44A1059-95CD-452C-B37C-186B0B797073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 Light" panose="020F0302020204030204"/>
        <a:ea typeface=""/>
        <a:cs typeface=""/>
        <a:font script="Jpan" typeface="游ゴシック Light"/>
        <a:font script="Hang" typeface="맑은 고딕"/>
        <a:font script="Hans" typeface="Microsoft YaHei UI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 panose="020F0502020204030204"/>
        <a:ea typeface=""/>
        <a:cs typeface=""/>
        <a:font script="Jpan" typeface="游ゴシック"/>
        <a:font script="Hang" typeface="맑은 고딕"/>
        <a:font script="Hans" typeface="Microsoft YaHei U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YaHei UI" panose="02110004020202020204"/>
        <a:ea typeface=""/>
        <a:cs typeface=""/>
        <a:font script="Jpan" typeface="游ゴシック Light"/>
        <a:font script="Hang" typeface="맑은 고딕"/>
        <a:font script="Hans" typeface="Microsoft YaHei U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 panose="02110004020202020204"/>
        <a:ea typeface=""/>
        <a:cs typeface=""/>
        <a:font script="Jpan" typeface="游ゴシック"/>
        <a:font script="Hang" typeface="맑은 고딕"/>
        <a:font script="Hans" typeface="Microsoft YaHei U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30005B-6102-4F3C-A26F-485DF1BF971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E60708A-6461-4D7F-883F-7E25D731D3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C90B52-91C7-4BE9-8AE0-180FFFE110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形状​​演示文稿</Template>
  <TotalTime>0</TotalTime>
  <Words>440</Words>
  <Application>Microsoft Office PowerPoint</Application>
  <PresentationFormat>宽屏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Microsoft YaHei UI</vt:lpstr>
      <vt:lpstr>Microsoft YaHei UI Light</vt:lpstr>
      <vt:lpstr>Arial</vt:lpstr>
      <vt:lpstr>自定义</vt:lpstr>
      <vt:lpstr>基本演示</vt:lpstr>
      <vt:lpstr>议程​​</vt:lpstr>
      <vt:lpstr>沟通的力量</vt:lpstr>
      <vt:lpstr>克服紧张</vt:lpstr>
      <vt:lpstr>吸引受众</vt:lpstr>
      <vt:lpstr>选择视觉辅助 </vt:lpstr>
      <vt:lpstr>有效演讲技巧</vt:lpstr>
      <vt:lpstr>导航问答环节</vt:lpstr>
      <vt:lpstr>演讲的影响力</vt:lpstr>
      <vt:lpstr>活力演讲</vt:lpstr>
      <vt:lpstr>最后的提示和要点</vt:lpstr>
      <vt:lpstr>演讲参与度指标</vt:lpstr>
      <vt:lpstr>谢谢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柳如 韦</dc:creator>
  <cp:lastModifiedBy>柳如 韦</cp:lastModifiedBy>
  <cp:revision>1</cp:revision>
  <dcterms:created xsi:type="dcterms:W3CDTF">2025-01-08T06:16:04Z</dcterms:created>
  <dcterms:modified xsi:type="dcterms:W3CDTF">2025-01-08T06:16:57Z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