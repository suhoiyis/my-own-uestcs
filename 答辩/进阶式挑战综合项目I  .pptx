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3849" r:id="rId6"/>
    <p:sldId id="3860" r:id="rId7"/>
    <p:sldId id="3878" r:id="rId8"/>
    <p:sldId id="3850" r:id="rId9"/>
    <p:sldId id="3873" r:id="rId10"/>
    <p:sldId id="3879" r:id="rId11"/>
    <p:sldId id="3874" r:id="rId12"/>
    <p:sldId id="3875" r:id="rId13"/>
    <p:sldId id="3876" r:id="rId14"/>
    <p:sldId id="3877" r:id="rId15"/>
    <p:sldId id="3851" r:id="rId16"/>
    <p:sldId id="3861" r:id="rId17"/>
    <p:sldId id="3857" r:id="rId18"/>
    <p:sldId id="3862" r:id="rId19"/>
    <p:sldId id="3858" r:id="rId20"/>
    <p:sldId id="3859" r:id="rId21"/>
    <p:sldId id="3856" r:id="rId22"/>
    <p:sldId id="3847" r:id="rId23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0" name="貘 。_BzI3eERf" initials="authorId_1408802255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94" autoAdjust="0"/>
  </p:normalViewPr>
  <p:slideViewPr>
    <p:cSldViewPr snapToGrid="0">
      <p:cViewPr varScale="1">
        <p:scale>
          <a:sx n="100" d="100"/>
          <a:sy n="100" d="100"/>
        </p:scale>
        <p:origin x="86" y="82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882" y="13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A33343B1-0600-41B7-901E-2759A7EB743B}" type="datetime1">
              <a:rPr lang="zh-CN" altLang="en-US" smtClean="0"/>
              <a:t>2025/1/11</a:t>
            </a:fld>
            <a:endParaRPr 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EF757874-EF65-4B61-B062-40C932C81294}" type="slidenum">
              <a:rPr lang="en-US" alt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10T16:50:10.9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2026 428 24575,'18'-16'0,"-7"5"0,7 0 0,1 1 0,-1 1 0,2 0 0,31-9 0,12-5 0,-29 11-169,46-12 0,-49 16 38,0-1 1,32-14-1,-20 3 131,1 3 0,1 1 0,0 2 0,73-12 0,45-7 0,-61 10 0,-71 15 0,49-19 0,-48 15 0,41-9 0,-42 10 365,-26 4-114,-21 2-137,4 3-114,-1 1 0,1 0 0,0 1 0,0 0 0,-1 1 0,1 0 0,0 1 0,0 1 0,0 0 0,0 0 0,1 1 0,-1 1 0,1 0 0,0 1 0,0 0 0,-16 12 0,-3 2-667,-52 26 0,48-28 70,-36 25 1,13-3 166,-93 50 1,27-22-504,-30 15-305,-43 1 359,89-40 873,6 3 6,-53 21 0,-440 130 0,491-170-426,-2-4-1,-151 16 1,206-31 1075,38-6-296,0-1 0,1 0 0,-1-1 0,0 0 0,0 0 0,-33-12 2040,44 10-2325,9-17 1190,29-18-525,-30 30-798,28-22 58,1 1-1,2 2 1,64-33-1,16-10-3,-71 41-387,74-30 0,-11 5-22,122-51-37,-124 58-69,268-95-594,-255 98 254,255-72 378,-358 109 701,-1 1 702,0 1-1,36 0 512,-59 12-796,-14 9 416,15-13-909,-46 55-137,37-42 0,0-1 0,-23 21 0,-20 16-229,38-35 65,0 0 1,-1-2-1,-42 29 0,25-22 63,-38 32-1,47-33-154,-1-1 0,-52 28 0,-45 16-729,-131 63 59,-16-13-674,217-91 1587,-418 161-138,332-135-2267,75-25 1509,-136 33-1,163-49 1049,-55 20 0,56-16 328,-54 12-1,-24-4 4285,160-31-1038,-24 5-3727,0-2-1,-1 0 1,0-1 0,28-15-1,-7 0-261,1 3-1,1 1 1,80-23-1,87-37-589,6-2-34,-49 26 498,50-12-191,-183 58 568,0-2 1,49-21-1,-44 16-46,1 1 0,1 2 0,0 2 0,52-7 0,-64 10 353,-22 5-149,0 1-1,0 0 1,0 0-1,0 0 1,0 0-1,15 7 1557,-20-5-1652,-7 11 702,-13 10-378,-26 16-175,-1-2-1,-64 39 1,109-74-186,-1 1 0,0-1 0,0 1 0,0 0 0,0 0 0,0 0 0,1 0 0,-1 0 0,1 0 0,-1 1 0,1 0 0,-3 5 0,32-14 0,110-64-99,-106 55-155,56-37 0,-55 32-626,45-23 0,52-24 683,10-4 236,48-23-1172,-1 0 25,-12 14 1108,186-82 0,-274 131-650,172-40 1,-245 68 644,19-5 1502,-1-1-1,35-14 517,-75 30-1500,-20 9 38,-16-2-551,0 3 0,1 1 0,-43 24 0,-116 65 0,-47 19 0,99-63 0,75-34-591,55-22 333,1 0 0,-20 11 0,-15 8 228,-1-3 1,-63 17 0,28-10 40,16 2-11,47-19 0,-35 11 0,-379 120-757,436-142 755,-47 15 403,-102 19 0,181-42-224,0-1 1,-1-1-1,0-1 0,-1-1 0,0-2 1,26-16-1,13-6-934,0 3 1,128-44-1,-178 70 367,148-54-464,237-80-1489,-156 63 1486,210-55-1346,-280 91 990,152-28 956,-305 65 279,223-44 1072,-217 42-181,0 0 0,49-1 0,-43 4 280,-2-8 1653,-42 6-1760,-16 0-981,-1 1-1,1 2 1,-1 1-1,-44 5 1,-121 28 20,118-18-122,-390 102-4695,-258 107 1504,288-78 4143,254-82 58,165-57-883,1 1 0,-29 17 1,8 7 3965,40-31-3959,0-1 1,1 0-1,-1 0 1,0 0-1,1 0 1,-1 0-1,0 0 1,1 0-1,-1-1 1,4-1 0,84-36-37,50-19-203,29-13-392,-113 44 515,73-24 0,2 2-1106,-11 2 125,94-29-73,88-26-675,-133 54 1470,315-78-1923,-358 99 1399,243-18 0,-199 34 738,176-4-89,-284 14 698,117 1 49,-47 3 5586,-131-3-6153,-15 10 1567,-28 8-658,42-19-978,-207 88-1427,-86 8-887,236-77 2239,-83 15-1,-25 7 88,56-12-754,-214 29 1,215-42-413,-265 14 1201,-4-30-257,152-2-1349,-61 0 1406,-319 4 161,414 9 30,-52 1-827,114-15 738,-144 23 8821,273-20-8727,16 2 301,64-1-915,114-12 0,-129 5 607,33-1-1305,249-30-1923,-187 16 989,170 0-1,-7 14-573,164 8 2810,-128 2-102,441-3 144,-595-11 266,1 0 2767,-36 12-110,-196 0-2277,0 2 0,0 1 0,-43 13 0,-86 31 1712,153-47-2431,-347 131-2232,-164 55 307,277-99 1336,-59 33-1993,-495 145 2582,232-112 0,444-121-99,-91 21-141,16-19 2691,180-34-1950,1 1 0,-1 0 0,-15 7 1991,33-11-1377,16-6-80,188-80-2481,-152 64 1197,305-101-1794,-263 92 1762,192-44-1662,-80 24 728,198-38 1215,-109 28 0,179-15 0,-361 63 0,384-23-2103,-398 28 2971,26 0 698,-119 9-604,0-1 1,0 0-1,0-1 1,15-5-1,-95 3 1207,50 5-2169,0 0 0,0 2 0,0 0 0,0 0 0,0 1 0,1 1 0,-1 1 0,1 0 0,0 1 0,1 0 0,-1 1 0,1 0 0,1 1 0,-15 12 0,-2 2-140,-1-1 0,0-1 1,-2-2-1,0-1 0,-45 17 0,-101 41-125,138-58-411,-77 20 1,-2 1-192,-173 47 867,211-65 0,-264 57 0,260-63-58,-145 7 1,-88-19-502,161-3 1902,153 1-1212,1 0 0,0 0 0,0 0 0,0-1 0,0 1 0,0-1 0,0 1 0,0-1 0,0 0 0,0 0 0,-5-3 1,7 3-100,1 0 1,-1 0 0,0 0 0,1 0-1,-1 0 1,0 0 0,1 0 0,0 0-1,-1 0 1,1-1 0,0 1 0,-1 0-1,1 0 1,0 0 0,0-1 0,0 1-1,0 0 1,0 0 0,0 0 0,0-1-1,0 1 1,1 0 0,-1 0 0,1 0-1,-1-1 1,0 1 0,1 0 0,0 0-1,-1 0 1,1 0 0,0 0 0,1-1-1,3-8-82,1 1 0,1 0 0,0 1 0,0 0 0,1 0 0,0 0 0,0 1 0,18-12 0,7-2-391,42-19-1,-29 16 96,216-100-1309,-165 82-4,372-140 998,-422 165 187,269-88-1454,50-19 1621,-303 100 236,-8 3 1043,1 1-1,61-12 0,-94 28-137,-4 1 466,-1-1-1,34-11 1,-51 15-1289,-1 0 0,1 0 1,-1 0-1,0 0 0,1-1 1,-1 1-1,1 0 0,-1 0 1,0 0-1,1 0 0,-1-1 1,1 1-1,-1 0 0,0 0 1,1-1-1,-1 1 0,0 0 1,0 0-1,1-1 0,-1 1 1,0-1-1,0 1 0,1 0 1,-1-1-1,0 1 0,0 0 1,0-1-1,1 1 0,-1-1 1,0 1-1,0-1 0,-12-5 233,-22 3-63,0 6-302,0 3-1,0 0 1,0 2-1,-51 20 1,6 4-389,-24 8-385,77-32 849,-183 66 7,5 4-1405,-59 26 111,196-77 1676,-2-3 1,-91 20-1,88-26 2072,66-16-2134,-14 3 489,17-6-498,11-5-166,23-11-289,1 1 0,48-16 0,36-18-214,-10 0-775,1 5 0,119-32 1,-136 47 765,373-97-3615,-366 105 4021,220-42 0,-134 29-72,-113 20 10,123-11 1,-55 16 39,82-2 1966,-104 13 2971,-262 0-2430,72 2-3045,-91 16 0,-35 30 84,-10 2-785,37-12 328,41-1 391,-177 44-1421,182-51 1995,-112 21-228,-40 1-2066,76-12 1020,48-11 1242,-174 25 0,94-20-41,-33 2-9,166-30 754,-130 5 3112,231-12-3839,-34 0 3574,51 0-2265,10-1-1378,0-1 1,0-1-1,48-13 0,73-32-1083,16-5 391,63-12-1374,75-17-1370,-148 50 3373,222-41 156,-41 11-2355,75-10-406,156-24 2760,-461 77 0,18-5 0,273-41 0,-104 28-38,246-17-58,-311 32 1409,25 0 715,-82 23-1284,-10 13 6176,-171-2-5779,-4 0-791,-1 0 0,0-2 0,-1 0-1,-32 13 1,16-8-645,-59 35 0,4-2-51,-18 0-150,-57 29-442,-15 7-8,-192 60-1,-208 31-36,306-111-1864,131-34 2874,-202 17 0,282-40 35,40-5-62,-5 1 0,1 0 0,-49 14 0,48-10 59,0-1 0,0-1 0,0-2 0,-46 1 0,29-2 946,30-2-203,33-5-137,7-1-308,1273-239-4289,-899 177 940,183 6-1376,-384 44 4667,61-3 151,20 17 1963,143 6 5369,-123 0-4231,-321-1-3115,-1 1 1,-22 6 0,-7 0-97,-335 54-1683,330-55 1257,-313 59-1727,51-6 1813,221-44 0,-42 13 0,-40 5 0,-209 7-1565,139-16 762,136-6 803,-10 1 0,74-15-216,-288 16-744,147-26 6518,190 5-5522,8-8 799,13-6-493,50-20-377,2 4 0,89-25 0,-133 45-293,40-20-1,-42 17 356,48-16 0,154-27-2455,-138 35 2515,-53 13-51,-1-2 1,62-23-1,22-10 1588,-62 24-819,-56 17-789,1 1 1,-1-1-1,0 1 1,0-1-1,0 0 1,0 0 0,0-1-1,0 1 1,0-1-1,-1 1 1,1-1-1,-1 0 1,0 0-1,0 0 1,0 0 0,0 0-1,-1 0 1,1-1-1,-1 1 1,0 0-1,1-1 1,-2 1 0,1-1-1,0 0 1,-1-5-1,1 6-13,-2 1-1,1 0 0,0-1 1,0 1-1,-1 0 1,1 0-1,-1-1 0,0 1 1,0 0-1,0 0 1,0 0-1,0 0 0,0 0 1,0 0-1,-1 0 1,1 0-1,-1 0 0,1 1 1,-1-1-1,0 1 1,0-1-1,0 1 0,0-1 1,0 1-1,0 0 1,0 0-1,0 0 0,0 0 1,0 1-1,-1-1 1,1 0-1,0 1 0,0 0 1,-1-1-1,1 1 1,0 0-1,-1 0 0,1 1 1,-4 0-1,-18 2-162,0 1-1,1 2 1,0 0 0,-40 18-1,-25 6-230,79-27 383,-74 20-9,-87 37 0,93-32 17,0-3 0,-2-3 0,-101 14 0,133-26 0,-26 5 0,66-14 0,0 0 0,0-1 0,0 0 0,0 0 0,0-1 0,0 0 0,-14-4 0,20 5 10,0 0-1,0 0 0,1 0 0,-1 0 0,0-1 1,0 1-1,0 0 0,0-1 0,0 1 1,0 0-1,0-1 0,1 0 0,-1 1 1,0-1-1,0 1 0,1-1 0,-1 0 0,0 1 1,1-1-1,-1 0 0,1 0 0,-1 0 1,1 1-1,-1-1 0,1 0 0,0 0 1,-1 0-1,1 0 0,0 0 0,0 0 0,-1 0 1,1 0-1,0 0 0,0 0 0,0 0 1,0 0-1,0 0 0,1 1 0,-1-1 1,0 0-1,0 0 0,1 0 0,-1 0 0,0 0 1,1 0-1,-1 0 0,1 0 0,-1 1 1,1-1-1,-1 0 0,1 0 0,0 1 1,-1-1-1,2 0 0,6-8 161,0 1 0,1 1-1,16-12 1,-15 12-122,16-12-48,1 2 0,0 0 0,2 2 0,59-22 0,129-27 0,-100 33-1013,-55 13 1012,1 3 0,0 2 0,1 4 0,104-3-1,-105 10-156,179-9-1536,168 2-767,-299 10 5864,-160 2-3238,0 2 0,1 3-1,-70 19 1,67-14-158,-62 18-987,-36 8-461,-52 8 1447,-67 13-2551,58-14 1485,-33 6 249,79-18 697,-21 3 784,129-29-409,-83 6-104,108-12 1185,-41 7 0,17-1 1020,161-10-408,-67 3-2195,71-8 1,86-11-602,-96 10 537,59 0-968,-84 6 5,82-12 0,-44 0-332,133 2-1,-197 11 1693,120-9-92,44 0 0,221 10 483,-155 1 3135,-276-2-3478,-1 1-1,1 0 0,0 0 0,-1 0 0,1 1 0,0-1 0,-1 1 0,1-1 0,0 1 0,-1 0 0,1 0 0,-1 0 1,1 0-1,-1 1 0,0-1 0,0 1 0,3 2 0,-3-2-49,-1-1-1,-1 1 1,1 0-1,0 0 1,0 0 0,-1 1-1,1-1 1,-1 0 0,0 0-1,1 0 1,-1 0-1,0 0 1,0 1 0,-1-1-1,1 0 1,0 0 0,-1 0-1,1 0 1,-1 0-1,0 0 1,1 0 0,-3 3-1,-2 8-142,-2 1 0,1-2-1,-2 1 1,0-1-1,0 0 1,-12 13 0,-65 60-472,57-58 471,-5 3 54,-45 29 0,17-14 0,-6 4-836,-85 45 1,69-51 764,-121 45 1,176-77 73,-41 15-3,-94 43 0,130-55 24,-68 20 1,-2 1 239,111-38-1,122-47 1359,142-57-2255,-54 25 182,-142 53 451,103-26 0,-154 46-59,-1 0 0,34-18 1,-31 13-12,38-13-1,120-22 507,-184 48-406,1 1 0,-1-1-1,1 0 1,0 1 0,-1 0-1,1-1 1,-1 1-1,1 0 1,0 0 0,-1 0-1,1 0 1,-1 0-1,1 0 1,0 0 0,-1 0-1,1 1 1,-1-1 0,1 1-1,0-1 1,-1 1-1,0 0 1,1-1 0,-1 1-1,1 0 1,-1 0 0,0 0-1,3 2 1,-2 1 28,-1-1 0,1 1 0,-1-1 1,0 1-1,1 0 0,-2 0 0,1-1 0,0 1 1,-1 0-1,0 0 0,0 4 0,1 0-58,-1 4 0,0 0 0,2 1 0,3 16 0,-4-26 0,-1-1 0,1 1 0,0-1 0,0 1 0,0-1 0,0 0 0,0 0 0,1 1 0,-1-1 0,0 0 0,1 0 0,0 0 0,0 0 0,-1-1 0,1 1 0,0 0 0,0-1 0,1 1 0,-1-1 0,0 0 0,0 0 0,5 2 0,1-2 0,-1 1 0,1-1 0,0-1 0,0 0 0,0 0 0,0 0 0,-1-1 0,1 0 0,0-1 0,0 0 0,-1 0 0,1 0 0,-1-1 0,12-6 0,8-6 0,0-2 0,35-27 0,-13 7 0,-6 9 0,-1-3 0,57-54 0,-89 76 0,-7 8 0,-1-1 0,1 0 0,-1 0 0,0 0 0,0 0 0,0 0 0,0 0 0,0-1 0,0 1 0,0-1 0,-1 1 0,1-1 0,-1 0 0,0 0 0,0 1 0,1-4 0,-2 5 0,0 1 0,0-1 0,0 1 0,0 0 0,0-1 0,0 1 0,-1 0 0,1-1 0,0 1 0,0-1 0,0 1 0,0 0 0,-1-1 0,1 1 0,0 0 0,0 0 0,-1-1 0,1 1 0,0 0 0,-1 0 0,1-1 0,0 1 0,-1 0 0,1 0 0,0 0 0,-1-1 0,1 1 0,-1 0 0,1 0 0,0 0 0,-1 0 0,0 0 0,-14 6 0,12-4 0,0 0 0,1 0 0,-1 0 0,0 1 0,1-1 0,0 1 0,-3 4 0,0 5 0,1 0 0,0 0 0,2 0 0,-4 24 0,4-22 0,0 1 0,-1-1 0,-8 23 0,-88 210 0,40-103 0,51-128 0,0 0 0,-13 17 0,14-23 0,0 1 0,0-1 0,2 1 0,-1 0 0,1 0 0,1 1 0,-3 11 0,0 7 0,5-20 0,6-28 0,0 7 0,1-1 0,0 1 0,0-1 0,1 1 0,0 1 0,10-12 0,-8 10 0,0 0 0,-1 0 0,0-1 0,7-19 0,-4-1 0,-2 0 0,-1-1 0,4-59 0,-2 15 0,2-38 0,-15 47 0,4 64 0,-1 1 0,1-1 0,-1 1 0,-1 0 0,1-1 0,-1 1 0,1 0 0,-1 0 0,0-1 0,-1 1 0,1 1 0,-5-7 0,7 10 0,0 1 0,0-1 0,0 0 0,0 0 0,0 0 0,0 0 0,0 0 0,0 0 0,0 0 0,0 0 0,0 0 0,0 0 0,0 0 0,0 1 0,-1-1 0,1 0 0,0 0 0,0 0 0,0 0 0,0 0 0,0 0 0,0 0 0,0 0 0,0 0 0,0 0 0,0 0 0,0 0 0,0 0 0,0 0 0,-1 0 0,1 0 0,0 0 0,0 0 0,0 0 0,0 0 0,0 0 0,0 0 0,0 0 0,0 0 0,0 0 0,-1 0 0,1 0 0,0 0 0,0 0 0,0 0 0,0 0 0,0 0 0,0 0 0,0 0 0,0 0 0,0 0 0,0 0 0,0 0 0,0 0 0,-1 0 0,1 0 0,0 0 0,0 0 0,0-1 0,0 1 0,0 0 0,0 0 0,3 13 0,7 13 0,46 73 0,-33-62 0,29 68 0,27 62 0,-62-130 0,-15-29 0,1 0 0,1-1 0,-1 1 0,1-1 0,1 0 0,-1 0 0,1 0 0,0-1 0,1 1 0,9 7 0,-15-13 0,0-1 0,0 0 0,1 0 0,-1 0 0,0 0 0,0 0 0,0 0 0,1 1 0,-1-1 0,0 0 0,0 0 0,0 0 0,1 0 0,-1 0 0,0 0 0,0 0 0,1 0 0,-1 0 0,0 0 0,0 0 0,0 0 0,1 0 0,-1 0 0,0 0 0,0 0 0,1 0 0,-1-1 0,0 1 0,0 0 0,0 0 0,1 0 0,-1 0 0,0 0 0,0 0 0,0-1 0,0 1 0,1 0 0,-1 0 0,0 0 0,0-1 0,0 1 0,4-14 0,-4-15 0,-3 12 0,-1 1 0,-1 0 0,-7-15 0,-4-13 0,-3-23 0,8 24 0,-2 1 0,-2 1 0,-1 0 0,-26-44 0,32 70 0,-2 0 0,-27-27 0,5 6 0,25 25 0,5 6 0,0 0 0,1 0 0,-2 0 0,1 1 0,0 0 0,-1 0 0,0 0 0,0 0 0,0 1 0,-10-5 0,14 8 0,1 0 0,-1 0 0,1 0 0,-1-1 0,0 1 0,1 0 0,-1 0 0,1 0 0,-1 1 0,1-1 0,-1 0 0,1 0 0,-1 0 0,0 0 0,1 1 0,-1-1 0,1 0 0,-1 0 0,1 1 0,-1-1 0,1 0 0,0 1 0,-1-1 0,1 0 0,-1 1 0,1-1 0,0 1 0,-1-1 0,0 2 0,-4 20 0,6 22 0,9 0-184,2-1 1,2 0-1,2-1 0,37 71 0,-4-7-32,-15-33 216,3-2 0,76 109 0,-74-120-180,-24-35 177,1 0 0,2-1-1,24 27 1,9 10 3,-39-44 0,2 0 0,16 16 0,63 62 1294,-95-102-1288,0 1-1,0-1 0,0 0 1,1 0-1,0-1 0,0 1 0,1-7 1,-3-71-15,4-316 9,1 428 5,2 1-1,0-1 1,14 44-1,-1-5-186,-17-65 168,11 56-524,2 0 0,3 0 0,3-2 0,26 57-1,-28-74 292,22 70-1,-5-11 209,-22-68 39,1 1 0,2-1 0,32 48 0,-27-47 190,22 46 1,0 0 1183,23 21 132,-53-81-1470,0 0-1,-1 1 1,15 33-1,-21-33-35,-10-20 0,-11-27 0,2-16 0,-25-104 0,-43-193 0,77 326 0,0 0 0,-16-32 0,21 49 0,0 0 0,0-1 0,0 1 0,0 0 0,0 0 0,-1-1 0,1 1 0,0 0 0,0 0 0,0-1 0,0 1 0,0 0 0,0 0 0,-1 0 0,1-1 0,0 1 0,0 0 0,0 0 0,0 0 0,-1-1 0,1 1 0,0 0 0,0 0 0,-1 0 0,1 0 0,0 0 0,0 0 0,-1 0 0,1-1 0,0 1 0,0 0 0,-1 0 0,1 0 0,0 0 0,0 0 0,-1 0 0,1 0 0,0 0 0,-1 0 0,1 0 0,0 1 0,-5 11 0,3 20 0,4 99-288,1-60-14,-8 73-1,-13-47-411,10-65 350,-3 34 1,5 321 363,8-218 0,-3-80-82,3 105-177,1-174 323,1-1-1,1 0 0,1-1 1,1 1-1,0-1 0,2 0 1,0-1-1,14 21 0,-9-14 44,-25-53 392,1-1 1,1 0 0,-8-49-1,15 64-499,-1-1 0,0 1 0,-1 1 0,-1-1 0,-7-15 0,-10-34 0,8-21 0,2 14 0,8 43 0,1 0 0,1-1 0,3-43 0,0 43 0,-1-1 0,-1 1 0,-6-33 0,-41-160 0,24 85 0,-2-9 0,22 133 0,0 1 0,-1-1 0,-7-11 0,-13-34 0,-26-150 0,55 216 0,-1-1 0,1 0 0,0 1 0,1-2 0,0 1 0,0-1 0,8 9 0,9 11 0,-4 2-124,-2 1 1,0 0-1,14 41 0,-14-32 70,50 142 54,-14-30 0,-44-126 85,0 1-1,5 41 1,-10-44-11,2 0 0,0-1-1,15 39 1,-13-51-74,-7-21 0,-4-20 0,4 32 0,-30-129 0,22 86 0,3 16 0,-4-46 0,7 56 0,-1 0 0,0 0 0,-2 1 0,1-1 0,-10-20 0,6 17 0,1 0 0,-8-39 0,-23-117 0,13 70 0,18 74 0,-2 0 0,-1 0 0,-24-50 0,13 57 0,12 23 0,9 19 0,46 185 0,-11-46 0,-15-70 0,9 91 0,-20-111 0,-4-35 0,-1 1 0,-1 35 0,-16-102 0,5 19 0,-35-132 0,17 51 0,17 67-19,3 6-71,-2 0 1,0 1 0,-2 0 0,-17-31 0,16 32 70,0 0-1,2 0 1,0-1-1,-7-37 1,6 26 21,-15-39 0,7 30 2,13 27 8,-1 1 0,0 0 1,-1 1-1,-1-1 1,0 1-1,-20-24 1,17 30 117,9 14 4,12 22 55,-8-22-175,23 64-14,-4 1 0,14 75 0,-26-93 0,3 0 0,1-1 0,4 0 0,34 76 0,-39-99 0,11 39 0,-13-38 0,13 31 0,-22-59 0,11 23 0,10 32 0,-20-52 0,-1 1 0,1 0 0,-1 0 0,0-1 0,0 1 0,-1 0 0,1 0 0,-1 0 0,-1 0 0,1 0 0,-1 0 0,-2 8 0,3-14 0,0 1 0,-1 0 0,1 0 0,0 0 0,-1 0 0,1-1 0,-1 1 0,1 0 0,-1 0 0,1-1 0,-1 1 0,0 0 0,1-1 0,-1 1 0,0-1 0,1 1 0,-1-1 0,0 1 0,0-1 0,1 1 0,-1-1 0,0 0 0,0 1 0,0-1 0,0 0 0,0 0 0,-1 0 0,-1 0 0,1 0 0,0-1 0,0 1 0,0-1 0,-1 0 0,1 1 0,0-1 0,0 0 0,0 0 0,0-1 0,-2 0 0,-6-6 0,0-1 0,-18-19 0,26 26 0,-20-25-212,0-1-1,-25-45 0,30 44-1,-1 2 1,-1 0-1,-24-26 0,-44-49-34,-9-9 445,80 94 152,-21-30 1,28 34-209,0 1 0,-1 0 0,0 0 0,-1 1-1,-22-17 1,21 20-141,0-1 0,0 0 0,1-1 0,1 0 0,-13-15 0,18 19 0,1-1 0,0 1 0,0-1 0,1 0 0,0 0 0,0 0 0,1 0 0,0-1 0,0 1 0,1 0 0,-1-1 0,1-7 0,1-138 0,2 65 0,-1 76 0,0 0 0,0 0 0,1 0 0,1 1 0,0-1 0,0 1 0,1 0 0,1 0 0,6-13 0,8-8 0,37-47 0,-21 29 0,-19 28 0,-1-2 0,-1 0 0,10-27 0,-20 43 0,1 1 0,-1 0 0,1 0 0,0 1 0,1-1 0,0 1 0,0 0 0,12-9 0,-11 9 0,1 0 0,-1-1 0,0 0 0,-1 0 0,0-1 0,9-13 0,-1-6 0,-3 5 0,1 0 0,29-40 0,-40 62 0,0-1 0,0 0 0,-1 0 0,1 0 0,0 0 0,-1 0 0,1 1 0,0-1 0,-1-1 0,1 1 0,-1 0 0,0 0 0,1 0 0,-1 0 0,0 0 0,0 0 0,1 0 0,-1 0 0,0-1 0,0 1 0,0 0 0,0 0 0,-1 0 0,1-1 0,-1 1 0,0 0 0,0 0 0,1 0 0,-1 0 0,0 0 0,0 0 0,0 0 0,0 0 0,-1 1 0,1-1 0,0 0 0,0 1 0,0-1 0,0 1 0,-1 0 0,1-1 0,-2 1 0,-9-2 0,-1 1 0,1 0 0,-19 1 0,23 0 0,-180 0-210,-105 3-199,183 7 409,-29 1 0,-16 0-526,-13 1-62,-109 10 588,144-7 0,99-10 0,0 1 0,-45 15 0,44-10 0,-65 10 0,-95 14-252,75-11 129,88-19 177,18-3 30,0 0 1,0 1-1,1 0 1,-18 7 0,74-5 1478,19-4-2105,1-3 0,0-2 0,98-20 0,26-37-368,-21 6 297,-107 39 613,27-6-4,-2-4 0,82-37 0,-49 19 1339,-12 5-323,-104 39-1000,0 0 0,0 0-1,0-1 1,0 1-1,0 0 1,0-1 0,0 1-1,-1 0 1,1-1-1,0 1 1,0-1 0,0 0-1,-1 1 1,1-1 0,0 0-1,0 1 1,-1-1-1,1 0 1,-1 0 0,1 0-1,-1 0 1,1 1-1,-1-1 1,1-1 0,-2 1 13,1 0 0,-1 1 1,0-1-1,1 0 0,-1 1 1,0-1-1,0 0 1,0 1-1,1 0 0,-1-1 1,0 1-1,0-1 0,0 1 1,0 0-1,0 0 0,0-1 1,0 1-1,-1 0 1,-54-5 625,28 5-651,0 1 0,1 1 0,-1 2 0,1 0 0,-34 11 0,47-10-23,-1 1-1,1 0 1,0 1 0,1 0-1,0 1 1,-23 19-1,-226 151-1145,58-2 630,184-158 95,-406 386-764,370-341 1040,40-43 1,-2 0 1,0-2-1,-29 24 0,31-29 157,1-1 0,1 2 0,0 0 0,1 1 0,0 0 0,1 1 1,-14 24-1,21-31 120,2-6 129,1 0-1,0 0 0,0 1 0,1-1 0,-1 1 0,1-1 0,-2 7 0,3-9-180,0 0 0,0-1 0,0 1 0,0-1 0,0 1-1,0 0 1,0-1 0,0 1 0,0-1 0,0 1-1,1-1 1,-1 1 0,0 0 0,0-1 0,3 3 288,-2-2-288,20 6 1002,-11-7-1114,1 0 1,-1 0-1,0 0 1,1-2-1,-1 1 1,0-1-1,19-7 0,3-3-205,33-18 0,17-8 341,54-10-489,147-60-854,-30-10-367,-173 82 1710,2 4 0,123-31-1,-194 59 377,1-1 0,-1 0 0,21-13-1,-24 13-215,0 0 0,0 0 0,0 1-1,1 1 1,-1-1 0,1 1 0,0 1 0,10-3-1,-17 5-241,-1 1 0,1-1 0,0 0 0,0 0 0,-1 1 0,1-1 0,0 1 0,-1-1 0,1 1 0,-1 0 0,1 0 0,-1 0 0,1 0 0,-1 0 0,1 0 0,-1 0 0,0 0 0,2 3 0,23 31 0,-6-8 0,38 37 0,19 17 0,-67-72 0,0-1 0,1 0 0,0 0 0,1-1 0,0 0 0,15 6 0,-7-6 0,0-1 0,1-1 0,0 0 0,0-2 0,28 2 0,110-6 0,-62-1 0,-78 2 0,0 0 0,-1-1 0,1-1 0,0-1 0,0 0 0,-1-2 0,1 0 0,-1-1 0,22-11 0,-7 0 0,-1-1 0,-1-1 0,32-28 0,-22 17 0,-31 23 0,0 0 0,0 0 0,-1-1 0,0 0 0,0-1 0,-1 0 0,0 0 0,11-17 0,-14 14 0,1 0 0,-2 0 0,0 0 0,0 0 0,-1 0 0,0-1 0,-1 0 0,0-14 0,-4-107 0,-1 52 0,3 75 0,0-6 0,0 0 0,-4-23 0,3 32 0,0 0 0,0 0 0,0 0 0,-1 0 0,0 0 0,0 1 0,0-1 0,0 0 0,0 1 0,0-1 0,-1 1 0,-5-6 0,-91-72 0,86 72 0,0 1 0,0 0 0,-1 1 0,1 1 0,-2 0 0,-20-5 0,-42-6-781,-1 4 0,-126-6 0,-163 18-3109,175 4 2812,33-5 492,-181 5-50,247 6 212,1 4 0,0 3 0,-130 43 0,-70 40 980,262-87-550,1 1 0,1 2 0,-38 25 0,9 6 2940,54-43-2806,1 0 0,0 0-1,0 0 1,0 0 0,0 0-1,0 0 1,0 0-1,1 0 1,0 1 0,0-1-1,0 1 1,0-1 0,0 1-1,0-1 1,1 1 0,0 0-1,0-1 1,0 1 0,0 0-1,0-1 1,1 1-1,0-1 1,0 1 0,0-1-1,0 1 1,0-1 0,1 1-1,-1-1 1,1 0 0,0 0-1,0 0 1,0 0 0,0 0-1,1 0 1,-1-1 0,1 1-1,0-1 1,-1 0-1,1 1 1,0-1 0,1-1-1,-1 1 1,0 0 0,0-1-1,1 1 1,-1-1 0,4 1-1,25 5-199,0 0 1,0-2-1,44 1 0,101-7-333,-66-1 284,702 2 29,-784-2 80,-1-2 0,1 0 0,-1-2 0,-1-1 0,1-2 0,37-16 0,39-11 0,19-2 0,114-30 0,-208 59-88,48-21-1,-50 18 26,1 1-1,31-7 0,-2 5 79,14-3-104,80-28-1,-82 22-19,1 3 0,72-9-1,-39 8 183,-78 11 854,-20 3-451,-16 0-271,-25 2-305,0 1 0,0 1-1,-50 5 1,5 0-154,-1070-3-7058,1064 2 6459,-162 27 0,-83 41-817,6-2 453,-323 85 943,277-57 77,138-20 1923,90-26 261,135-47-1402,-33 12 1382,40-15-1854,1 1-1,-1 0 1,1-1-1,-1 1 1,1 0-1,-1 0 1,1 0-1,0 0 1,-1 0-1,1 0 1,0 0-1,0 1 1,0-1-1,0 0 1,0 1-1,0-1 1,0 1-1,1-1 1,-1 1-1,0 1 1,1-2-36,0 0 1,0 0 0,1 0-1,-1 0 1,0 0 0,1 0-1,-1 0 1,1 0-1,-1 0 1,1 0 0,-1 0-1,1-1 1,0 1 0,0 0-1,-1 0 1,1-1 0,0 1-1,0 0 1,0-1 0,0 1-1,-1-1 1,1 1 0,0-1-1,0 0 1,0 1-1,0-1 1,0 0 0,0 1-1,2-1 1,33 6 1232,-35-6-1271,60 3-177,1-4-1,105-12 1,-55 1-19,4 2 75,122-28 0,-117 10-1919,122-24-488,-166 37 1784,103-36 0,-109 29 166,64-25 539,46-13 0,-122 43 0,97-43 0,-44 15 0,41-18-35,51-17 703,-182 71-575,0-1 0,0-1 0,33-23 1,-31 19-49,1 0 1,28-11 0,-22 12 898,-2-1 0,0-2-1,-1 0 1,-1-2 0,0-1 0,24-25-1,-48 43-931,-1 0 0,1-1 0,-1 0 0,0 1-1,0-1 1,0 0 0,0 0 0,0 0-1,-1 0 1,1 0 0,-1 0 0,0-1 0,0 1-1,0 0 1,1-5 0,-2 6-13,-1 0-1,1 0 1,0 0-1,-1 0 1,1 0 0,-1 0-1,1 0 1,-1 0-1,0 0 1,0 0 0,0 0-1,0 0 1,0 1-1,-1-1 1,1 0 0,0 1-1,-1-1 1,1 1-1,-1 0 1,1-1 0,-1 1-1,0 0 1,0 0-1,0 0 1,1 0 0,-4-1-1,-7-3 2,-1 1 0,0 0 0,-1 1 0,1 0 0,0 1 0,-1 1 0,-16 0 0,14 0 0,0 0 0,0-1 0,0 0 0,-24-8 0,16 3-140,1 0-1,-1 2 1,1 1-1,-41-2 1,-99 7-1012,62 2 841,-348-3 2476,469-2-2230,-1-1-1,0 0 1,0-1 0,-1-2-1,21-7 1,45-12-135,-16 9-2413,92-36-1,-103 32 1094,143-37 1236,-127 39 270,124-47-1,-154 48 763,64-14 0,32-13 1076,-79 23-178,-46 18-1403,-1-1 0,0 0 0,0-1 0,0-1 0,0 0 1,-1-1-1,20-14 0,-31 20-233,0 1 0,0-1 0,-1 0-1,1 1 1,0-1 0,0 0 0,-1 0 0,1 0 0,-1 0-1,1 1 1,0-1 0,-1 0 0,0 0 0,1 0 0,-1 0-1,1 0 1,-1 0 0,0 0 0,0 0 0,0 0 0,0 0-1,0-1 1,0 1 0,0 0 0,0 0 0,0 0 0,0 0-1,0 0 1,-1 0 0,1 0 0,0 0 0,-1 0 0,1 0-1,-1 0 1,1 0 0,-1 1 0,1-1 0,-1 0 0,0 0-1,1 0 1,-1 1 0,0-1 0,0 0 0,0 1 0,0-1-1,1 0 1,-1 1 0,0-1 0,0 1 0,0 0 0,-2-1 0,-7-4 47,1 1 0,-1 0 0,-19-4 0,26 7-56,-64-15-1,-1 3 0,-1 2 0,0 4 0,-71 1 0,-872 7-2226,999-2 2303,-1 2-1,1 0 1,0 0-1,0 1 1,1 1-1,-1 0 1,-16 7 0,29-10-71,-1 0 1,1 0 0,0 0 0,-1 0 0,1 0 0,0 0 0,-1 0 0,1 0 0,0 0 0,-1 1 0,1-1 0,0 0 0,0 0 0,-1 0 0,1 0 0,0 1 0,0-1 0,-1 0 0,1 0 0,0 1 0,0-1 0,0 0 0,-1 0 0,1 1 0,0-1 0,0 0 0,0 0 0,0 1 0,0-1 0,0 0 0,-1 1 0,1-1 0,0 0 0,0 1-1,0-1 1,0 0 0,0 1 0,0-1 0,0 0 0,0 1 0,1-1 0,-1 0 0,0 1 0,0-1 0,0 0 0,0 0 0,0 1 0,0-1 0,1 0 0,-1 1 0,22 10 536,30 2 172,4-7-873,0-2 0,97-5 0,-49-1 42,315 2 706,-444 2-684,-1 2 0,1 0 0,-1 2 0,1 1-1,1 1 1,-32 14 0,-49 15-150,16-12 245,13-6-1,0 4 0,-120 53 0,70-23 0,87-38 0,1 0 0,-62 37 0,-24 14 0,90-51 0,1 2 0,-57 39 0,54-29 37,-2-2 1,0-2-1,-73 33 1,90-45 112,0 1 1,0 2-1,2 0 1,-23 20-1,41-33-150,0 0 0,-1 0 0,1 0 0,0 0 0,0 0 0,0 0 0,0 0 0,0 0 0,0 0 0,1 1 0,-1-1 0,0 0 0,0 1 0,1-1 0,-1 1 0,1-1 0,0 1 0,-1-1 0,1 1 0,0-1 0,0 1 0,0-1 0,0 1 0,0-1 0,0 1 0,0-1 0,0 1 0,1-1 0,-1 1 0,1-1 0,-1 1 0,1-1 0,-1 0 0,1 1 0,0-1 0,1 2 0,7 22 0,-9-22 0,0-1 0,0 0 0,-1 1 0,1-1 0,-1 0 0,1 0 0,-1 1 0,0-1 0,0 0 0,0 0 0,0 0 0,0 0 0,0 0 0,-1 0 0,1 0 0,0-1 0,-1 1 0,0 0 0,-1 1 0,-41 33 0,34-29 0,-8 4-150,-1-1 0,0 0-1,-1-2 1,0 0-1,0-1 1,-1-1 0,-22 4-1,-44 14-544,-184 59-192,-17 5-3019,94-25 1886,-90 26 2020,0-12-838,230-61 1136,-57 25 1,11-4 1794,69-29-883,25-8-798,-1 2 0,1-1-1,0 1 1,0 0-1,0 0 1,0 1-1,0-1 1,-4 11 773,10-13-1162,1 0 0,-1 0 1,0 0-1,0 0 1,0 0-1,1 0 1,-1 0-1,0 0 0,0 0 1,0 0-1,1 0 1,-1 0-1,0 0 1,1 0 69,-1 0-69,15 1 702,-3-2-782,0-1 1,0 0-1,0 0 0,0-1 0,0-1 0,0 0 1,-1 0-1,0-1 0,0-1 0,17-11 0,-15 9 27,-1 1 0,2 0 0,-1 1 0,0 0 0,18-4 0,75-17-398,-52 15 145,171-56-252,-132 37 557,109-21 1,99-24-784,-240 60 1757,83-10-1,-36 8-245,-27-4-751,-54 14 0,34-7 0,60-8 0,-60 5 0,-45 12 0,0 1 0,0 1 0,1 0 0,24-1 0,292 3 0,-157 5 0,-171-3 0,-2 0 0,0 0 0,0 0 0,-1 0 0,1 0 0,0 0 0,-1 0 0,1-1 0,0 1 0,-1-1 0,1 0 0,-1 0 0,1 0 0,-1 0 0,3-2 0,-5 3 0,0-1 0,-1 0 0,1 1 0,0-1 0,-1 1 0,1-1 0,0 0 0,-1 1 0,1-1 0,-1 1 0,1-1 0,-1 1 0,1-1 0,-1 1 0,1 0 0,-1-1 0,0 1 0,1-1 0,-1 1 0,1 0 0,-1 0 0,0-1 0,-1 1 0,-18-9 0,-1 3-146,0 0-1,0 2 0,-35-3 1,17 3 43,-103-6-775,37 3 103,-535-6-5504,424 15 3975,-1307-2-4093,509 0 7400,452 0 3778,15 0 4225,2301 0-15549,-732 0 6686,-365 0 8671,-1548 0-8696,1463 0-118,-553-4 147,-19 4-142,0 0 1,0-1-1,0 1 0,0 0 1,0 0-1,1-1 0,-1 1 1,0 0-1,0 0 0,0-1 1,0 1-1,0 0 0,0 0 1,0-1-1,0 1 0,0 0 1,0-1-1,0 1 0,0 0 0,0 0 1,-1-1-1,1 1 0,0 0 1,0 0-1,0-1 0,0 1 1,0 0-1,0 0 0,-1 0 1,1-1-1,0 1 0,0 0 1,0 0-1,-1-1 0,-27-20-1042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8387769B-70AD-43B4-BE07-FAFF1DE13133}" type="datetime1">
              <a:rPr lang="zh-CN" altLang="en-US" smtClean="0"/>
              <a:t>2025/1/11</a:t>
            </a:fld>
            <a:endParaRPr lang="zh-CN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8B57D50D-BAA9-464B-B391-243138E078D8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</a:t>
            </a:fld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2</a:t>
            </a:fld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3</a:t>
            </a:fld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5</a:t>
            </a:fld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6</a:t>
            </a:fld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7</a:t>
            </a:fld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8</a:t>
            </a:fld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9</a:t>
            </a:fld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10</a:t>
            </a:fld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11</a:t>
            </a:fld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12</a:t>
            </a:fld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13</a:t>
            </a:fld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14</a:t>
            </a:fld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15</a:t>
            </a:fld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16</a:t>
            </a:fld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17</a:t>
            </a:fld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18</a:t>
            </a:fld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57D50D-BAA9-464B-B391-243138E078D8}" type="slidenum">
              <a:rPr lang="en-US" altLang="zh-CN" smtClean="0"/>
              <a:t>19</a:t>
            </a:fld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"/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任意多边形(F) 13"/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cxnSp>
          <p:nvCxnSpPr>
            <p:cNvPr id="8" name="直接连接符​​(S) 7"/>
            <p:cNvCxnSpPr/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任意多边形：形状 13"/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0" name="任意多边形：形状 15"/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1" name="椭圆形 10"/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2" name="任意多边形：形状 19"/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3" name="弧形 12"/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</p:grpSp>
      <p:sp>
        <p:nvSpPr>
          <p:cNvPr id="6" name="标题 1"/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rtlCol="0" anchor="b" anchorCtr="0">
            <a:noAutofit/>
          </a:bodyPr>
          <a:lstStyle>
            <a:lvl1pPr algn="r">
              <a:defRPr lang="zh-CN"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/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椭圆形 7"/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9" name="弧形 8"/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0" name="椭圆形 9"/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 rtlCol="0">
            <a:noAutofit/>
          </a:bodyPr>
          <a:lstStyle>
            <a:lvl1pPr algn="ctr">
              <a:defRPr lang="zh-CN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rtlCol="0"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图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rtlCol="0">
            <a:noAutofit/>
          </a:bodyPr>
          <a:lstStyle>
            <a:lvl1pPr marL="0" indent="0" algn="l">
              <a:buNone/>
              <a:defRPr lang="zh-CN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 dirty="0"/>
              <a:t>单击图标插入图片</a:t>
            </a:r>
          </a:p>
        </p:txBody>
      </p:sp>
      <p:sp>
        <p:nvSpPr>
          <p:cNvPr id="3" name="Arc 2"/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 rtlCol="0">
            <a:normAutofit/>
          </a:bodyPr>
          <a:lstStyle>
            <a:lvl1pPr algn="ctr">
              <a:defRPr lang="zh-CN" sz="6000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4" name="任意多边形：形状 3"/>
          <p:cNvSpPr/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rtlCol="0" anchor="ctr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1BCB7CC9-ECD4-4D8B-B0BE-EF962741C7ED}" type="datetime1">
              <a:rPr lang="zh-CN" altLang="en-US" noProof="0" smtClean="0"/>
              <a:t>2025/1/11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sp>
        <p:nvSpPr>
          <p:cNvPr id="7" name="任意多边形：形状 14"/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  <p:sp>
        <p:nvSpPr>
          <p:cNvPr id="8" name="任意多边形：形状 13"/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  <p:sp>
        <p:nvSpPr>
          <p:cNvPr id="11" name="任意多边形：形状 19"/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形 6"/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  <p:grpSp>
        <p:nvGrpSpPr>
          <p:cNvPr id="8" name="组 7"/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椭圆形 8"/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0" name="弧形 9"/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1" name="椭圆形 10"/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</p:grpSp>
      <p:sp>
        <p:nvSpPr>
          <p:cNvPr id="14" name="任意多边形：形状 19"/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  <p:cxnSp>
        <p:nvCxnSpPr>
          <p:cNvPr id="15" name="直接连接符​​(S) 14"/>
          <p:cNvCxnSpPr/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rtlCol="0" anchor="ctr">
            <a:noAutofit/>
          </a:bodyPr>
          <a:lstStyle>
            <a:lvl1pPr algn="ctr">
              <a:defRPr lang="zh-CN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 rtlCol="0">
            <a:noAutofit/>
          </a:bodyPr>
          <a:lstStyle>
            <a:lvl1pPr marL="0" indent="0" algn="ctr">
              <a:buNone/>
              <a:defRPr lang="zh-CN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zh-CN" sz="2000"/>
            </a:lvl2pPr>
            <a:lvl3pPr marL="914400" indent="0" algn="ctr">
              <a:buNone/>
              <a:defRPr lang="zh-CN" sz="1800"/>
            </a:lvl3pPr>
            <a:lvl4pPr marL="1371600" indent="0" algn="ctr">
              <a:buNone/>
              <a:defRPr lang="zh-CN" sz="1600"/>
            </a:lvl4pPr>
            <a:lvl5pPr marL="1828800" indent="0" algn="ctr">
              <a:buNone/>
              <a:defRPr lang="zh-CN" sz="1600"/>
            </a:lvl5pPr>
            <a:lvl6pPr marL="2286000" indent="0" algn="ctr">
              <a:buNone/>
              <a:defRPr lang="zh-CN" sz="1600"/>
            </a:lvl6pPr>
            <a:lvl7pPr marL="2743200" indent="0" algn="ctr">
              <a:buNone/>
              <a:defRPr lang="zh-CN" sz="1600"/>
            </a:lvl7pPr>
            <a:lvl8pPr marL="3200400" indent="0" algn="ctr">
              <a:buNone/>
              <a:defRPr lang="zh-CN" sz="1600"/>
            </a:lvl8pPr>
            <a:lvl9pPr marL="3657600" indent="0" algn="ctr">
              <a:buNone/>
              <a:defRPr lang="zh-CN" sz="1600"/>
            </a:lvl9pPr>
          </a:lstStyle>
          <a:p>
            <a:pPr rtl="0"/>
            <a:r>
              <a:rPr lang="zh-CN" altLang="en-US" noProof="0" dirty="0"/>
              <a:t>单击此处添加副标题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C72E33F-8A6D-4BE2-91A3-EF85265E6994}" type="datetime1">
              <a:rPr lang="zh-CN" altLang="en-US" noProof="0" smtClean="0"/>
              <a:t>2025/1/11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5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grpSp>
        <p:nvGrpSpPr>
          <p:cNvPr id="11" name="组 10"/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任意多边形：形状 9"/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3" name="任意多边形：形状 10"/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4" name="任意多边形：形状 11"/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94A765C8-4DBE-419E-9AC9-2933E58D5301}" type="datetime1">
              <a:rPr lang="zh-CN" altLang="en-US" noProof="0" smtClean="0"/>
              <a:t>2025/1/11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11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2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72FE26A0-778B-4144-BD4A-CE98EDC045B5}" type="datetime1">
              <a:rPr lang="zh-CN" altLang="en-US" noProof="0" smtClean="0"/>
              <a:t>2025/1/11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sp>
        <p:nvSpPr>
          <p:cNvPr id="8" name="任意多边形：形状 11"/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  <p:sp>
        <p:nvSpPr>
          <p:cNvPr id="9" name="任意多边形：形状 13"/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  <p:cxnSp>
        <p:nvCxnSpPr>
          <p:cNvPr id="10" name="直接连接符​​(S) 9"/>
          <p:cNvCxnSpPr/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和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任意多边形：形状 14"/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0" name="任意多边形：形状 13"/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rtlCol="0" anchor="b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 hasCustomPrompt="1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zh-CN"/>
            </a:lvl1pPr>
          </a:lstStyle>
          <a:p>
            <a:pPr rtl="0"/>
            <a:r>
              <a:rPr lang="zh-CN" altLang="en-US" noProof="0" dirty="0"/>
              <a:t>单击图标以添加图片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44058872-EDB6-4BF5-ADE7-D8BB03CD7A6B}" type="datetime1">
              <a:rPr lang="zh-CN" altLang="en-US" noProof="0" smtClean="0"/>
              <a:t>2025/1/11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 10"/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任意多边形：形状 7"/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3" name="任意多边形：形状 1"/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8" name="表格占位符 7"/>
          <p:cNvSpPr>
            <a:spLocks noGrp="1"/>
          </p:cNvSpPr>
          <p:nvPr>
            <p:ph type="tbl" sz="quarter" idx="13" hasCustomPrompt="1"/>
          </p:nvPr>
        </p:nvSpPr>
        <p:spPr>
          <a:xfrm>
            <a:off x="4038599" y="1825625"/>
            <a:ext cx="7315199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zh-CN" sz="2400"/>
            </a:lvl1pPr>
          </a:lstStyle>
          <a:p>
            <a:pPr rtl="0"/>
            <a:r>
              <a:rPr lang="zh-CN" altLang="en-US" noProof="0" dirty="0"/>
              <a:t>单击图标以添加表格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BE288138-B1B8-42C0-9651-A87C59CE640D}" type="datetime1">
              <a:rPr lang="zh-CN" altLang="en-US" noProof="0" smtClean="0"/>
              <a:t>2025/1/11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  <p:sp>
        <p:nvSpPr>
          <p:cNvPr id="12" name="弧形 11"/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 UI" panose="020B0503020204020204" charset="-122"/>
              <a:ea typeface="Microsoft YaHei UI" panose="020B0503020204020204" charset="-122"/>
              <a:cs typeface="+mn-cs"/>
            </a:endParaRPr>
          </a:p>
        </p:txBody>
      </p:sp>
      <p:sp>
        <p:nvSpPr>
          <p:cNvPr id="13" name="任意多边形(F) 9"/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>
              <a:defRPr lang="zh-CN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9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lang="zh-CN" sz="1800"/>
            </a:lvl2pPr>
            <a:lvl3pPr>
              <a:spcBef>
                <a:spcPts val="1000"/>
              </a:spcBef>
              <a:buClr>
                <a:schemeClr val="accent2"/>
              </a:buClr>
              <a:defRPr lang="zh-CN" sz="1800"/>
            </a:lvl3pPr>
            <a:lvl4pPr>
              <a:spcBef>
                <a:spcPts val="1000"/>
              </a:spcBef>
              <a:buClr>
                <a:schemeClr val="accent2"/>
              </a:buClr>
              <a:defRPr lang="zh-CN" sz="1800"/>
            </a:lvl4pPr>
            <a:lvl5pPr>
              <a:spcBef>
                <a:spcPts val="1000"/>
              </a:spcBef>
              <a:buClr>
                <a:schemeClr val="accent2"/>
              </a:buClr>
              <a:defRPr lang="zh-CN" sz="18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  <a:endParaRPr lang="zh-CN" altLang="en-US" sz="1800" noProof="0" dirty="0">
              <a:latin typeface="Microsoft YaHei UI" panose="020B0503020204020204" pitchFamily="34" charset="77"/>
              <a:ea typeface="Microsoft YaHei UI" panose="020B0503020204020204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913543C6-85CF-4CC8-A359-0E6AA87440B6}" type="datetime1">
              <a:rPr lang="zh-CN" altLang="en-US" noProof="0" smtClean="0"/>
              <a:t>2025/1/11</a:t>
            </a:fld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14804DBD-C6A1-4240-BA65-41C3AB3ECA7D}" type="datetime1">
              <a:rPr lang="zh-CN" altLang="en-US" noProof="0" smtClean="0"/>
              <a:t>2025/1/11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sp>
        <p:nvSpPr>
          <p:cNvPr id="8" name="表格占位符 7"/>
          <p:cNvSpPr>
            <a:spLocks noGrp="1"/>
          </p:cNvSpPr>
          <p:nvPr>
            <p:ph type="tbl" sz="quarter" idx="13" hasCustomPrompt="1"/>
          </p:nvPr>
        </p:nvSpPr>
        <p:spPr>
          <a:xfrm>
            <a:off x="838199" y="1825625"/>
            <a:ext cx="10515600" cy="4297680"/>
          </a:xfrm>
        </p:spPr>
        <p:txBody>
          <a:bodyPr rtlCol="0">
            <a:normAutofit/>
          </a:bodyPr>
          <a:lstStyle>
            <a:lvl1pPr>
              <a:defRPr lang="zh-CN" sz="2400"/>
            </a:lvl1pPr>
          </a:lstStyle>
          <a:p>
            <a:pPr rtl="0"/>
            <a:r>
              <a:rPr lang="zh-CN" altLang="en-US" noProof="0" dirty="0"/>
              <a:t>单击图标以添加表格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/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椭圆形 7"/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9" name="任意多边形：形状 11"/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0" name="任意多边形：形状 13"/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1" name="任意多边形：形状 15"/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2" name="任意多边形：形状 17"/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  <p:sp>
          <p:nvSpPr>
            <p:cNvPr id="13" name="任意多边形：形状 21"/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lang="zh-CN"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 UI" panose="020B0503020204020204" charset="-122"/>
                <a:ea typeface="Microsoft YaHei UI" panose="020B0503020204020204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 rtlCol="0">
            <a:noAutofit/>
          </a:bodyPr>
          <a:lstStyle>
            <a:lvl1pPr algn="ctr">
              <a:defRPr lang="zh-CN"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rtlCol="0"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lang="zh-CN"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lang="zh-CN" sz="1600"/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626E6649-7F29-4ECB-AB03-3C2AED5D8734}" type="datetime1">
              <a:rPr lang="zh-CN" altLang="en-US" noProof="0" smtClean="0"/>
              <a:t>2025/1/11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547A8011-E53E-44F0-B43D-4154682EF7DE}" type="datetime1">
              <a:rPr lang="zh-CN" altLang="en-US" noProof="0" smtClean="0"/>
              <a:t>2025/1/11</a:t>
            </a:fld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44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4425042" y="2680382"/>
            <a:ext cx="7431677" cy="1497236"/>
          </a:xfrm>
          <a:noFill/>
        </p:spPr>
        <p:txBody>
          <a:bodyPr rtlCol="0" anchor="b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charset="0"/>
              </a:rPr>
              <a:t>进阶式挑战综合项目</a:t>
            </a:r>
            <a:r>
              <a:rPr lang="en-US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charset="0"/>
              </a:rPr>
              <a:t>I  </a:t>
            </a:r>
            <a:r>
              <a:rPr lang="zh-CN" altLang="en-US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charset="0"/>
              </a:rPr>
              <a:t>答辩</a:t>
            </a:r>
            <a:br>
              <a:rPr lang="en-US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charset="0"/>
              </a:rPr>
            </a:br>
            <a:r>
              <a:rPr lang="en-US" altLang="zh-CN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zh-CN" altLang="zh-CN" sz="2800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charset="0"/>
              </a:rPr>
              <a:t>主机与目标机间</a:t>
            </a:r>
            <a:r>
              <a:rPr lang="en-US" altLang="zh-CN" sz="2800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charset="0"/>
              </a:rPr>
              <a:t>UART</a:t>
            </a:r>
            <a:r>
              <a:rPr lang="zh-CN" altLang="zh-CN" sz="2800" u="sng" dirty="0">
                <a:effectLst/>
                <a:latin typeface="Times" panose="02020603050405020304" pitchFamily="18" charset="0"/>
                <a:ea typeface="宋体" panose="02010600030101010101" pitchFamily="2" charset="-122"/>
                <a:cs typeface="Times New Roman" panose="02020603050405020304" charset="0"/>
              </a:rPr>
              <a:t>串口通信电路设计实现</a:t>
            </a:r>
            <a:endParaRPr lang="zh-CN" dirty="0"/>
          </a:p>
        </p:txBody>
      </p:sp>
      <p:sp>
        <p:nvSpPr>
          <p:cNvPr id="2" name="副标题 2"/>
          <p:cNvSpPr txBox="1"/>
          <p:nvPr/>
        </p:nvSpPr>
        <p:spPr>
          <a:xfrm>
            <a:off x="4676502" y="4999055"/>
            <a:ext cx="7248798" cy="12798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sz="2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</a:rPr>
              <a:t>主讲人：白步兆（组长）</a:t>
            </a:r>
          </a:p>
          <a:p>
            <a:r>
              <a:rPr lang="zh-CN" altLang="en-US" sz="2400" dirty="0">
                <a:solidFill>
                  <a:schemeClr val="bg1"/>
                </a:solidFill>
              </a:rPr>
              <a:t>组员：王志轩、谢羽恒、肖世昱、韦柳如、代子祥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0060" y="1119031"/>
            <a:ext cx="4632959" cy="4619938"/>
          </a:xfrm>
          <a:noFill/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8000" dirty="0"/>
              <a:t>目录</a:t>
            </a:r>
            <a:r>
              <a:rPr lang="zh-CN" sz="5400" dirty="0"/>
              <a:t>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40748" y="2132941"/>
            <a:ext cx="5552091" cy="2592118"/>
          </a:xfrm>
          <a:noFill/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200" dirty="0"/>
              <a:t>团队分工</a:t>
            </a:r>
            <a:endParaRPr lang="en-US" altLang="zh-CN" sz="3200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zh-CN" altLang="en-US" sz="3200" dirty="0"/>
              <a:t>需求分析</a:t>
            </a:r>
            <a:endParaRPr lang="zh-CN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200" dirty="0"/>
              <a:t>项目设计与执行 </a:t>
            </a:r>
            <a:endParaRPr lang="en-US" altLang="zh-CN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3200" dirty="0"/>
              <a:t>难题发现与解决</a:t>
            </a:r>
            <a:endParaRPr lang="zh-CN" sz="3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5400" dirty="0"/>
              <a:t>团队分工</a:t>
            </a:r>
            <a:r>
              <a:rPr lang="zh-CN" sz="5400" dirty="0"/>
              <a:t>​​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5145764" y="545306"/>
            <a:ext cx="6543316" cy="576738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负责人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（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白步兆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）：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项目规划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团队协调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资源管理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、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质量把控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开发组（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王志轩，韦柳如，代子祥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）：系统设计、模块开发、仿真验证、硬件部署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测试组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（</a:t>
            </a:r>
            <a:r>
              <a:rPr lang="zh-CN" altLang="zh-CN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谢羽恒，肖世昱</a:t>
            </a: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）：功能验证、仿真测试、硬件测试、性能评估</a:t>
            </a:r>
            <a:endParaRPr lang="en-US" altLang="zh-CN" sz="2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99B107A-F7C7-35B2-4B1F-F0CA9607D582}"/>
                  </a:ext>
                </a:extLst>
              </p14:cNvPr>
              <p14:cNvContentPartPr/>
              <p14:nvPr/>
            </p14:nvContentPartPr>
            <p14:xfrm>
              <a:off x="8787960" y="874860"/>
              <a:ext cx="2943000" cy="14482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99B107A-F7C7-35B2-4B1F-F0CA9607D5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25320" y="812220"/>
                <a:ext cx="3068640" cy="15739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sz="5400"/>
              <a:t>需求分析</a:t>
            </a:r>
            <a:endParaRPr lang="zh-CN" altLang="en-US" sz="5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75274" y="756374"/>
            <a:ext cx="6020435" cy="2193290"/>
          </a:xfrm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实验目标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：实现一个主机与目标机间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串口通信电路，主机负责发送被除数和除数至目标机，目标机进行运算处理后，将商和余数通过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通信返回给主机，并在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段数码管上显示商的计算结果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5534660" y="3130550"/>
            <a:ext cx="5788660" cy="78359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主要功能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：数据接收、数据处理、数据显示、数据发送</a:t>
            </a:r>
          </a:p>
        </p:txBody>
      </p:sp>
      <p:sp>
        <p:nvSpPr>
          <p:cNvPr id="5" name="文本框 4"/>
          <p:cNvSpPr txBox="1"/>
          <p:nvPr userDrawn="1"/>
        </p:nvSpPr>
        <p:spPr>
          <a:xfrm>
            <a:off x="5534660" y="4257040"/>
            <a:ext cx="5701665" cy="81153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系统功能模块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：接收模块、计算模块、发送模块、顶层模块</a:t>
            </a:r>
          </a:p>
        </p:txBody>
      </p:sp>
      <p:sp>
        <p:nvSpPr>
          <p:cNvPr id="6" name="文本框 5"/>
          <p:cNvSpPr txBox="1"/>
          <p:nvPr userDrawn="1"/>
        </p:nvSpPr>
        <p:spPr>
          <a:xfrm>
            <a:off x="5645419" y="5411325"/>
            <a:ext cx="4650740" cy="46037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接口使用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RS232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通信协议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937232" y="2218633"/>
            <a:ext cx="6317536" cy="3063149"/>
          </a:xfrm>
          <a:noFill/>
        </p:spPr>
        <p:txBody>
          <a:bodyPr rtlCol="0"/>
          <a:lstStyle>
            <a:defPPr>
              <a:defRPr lang="zh-CN"/>
            </a:defPPr>
          </a:lstStyle>
          <a:p>
            <a:pPr rtl="0">
              <a:lnSpc>
                <a:spcPct val="100000"/>
              </a:lnSpc>
            </a:pPr>
            <a:r>
              <a:rPr lang="zh-CN" altLang="en-US" sz="6600" dirty="0"/>
              <a:t>项目设计与执行</a:t>
            </a:r>
            <a:br>
              <a:rPr lang="en-US" altLang="zh-CN" sz="6600" dirty="0"/>
            </a:br>
            <a:endParaRPr lang="zh-CN" sz="6600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815929" y="4750850"/>
            <a:ext cx="6560142" cy="623847"/>
          </a:xfrm>
        </p:spPr>
        <p:txBody>
          <a:bodyPr/>
          <a:lstStyle/>
          <a:p>
            <a:r>
              <a:rPr lang="en-US" altLang="zh-CN" sz="3600" b="0" i="0" dirty="0">
                <a:effectLst/>
                <a:latin typeface="+mj-lt"/>
                <a:ea typeface="+mj-lt"/>
                <a:cs typeface="+mj-lt"/>
              </a:rPr>
              <a:t>UART</a:t>
            </a:r>
            <a:r>
              <a:rPr lang="zh-CN" altLang="en-US" sz="3600" b="0" i="0" dirty="0">
                <a:effectLst/>
                <a:latin typeface="+mj-lt"/>
                <a:ea typeface="+mj-lt"/>
                <a:cs typeface="+mj-lt"/>
              </a:rPr>
              <a:t>串口通信方案</a:t>
            </a:r>
            <a:endParaRPr lang="zh-CN" altLang="en-US" sz="3600" dirty="0">
              <a:latin typeface="+mj-lt"/>
              <a:ea typeface="+mj-lt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5"/>
          </p:nvPr>
        </p:nvSpPr>
        <p:spPr>
          <a:xfrm>
            <a:off x="609600" y="1074045"/>
            <a:ext cx="11459497" cy="470991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项目概要设计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	</a:t>
            </a:r>
            <a:r>
              <a:rPr lang="zh-CN" altLang="en-US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硬件设计：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选择适合的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UART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芯片；设计电路；选择电源</a:t>
            </a:r>
            <a:r>
              <a:rPr lang="en-US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sz="2400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altLang="en-US" sz="2400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软件设计</a:t>
            </a:r>
            <a:r>
              <a:rPr lang="zh-CN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设计通信协议</a:t>
            </a:r>
            <a:r>
              <a:rPr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编写应用程序</a:t>
            </a:r>
          </a:p>
          <a:p>
            <a:pPr marL="914400" lvl="4" indent="0">
              <a:lnSpc>
                <a:spcPct val="150000"/>
              </a:lnSpc>
              <a:buNone/>
            </a:pPr>
            <a:r>
              <a:rPr lang="zh-CN" altLang="en-US" sz="2400" i="1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详细设计</a:t>
            </a:r>
            <a:r>
              <a:rPr altLang="en-US" sz="2400" i="1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核心代码分为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个模块</a:t>
            </a:r>
            <a:r>
              <a:rPr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，分别是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接收模块（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uart_rx.v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）、计算模块（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uart_rx.v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）、发送模块（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uart_tx.v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）、顶层模块（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uart_top.v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en-US" sz="2400" kern="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4" indent="0">
              <a:lnSpc>
                <a:spcPct val="150000"/>
              </a:lnSpc>
              <a:buNone/>
            </a:pP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此外还有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XDC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引脚文件、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tb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仿真文件。</a:t>
            </a:r>
            <a:endParaRPr lang="zh-CN" altLang="en-US" sz="2400" i="1" kern="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4" indent="0">
              <a:lnSpc>
                <a:spcPct val="150000"/>
              </a:lnSpc>
              <a:buNone/>
            </a:pPr>
            <a:endParaRPr lang="zh-CN" altLang="en-US" sz="2400" i="1" kern="1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2" name="图片 1" descr="upload_post_object_v2_14085800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622" y="382428"/>
            <a:ext cx="4515602" cy="5853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5"/>
          </p:nvPr>
        </p:nvSpPr>
        <p:spPr>
          <a:xfrm>
            <a:off x="609590" y="691617"/>
            <a:ext cx="11459497" cy="470991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）接收模块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	</a:t>
            </a:r>
            <a:r>
              <a:rPr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运用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时序逻辑设计，其中包括了设计输入信号（时钟、复位和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1bit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串行数据）和输出信号（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8bit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并行数据及其有效标志）</a:t>
            </a:r>
            <a:r>
              <a:rPr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目的是将接收到的串行数据转换为并行数据。关键在于准确控制移位操作的开始和结束时间，以确保数据的有效性。移位操作从第二个数据位开始，移位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次后完成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8bit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数据的转换，并产生一个移位完成标志。</a:t>
            </a:r>
          </a:p>
        </p:txBody>
      </p:sp>
      <p:pic>
        <p:nvPicPr>
          <p:cNvPr id="2" name="图片 1" descr="upload_post_object_v2_258158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0" y="4465937"/>
            <a:ext cx="4821304" cy="2101147"/>
          </a:xfrm>
          <a:prstGeom prst="rect">
            <a:avLst/>
          </a:prstGeom>
        </p:spPr>
      </p:pic>
      <p:pic>
        <p:nvPicPr>
          <p:cNvPr id="3" name="图片 2" descr="upload_post_object_v2_36120577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699" y="4707682"/>
            <a:ext cx="4896333" cy="1859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5"/>
          </p:nvPr>
        </p:nvSpPr>
        <p:spPr>
          <a:xfrm>
            <a:off x="609600" y="1074045"/>
            <a:ext cx="11459497" cy="470991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）计算模块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	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核心算法：通过逐位移位和减法完成除法运算。每次从被除数中提取一位，通过移位拼接到余数寄存器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yushu 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的最低位。如果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yushu &gt;= divisor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，则执行减法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yushu = yushu - divisor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，同时将对应商的当前位设置为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1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。每次移位后，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count 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1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。当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count == 0 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时，完成所有位的运算，进入完成状态。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5"/>
          </p:nvPr>
        </p:nvSpPr>
        <p:spPr>
          <a:xfrm>
            <a:off x="609590" y="805683"/>
            <a:ext cx="11459497" cy="470991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）发送</a:t>
            </a: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	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计要点是将并行数据转换为串行数据并发送至PC机，FPGA与PC机需约定相同的波特率。模块包含时序逻辑，需设计时钟和复位信号，以及并行数据及其有效标志。发送数据时，按帧格式（起始位、数据位、停止位）逐比特发送，使用计数器控制发送节奏，先发送低位。输出包括串行数据位和发送完成信号。</a:t>
            </a:r>
          </a:p>
        </p:txBody>
      </p:sp>
      <p:pic>
        <p:nvPicPr>
          <p:cNvPr id="2" name="图片 1" descr="upload_post_object_v2_40560460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95" y="4191642"/>
            <a:ext cx="4334169" cy="2120526"/>
          </a:xfrm>
          <a:prstGeom prst="rect">
            <a:avLst/>
          </a:prstGeom>
        </p:spPr>
      </p:pic>
      <p:pic>
        <p:nvPicPr>
          <p:cNvPr id="3" name="图片 2" descr="upload_post_object_v2_25817292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697" y="4191663"/>
            <a:ext cx="5337712" cy="200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5"/>
          </p:nvPr>
        </p:nvSpPr>
        <p:spPr>
          <a:xfrm>
            <a:off x="1030271" y="1475569"/>
            <a:ext cx="9993524" cy="390681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）顶层</a:t>
            </a:r>
            <a:r>
              <a:rPr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模块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	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先从串口接收数据（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字节），然后将数据解析为被除数和除数，再调用除法模块进行运算，最后将商和余数结果通过串口逐字节返回并通过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LED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</a:t>
            </a:r>
            <a:r>
              <a:rPr lang="zh-CN" altLang="en-US" sz="2400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显示状态。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5"/>
          </p:nvPr>
        </p:nvSpPr>
        <p:spPr>
          <a:xfrm>
            <a:off x="609600" y="1074045"/>
            <a:ext cx="11459497" cy="470991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项目规划阶段</a:t>
            </a:r>
            <a:endParaRPr lang="zh-CN" altLang="zh-CN" sz="24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	</a:t>
            </a:r>
            <a:r>
              <a:rPr lang="zh-CN" altLang="en-US" sz="2400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任务分解：</a:t>
            </a:r>
            <a:r>
              <a:rPr lang="zh-CN" altLang="en-US" sz="2400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将项目分为波特率生成器、发送、接收和测试平台等子模块</a:t>
            </a:r>
            <a:endParaRPr lang="en-US" altLang="zh-CN" sz="2400" kern="1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14400" lvl="4" indent="0">
              <a:lnSpc>
                <a:spcPct val="150000"/>
              </a:lnSpc>
              <a:buNone/>
            </a:pPr>
            <a:r>
              <a:rPr lang="zh-CN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时间管理：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制定时间表，合理规划设计、仿真、调试顺序</a:t>
            </a:r>
            <a:r>
              <a:rPr lang="en-US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sz="2400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24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资源准备：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准备好 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FPGA 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开发板、串口转 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USB 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模块、示波器等硬件配置，以及 </a:t>
            </a:r>
            <a:r>
              <a:rPr lang="en-US" altLang="zh-CN" sz="24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Vivado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和串口调试工具等软件开发环境</a:t>
            </a:r>
          </a:p>
          <a:p>
            <a:pPr marL="571500" lvl="1" indent="-342900">
              <a:lnSpc>
                <a:spcPct val="160000"/>
              </a:lnSpc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5"/>
          </p:nvPr>
        </p:nvSpPr>
        <p:spPr>
          <a:xfrm>
            <a:off x="366251" y="1234065"/>
            <a:ext cx="11459497" cy="530427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模块设计阶段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55600" algn="just">
              <a:lnSpc>
                <a:spcPct val="150000"/>
              </a:lnSpc>
            </a:pP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波特率生成器：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使用参数化设计方法，实现可调波特率生成器，根据主时钟频率产生不同的波特率时钟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55600" algn="just">
              <a:lnSpc>
                <a:spcPct val="100000"/>
              </a:lnSpc>
            </a:pP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发送模块：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基于状态机设计发送逻辑，涵盖起始位、数据位、校验位和停止位生成</a:t>
            </a:r>
            <a:endParaRPr lang="en-US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355600" algn="just">
              <a:lnSpc>
                <a:spcPct val="100000"/>
              </a:lnSpc>
            </a:pP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接收模块：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以状态机为基础构建接收逻辑，准确识别起始位、提取数据位并进行校验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55600" algn="just">
              <a:lnSpc>
                <a:spcPct val="100000"/>
              </a:lnSpc>
            </a:pP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顶层模块交互：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设计顶层模块，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整合发送与接收模块，支持完整通信流程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355600" algn="just">
              <a:lnSpc>
                <a:spcPct val="100000"/>
              </a:lnSpc>
            </a:pP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模块接口定义：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确定各模块的输入输出信号及时序要求</a:t>
            </a: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5"/>
          </p:nvPr>
        </p:nvSpPr>
        <p:spPr>
          <a:xfrm>
            <a:off x="1038777" y="719058"/>
            <a:ext cx="10114497" cy="416236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4. </a:t>
            </a:r>
            <a:r>
              <a:rPr lang="zh-CN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仿真验证阶段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模块单独仿真：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对波特率生成器、发送模块和接收模块分别进行功能仿真，验证逻辑正确性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联合仿真：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将各模块组合后进行顶层联合仿真，在</a:t>
            </a: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Vivado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仿真工具中验证串口数据的发送与接收功能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边界情况测试：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测试高低波特率通信、长短数据包传输等场景，确保系统稳定性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难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题发现和解决：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初期发现波特率生成器的分频值错误，导致接收端无法正确识别数据，后通过重新计算解决</a:t>
            </a:r>
            <a:endParaRPr lang="en-US" altLang="zh-CN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接收模块中发现状态机跳转不当的问题，通过优化状态转移逻辑解决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5"/>
          </p:nvPr>
        </p:nvSpPr>
        <p:spPr>
          <a:xfrm>
            <a:off x="338749" y="496699"/>
            <a:ext cx="3684611" cy="586460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zh-CN" altLang="zh-CN" sz="18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硬件实现阶段</a:t>
            </a:r>
            <a:endParaRPr lang="zh-CN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00000"/>
              </a:lnSpc>
              <a:buSzPts val="1000"/>
              <a:tabLst>
                <a:tab pos="457200" algn="l"/>
              </a:tabLst>
            </a:pPr>
            <a:r>
              <a:rPr lang="en-US" altLang="zh-CN" sz="18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sz="18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引脚分配：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r>
              <a:rPr lang="en-US" altLang="zh-CN" sz="18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Vivado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约束文件（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en-US" altLang="zh-CN" sz="18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xdc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）的编写，正确分配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发送（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TX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）和接收（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RX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）引脚</a:t>
            </a:r>
            <a:endParaRPr lang="zh-CN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00000"/>
              </a:lnSpc>
              <a:buSzPts val="1000"/>
              <a:tabLst>
                <a:tab pos="457200" algn="l"/>
              </a:tabLst>
            </a:pPr>
            <a:r>
              <a:rPr lang="en-US" altLang="zh-CN" sz="18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FPGA</a:t>
            </a:r>
            <a:r>
              <a:rPr lang="zh-CN" altLang="zh-CN" sz="18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烧录：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将设计下载到</a:t>
            </a:r>
            <a:r>
              <a:rPr lang="en-US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FPGA</a:t>
            </a:r>
            <a:r>
              <a:rPr lang="zh-CN" altLang="zh-CN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开发板中，并通过硬件测试验证每个模块的功能</a:t>
            </a:r>
            <a:endParaRPr lang="zh-CN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lnSpc>
                <a:spcPts val="2025"/>
              </a:lnSpc>
            </a:pPr>
            <a:r>
              <a:rPr lang="en-US" altLang="zh-CN" sz="1800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zh-CN" sz="1800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硬件调试：</a:t>
            </a:r>
            <a:endParaRPr lang="en-US" altLang="zh-CN" sz="1800" i="1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lnSpc>
                <a:spcPts val="2025"/>
              </a:lnSpc>
            </a:pPr>
            <a:r>
              <a:rPr lang="zh-CN" altLang="en-US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使用串口调试工具验证主机与目标机间的通信，发送与接收数据均符合预期</a:t>
            </a:r>
            <a:endParaRPr lang="en-US" altLang="zh-CN" sz="18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lnSpc>
                <a:spcPts val="2025"/>
              </a:lnSpc>
            </a:pPr>
            <a:r>
              <a:rPr lang="zh-CN" altLang="en-US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通过示波器观测</a:t>
            </a:r>
            <a:r>
              <a:rPr lang="en-US" altLang="zh-CN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TX</a:t>
            </a:r>
            <a:r>
              <a:rPr lang="zh-CN" altLang="en-US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RX</a:t>
            </a:r>
            <a:r>
              <a:rPr lang="zh-CN" altLang="en-US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信号波形，确认其符合</a:t>
            </a:r>
            <a:r>
              <a:rPr lang="en-US" altLang="zh-CN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UART</a:t>
            </a:r>
            <a:r>
              <a:rPr lang="zh-CN" altLang="en-US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通信规范</a:t>
            </a:r>
          </a:p>
          <a:p>
            <a:pPr algn="l" fontAlgn="base">
              <a:lnSpc>
                <a:spcPts val="2025"/>
              </a:lnSpc>
            </a:pPr>
            <a:r>
              <a:rPr lang="zh-CN" altLang="en-US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发现接收端偶有数据丢失现象，经增加</a:t>
            </a:r>
            <a:r>
              <a:rPr lang="en-US" altLang="zh-CN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FIFO</a:t>
            </a:r>
            <a:r>
              <a:rPr lang="zh-CN" altLang="en-US" sz="18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缓冲区后得以解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决</a:t>
            </a:r>
            <a:endParaRPr lang="zh-CN" altLang="en-US" sz="18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00000"/>
              </a:lnSpc>
              <a:buSzPts val="1000"/>
              <a:tabLst>
                <a:tab pos="457200" algn="l"/>
              </a:tabLst>
            </a:pPr>
            <a:endParaRPr lang="zh-CN" altLang="zh-CN" sz="1800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798116"/>
            <a:ext cx="7886700" cy="4850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5"/>
          </p:nvPr>
        </p:nvSpPr>
        <p:spPr>
          <a:xfrm>
            <a:off x="742950" y="1196340"/>
            <a:ext cx="10706100" cy="44653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zh-CN" altLang="zh-CN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成果总结阶段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功能验证：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成功实现主机与目标机间的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串口通信，能够在指定波特率下稳定发送和接收数据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性能评估：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分析系统传输稳定性、波特率精度和错误率，性能达设计要求</a:t>
            </a: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文档与报告：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撰写详尽项目报告，含复杂工程问题总结、现存问题及解决方案、执行状况、分工交流详情</a:t>
            </a:r>
            <a:r>
              <a:rPr lang="en-US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  <a:p>
            <a:pPr lvl="0">
              <a:lnSpc>
                <a:spcPct val="150000"/>
              </a:lnSpc>
              <a:buSzPts val="1000"/>
              <a:tabLst>
                <a:tab pos="457200" algn="l"/>
              </a:tabLst>
            </a:pPr>
            <a:r>
              <a:rPr lang="en-US" altLang="zh-CN" i="1" kern="1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zh-CN" i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展示与反馈：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展示项目成果，收集指导老师及小组成员反馈意见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71500" lvl="1" indent="-342900">
              <a:lnSpc>
                <a:spcPct val="150000"/>
              </a:lnSpc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2435135"/>
            <a:ext cx="5212080" cy="1451065"/>
          </a:xfrm>
        </p:spPr>
        <p:txBody>
          <a:bodyPr>
            <a:normAutofit/>
          </a:bodyPr>
          <a:lstStyle/>
          <a:p>
            <a:pPr marL="685800" lvl="1" indent="-457200"/>
            <a:endParaRPr lang="en-US" altLang="zh-CN" sz="2400" b="1" i="0" kern="100" dirty="0">
              <a:solidFill>
                <a:srgbClr val="1A2029"/>
              </a:solidFill>
              <a:effectLst/>
              <a:latin typeface="ui-monospace"/>
              <a:ea typeface="宋体" panose="02010600030101010101" pitchFamily="2" charset="-122"/>
            </a:endParaRPr>
          </a:p>
          <a:p>
            <a:pPr marL="685800" lvl="1" indent="-457200"/>
            <a:endParaRPr lang="en-US" altLang="zh-CN" sz="3200" b="1" i="0" dirty="0">
              <a:solidFill>
                <a:srgbClr val="1A2029"/>
              </a:solidFill>
              <a:effectLst/>
              <a:latin typeface="ui-monospac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3200" b="1" kern="1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15" name="内容占位符 14"/>
          <p:cNvPicPr>
            <a:picLocks noGrp="1" noChangeAspect="1"/>
          </p:cNvPicPr>
          <p:nvPr>
            <p:ph sz="half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2" y="2014189"/>
            <a:ext cx="5211762" cy="3744022"/>
          </a:xfr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762" y="2743199"/>
            <a:ext cx="3085498" cy="4114801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807720" y="62484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最终效果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502" y="-685801"/>
            <a:ext cx="3085498" cy="411480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904" y="-685800"/>
            <a:ext cx="3085498" cy="4114800"/>
          </a:xfrm>
          <a:prstGeom prst="rect">
            <a:avLst/>
          </a:prstGeom>
        </p:spPr>
      </p:pic>
      <p:cxnSp>
        <p:nvCxnSpPr>
          <p:cNvPr id="24" name="直接箭头连接符 23"/>
          <p:cNvCxnSpPr/>
          <p:nvPr/>
        </p:nvCxnSpPr>
        <p:spPr>
          <a:xfrm flipV="1">
            <a:off x="1036320" y="2209800"/>
            <a:ext cx="5554980" cy="6934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V="1">
            <a:off x="982980" y="2435135"/>
            <a:ext cx="9044940" cy="15196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1143000" y="4983480"/>
            <a:ext cx="7109460" cy="7162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矩形: 圆角 31"/>
          <p:cNvSpPr/>
          <p:nvPr/>
        </p:nvSpPr>
        <p:spPr>
          <a:xfrm>
            <a:off x="609600" y="2793415"/>
            <a:ext cx="426720" cy="2012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/>
          <p:cNvSpPr/>
          <p:nvPr/>
        </p:nvSpPr>
        <p:spPr>
          <a:xfrm>
            <a:off x="609600" y="3863340"/>
            <a:ext cx="373380" cy="2012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/>
          <p:cNvSpPr/>
          <p:nvPr/>
        </p:nvSpPr>
        <p:spPr>
          <a:xfrm>
            <a:off x="609600" y="4882856"/>
            <a:ext cx="533400" cy="2149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/>
          <p:cNvSpPr/>
          <p:nvPr/>
        </p:nvSpPr>
        <p:spPr>
          <a:xfrm>
            <a:off x="6591300" y="2014189"/>
            <a:ext cx="739140" cy="4209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: 圆角 40"/>
          <p:cNvSpPr/>
          <p:nvPr/>
        </p:nvSpPr>
        <p:spPr>
          <a:xfrm>
            <a:off x="8252460" y="5518513"/>
            <a:ext cx="739140" cy="4209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/>
          <p:cNvSpPr/>
          <p:nvPr/>
        </p:nvSpPr>
        <p:spPr>
          <a:xfrm>
            <a:off x="10035540" y="2135564"/>
            <a:ext cx="739140" cy="4209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194092" y="3162300"/>
            <a:ext cx="5211762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94092" y="4206240"/>
            <a:ext cx="5211762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33164" y="5265420"/>
            <a:ext cx="5211762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dirty="0"/>
              <a:t>难题发现与解决</a:t>
            </a:r>
            <a:r>
              <a:rPr lang="zh-CN" dirty="0"/>
              <a:t>​​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5381984" y="0"/>
            <a:ext cx="6810016" cy="685800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输入模块无法将数据正常传输到计算模块</a:t>
            </a:r>
          </a:p>
          <a:p>
            <a:pPr>
              <a:lnSpc>
                <a:spcPct val="16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未考虑到创建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32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位的数据变量存储四次的输入信息，并将该变量的高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位和低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位的分别赋值到计算模块的被除数和除数</a:t>
            </a:r>
          </a:p>
          <a:p>
            <a:pPr>
              <a:lnSpc>
                <a:spcPct val="160000"/>
              </a:lnSpc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仿真图像正常，板子无法接收数据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端口选取和数据格式选取错误</a:t>
            </a:r>
          </a:p>
          <a:p>
            <a:pPr>
              <a:lnSpc>
                <a:spcPct val="160000"/>
              </a:lnSpc>
            </a:pPr>
            <a:r>
              <a: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仿真图像正常，主机显示的商和余数位数缺失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原因：输出模块停止逻辑有误，传出最后一位数据的同时就停止，数据还未从板子传到主机，就接收到了结束信号，被迫停止，导致数据丢失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解决：更改</a:t>
            </a:r>
            <a:r>
              <a:rPr lang="en-US" altLang="zh-CN" sz="1800" dirty="0" err="1">
                <a:latin typeface="宋体" panose="02010600030101010101" pitchFamily="2" charset="-122"/>
                <a:ea typeface="宋体" panose="02010600030101010101" pitchFamily="2" charset="-122"/>
              </a:rPr>
              <a:t>bit_cnt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的值，使其完成最后一位数据的传出后再发送结束信号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619015"/>
            <a:ext cx="5837310" cy="5619969"/>
          </a:xfrm>
          <a:noFill/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sz="6600" dirty="0"/>
              <a:t>谢谢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107579" y="6028138"/>
            <a:ext cx="2208120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2025.1.11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自定义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Microsoft YaHei UI"/>
        <a:ea typeface="Microsoft YaHei UI"/>
        <a:cs typeface=""/>
      </a:majorFont>
      <a:minorFont>
        <a:latin typeface="Microsoft YaHei UI Light"/>
        <a:ea typeface="Microsoft YaHei U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/>
        <a:ea typeface=""/>
        <a:cs typeface=""/>
        <a:font script="Jpan" typeface="游ゴシック Light"/>
        <a:font script="Hang" typeface="맑은 고딕"/>
        <a:font script="Hans" typeface="Microsoft YaHei UI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Microsoft YaHei U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 xmlns="http://schemas.microsoft.com/sharepoint/v3/contenttype/forms">DocumentLibraryForm</Display>
  <Edit xmlns="http://schemas.microsoft.com/sharepoint/v3/contenttype/forms">DocumentLibraryForm</Edit>
  <New xmlns="http://schemas.microsoft.com/sharepoint/v3/contenttype/forms"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mlns:xsi="http://www.w3.org/2001/XMLSchema-instance" xsi:nil="true"/>
    <Image xmlns="71af3243-3dd4-4a8d-8c0d-dd76da1f02a5">
      <Url xmlns="71af3243-3dd4-4a8d-8c0d-dd76da1f02a5" xmlns:xsi="http://www.w3.org/2001/XMLSchema-instance" xsi:nil="true"/>
      <Description xmlns="71af3243-3dd4-4a8d-8c0d-dd76da1f02a5" xmlns:xsi="http://www.w3.org/2001/XMLSchema-instance"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mlns:xsi="http://www.w3.org/2001/XMLSchema-instance" xsi:nil="true"/>
    <ImageTagsTaxHTField xmlns="71af3243-3dd4-4a8d-8c0d-dd76da1f02a5">
      <Terms xmlns="http://schemas.microsoft.com/office/infopath/2007/PartnerControls"/>
    </ImageTagsTaxHTField>
    <TaxCatchAll xmlns="230e9df3-be65-4c73-a93b-d1236ebd677e" xmlns:xsi="http://www.w3.org/2001/XMLSchema-instance" xsi:nil="true"/>
    <MediaServiceKeyPoints xmlns="71af3243-3dd4-4a8d-8c0d-dd76da1f02a5" xmlns:xsi="http://www.w3.org/2001/XMLSchema-instanc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ontentTypeDescription="Create a new document." contentTypeName="Document" contentTypeID="0x01010079F111ED35F8CC479449609E8A0923A6" contentTypeVersion="28" contentTypeScope="" versionID="60f5a4f2d2b0abadcf532d48ebf9cb71" _="">
  <xsd:schema xmlns:xsd="http://www.w3.org/2001/XMLSchema" xmlns:ma="http://schemas.microsoft.com/office/2006/metadata/properties/metaAttributes" ma:root="true" targetNamespace="http://schemas.microsoft.com/office/2006/metadata/properties" ma:fieldsID="7dd78129e6a1811f84807ad11c651531" _="">
    <xsd:import xmlns:xsd="http://www.w3.org/2001/XMLSchema" namespace="http://schemas.microsoft.com/sharepoint/v3"/>
    <xsd:import xmlns:xsd="http://www.w3.org/2001/XMLSchema" namespace="71af3243-3dd4-4a8d-8c0d-dd76da1f02a5"/>
    <xsd:import xmlns:xsd="http://www.w3.org/2001/XMLSchema" namespace="16c05727-aa75-4e4a-9b5f-8a80a1165891"/>
    <xsd:import xmlns:xsd="http://www.w3.org/2001/XMLSchema" namespace="230e9df3-be65-4c73-a93b-d1236ebd677e"/>
    <xsd:element xmlns:xsd="http://www.w3.org/2001/XMLSchema" name="properties">
      <xsd:complexType xmlns:xsd="http://www.w3.org/2001/XMLSchema">
        <xsd:sequence xmlns:xsd="http://www.w3.org/2001/XMLSchema">
          <xsd:element xmlns:xsd="http://www.w3.org/2001/XMLSchema" name="documentManagement">
            <xsd:complexType xmlns:xsd="http://www.w3.org/2001/XMLSchema">
              <xsd:all xmlns:xsd="http://www.w3.org/2001/XMLSchema">
                <xsd:element xmlns:xsd="http://www.w3.org/2001/XMLSchema" ref="ns2:Status" minOccurs="0"/>
                <xsd:element xmlns:xsd="http://www.w3.org/2001/XMLSchema" ref="ns2:Image" minOccurs="0"/>
                <xsd:element xmlns:xsd="http://www.w3.org/2001/XMLSchema" ref="ns2:MediaServiceMetadata" minOccurs="0"/>
                <xsd:element xmlns:xsd="http://www.w3.org/2001/XMLSchema" ref="ns2:MediaServiceFastMetadata" minOccurs="0"/>
                <xsd:element xmlns:xsd="http://www.w3.org/2001/XMLSchema" ref="ns2:MediaServiceOCR" minOccurs="0"/>
                <xsd:element xmlns:xsd="http://www.w3.org/2001/XMLSchema" ref="ns2:MediaServiceAutoTags" minOccurs="0"/>
                <xsd:element xmlns:xsd="http://www.w3.org/2001/XMLSchema" ref="ns2:MediaServiceEventHashCode" minOccurs="0"/>
                <xsd:element xmlns:xsd="http://www.w3.org/2001/XMLSchema" ref="ns2:MediaServiceGenerationTime" minOccurs="0"/>
                <xsd:element xmlns:xsd="http://www.w3.org/2001/XMLSchema" ref="ns3:SharedWithUsers" minOccurs="0"/>
                <xsd:element xmlns:xsd="http://www.w3.org/2001/XMLSchema" ref="ns3:SharedWithDetails" minOccurs="0"/>
                <xsd:element xmlns:xsd="http://www.w3.org/2001/XMLSchema" ref="ns2:MediaServiceAutoKeyPoints" minOccurs="0"/>
                <xsd:element xmlns:xsd="http://www.w3.org/2001/XMLSchema" ref="ns2:MediaServiceKeyPoints" minOccurs="0"/>
                <xsd:element xmlns:xsd="http://www.w3.org/2001/XMLSchema" ref="ns2:MediaServiceDateTaken" minOccurs="0"/>
                <xsd:element xmlns:xsd="http://www.w3.org/2001/XMLSchema" ref="ns1:_ip_UnifiedCompliancePolicyProperties" minOccurs="0"/>
                <xsd:element xmlns:xsd="http://www.w3.org/2001/XMLSchema" ref="ns1:_ip_UnifiedCompliancePolicyUIAction" minOccurs="0"/>
                <xsd:element xmlns:xsd="http://www.w3.org/2001/XMLSchema" ref="ns4:TaxCatchAll" minOccurs="0"/>
                <xsd:element xmlns:xsd="http://www.w3.org/2001/XMLSchema" ref="ns2:ImageTagsTaxHTField" minOccurs="0"/>
                <xsd:element xmlns:xsd="http://www.w3.org/2001/XMLSchema" ref="ns2:MediaServiceLocation" minOccurs="0"/>
                <xsd:element xmlns:xsd="http://www.w3.org/2001/XMLSchema" ref="ns2:MediaLengthInSeconds" minOccurs="0"/>
                <xsd:element xmlns:xsd="http://www.w3.org/2001/XMLSchema" ref="ns2:Background" minOccurs="0"/>
                <xsd:element xmlns:xsd="http://www.w3.org/2001/XMLSchema" ref="ns2:MediaServiceSearchProperties" minOccurs="0"/>
                <xsd:element xmlns:xsd="http://www.w3.org/2001/XMLSchema" ref="ns2:MediaServiceDocTags" minOccurs="0"/>
                <xsd:element xmlns:xsd="http://www.w3.org/2001/XMLSchema" ref="ns2:MediaServiceObjectDetectorVersions" minOccurs="0"/>
                <xsd:element xmlns:xsd="http://www.w3.org/2001/XMLSchema" ref="ns2:MediaServiceSystemTags" minOccurs="0"/>
              </xsd:all>
            </xsd:complexType>
          </xsd:element>
        </xsd:sequence>
      </xsd:complexType>
    </xsd:element>
  </xsd:schema>
  <xsd:schema xmlns:xsd="http://www.w3.org/2001/XMLSchema" targetNamespace="http://schemas.microsoft.com/sharepoint/v3" elementFormDefault="qualified">
    <xsd:import xmlns:xsd="http://www.w3.org/2001/XMLSchema" namespace="http://schemas.microsoft.com/office/2006/documentManagement/types"/>
    <xsd:import xmlns:xsd="http://www.w3.org/2001/XMLSchema" namespace="http://schemas.microsoft.com/office/infopath/2007/PartnerControls"/>
    <xsd:element xmlns:xsd="http://www.w3.org/2001/XMLSchema" xmlns:ma="http://schemas.microsoft.com/office/2006/metadata/properties/metaAttributes" ma:internalName="_ip_UnifiedCompliancePolicyProperties" ma:displayName="Unified Compliance Policy Properties" nillable="true" name="_ip_UnifiedCompliancePolicyProperties" ma:index="20" ma:hidden="true" ma:readOnly="fals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ternalName="_ip_UnifiedCompliancePolicyUIAction" ma:displayName="Unified Compliance Policy UI Action" nillable="true" name="_ip_UnifiedCompliancePolicyUIAction" ma:index="21" ma:hidden="true" ma:readOnly="false">
      <xsd:simpleType xmlns:xsd="http://www.w3.org/2001/XMLSchema">
        <xsd:restriction xmlns:xsd="http://www.w3.org/2001/XMLSchema" base="dms:Text"/>
      </xsd:simpleType>
    </xsd:element>
  </xsd:schema>
  <xsd:schema xmlns:xsd="http://www.w3.org/2001/XMLSchema" targetNamespace="71af3243-3dd4-4a8d-8c0d-dd76da1f02a5" elementFormDefault="qualified">
    <xsd:import xmlns:xsd="http://www.w3.org/2001/XMLSchema" namespace="http://schemas.microsoft.com/office/2006/documentManagement/types"/>
    <xsd:import xmlns:xsd="http://www.w3.org/2001/XMLSchema" namespace="http://schemas.microsoft.com/office/infopath/2007/PartnerControls"/>
    <xsd:element xmlns:xsd="http://www.w3.org/2001/XMLSchema" xmlns:ma="http://schemas.microsoft.com/office/2006/metadata/properties/metaAttributes" ma:internalName="Status" ma:displayName="Status" nillable="true" name="Status" ma:format="Dropdown" ma:index="2" ma:default="Not started" ma:readOnly="false">
      <xsd:simpleType xmlns:xsd="http://www.w3.org/2001/XMLSchema">
        <xsd:restriction xmlns:xsd="http://www.w3.org/2001/XMLSchema" base="dms:Choice">
          <xsd:enumeration xmlns:xsd="http://www.w3.org/2001/XMLSchema" value="Not started"/>
          <xsd:enumeration xmlns:xsd="http://www.w3.org/2001/XMLSchema" value="In Progress"/>
          <xsd:enumeration xmlns:xsd="http://www.w3.org/2001/XMLSchema" value="Completed"/>
        </xsd:restriction>
      </xsd:simpleType>
    </xsd:element>
    <xsd:element xmlns:xsd="http://www.w3.org/2001/XMLSchema" xmlns:ma="http://schemas.microsoft.com/office/2006/metadata/properties/metaAttributes" ma:internalName="Image" ma:displayName="Image" nillable="true" name="Image" ma:format="Image" ma:index="3" ma:readOnly="false">
      <xsd:complexType xmlns:xsd="http://www.w3.org/2001/XMLSchema">
        <xsd:complexContent xmlns:xsd="http://www.w3.org/2001/XMLSchema">
          <xsd:extension xmlns:xsd="http://www.w3.org/2001/XMLSchema" base="dms:URL">
            <xsd:sequence xmlns:xsd="http://www.w3.org/2001/XMLSchema">
              <xsd:element xmlns:xsd="http://www.w3.org/2001/XMLSchema" type="dms:ValidUrl" minOccurs="0" nillable="true" name="Url"/>
              <xsd:element xmlns:xsd="http://www.w3.org/2001/XMLSchema" type="xsd:string" nillable="true" name="Description"/>
            </xsd:sequence>
          </xsd:extension>
        </xsd:complexContent>
      </xsd:complexType>
    </xsd:element>
    <xsd:element xmlns:xsd="http://www.w3.org/2001/XMLSchema" xmlns:ma="http://schemas.microsoft.com/office/2006/metadata/properties/metaAttributes" ma:internalName="MediaServiceMetadata" ma:displayName="MediaServiceMetadata" nillable="true" name="MediaServiceMetadata" ma:index="8" ma:hidden="true" ma:readOnly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ternalName="MediaServiceFastMetadata" ma:displayName="MediaServiceFastMetadata" nillable="true" name="MediaServiceFastMetadata" ma:index="9" ma:hidden="true" ma:readOnly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ternalName="MediaServiceOCR" ma:displayName="MediaServiceOCR" nillable="true" name="MediaServiceOCR" ma:index="10" ma:hidden="true" ma:readOnly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ternalName="MediaServiceAutoTags" ma:displayName="MediaServiceAutoTags" nillable="true" name="MediaServiceAutoTags" ma:index="11" ma:hidden="true" ma:readOnly="true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nternalName="MediaServiceEventHashCode" ma:displayName="MediaServiceEventHashCode" nillable="true" name="MediaServiceEventHashCode" ma:index="12" ma:hidden="true" ma:readOnly="true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nternalName="MediaServiceGenerationTime" ma:displayName="MediaServiceGenerationTime" nillable="true" name="MediaServiceGenerationTime" ma:index="13" ma:hidden="true" ma:readOnly="true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nternalName="MediaServiceAutoKeyPoints" ma:displayName="MediaServiceAutoKeyPoints" nillable="true" name="MediaServiceAutoKeyPoints" ma:index="16" ma:hidden="true" ma:readOnly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ternalName="MediaServiceKeyPoints" ma:displayName="KeyPoints" nillable="true" name="MediaServiceKeyPoints" ma:index="17" ma:hidden="true" ma:readOnly="fals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ternalName="MediaServiceDateTaken" ma:displayName="MediaServiceDateTaken" nillable="true" name="MediaServiceDateTaken" ma:index="18" ma:hidden="true" ma:readOnly="true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taxonomy="true" ma:internalName="ImageTagsTaxHTField" ma:taxonomyFieldName="MediaServiceImageTags" ma:taxonomyMulti="true" ma:termSetId="09814cd3-568e-fe90-9814-8d621ff8fb84" ma:displayName="Image Tags" ma:isKeyword="false" nillable="true" ma:open="true" ma:anchorId="fba54fb3-c3e1-fe81-a776-ca4b69148c4d" name="ImageTagsTaxHTField" ma:index="25" ma:sspId="e385fb40-52d4-4fae-9c5b-3e8ff8a5878e" ma:fieldId="{5cf76f15-5ced-4ddc-b409-7134ff3c332f}" ma:readOnly="false">
      <xsd:complexType xmlns:xsd="http://www.w3.org/2001/XMLSchema">
        <xsd:sequence xmlns:xsd="http://www.w3.org/2001/XMLSchema">
          <xsd:element xmlns:xsd="http://www.w3.org/2001/XMLSchema" ref="pc:Terms" minOccurs="0" maxOccurs="1"/>
        </xsd:sequence>
      </xsd:complexType>
    </xsd:element>
    <xsd:element xmlns:xsd="http://www.w3.org/2001/XMLSchema" xmlns:ma="http://schemas.microsoft.com/office/2006/metadata/properties/metaAttributes" ma:internalName="MediaServiceLocation" ma:displayName="Location" nillable="true" name="MediaServiceLocation" ma:index="26" ma:hidden="true" ma:readOnly="true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nternalName="MediaLengthInSeconds" ma:displayName="MediaLengthInSeconds" nillable="true" name="MediaLengthInSeconds" ma:index="27" ma:hidden="true" ma:readOnly="true">
      <xsd:simpleType xmlns:xsd="http://www.w3.org/2001/XMLSchema">
        <xsd:restriction xmlns:xsd="http://www.w3.org/2001/XMLSchema" base="dms:Unknown"/>
      </xsd:simpleType>
    </xsd:element>
    <xsd:element xmlns:xsd="http://www.w3.org/2001/XMLSchema" xmlns:ma="http://schemas.microsoft.com/office/2006/metadata/properties/metaAttributes" ma:internalName="Background" ma:displayName="Background" nillable="true" name="Background" ma:format="Dropdown" ma:index="28" ma:default="0">
      <xsd:simpleType xmlns:xsd="http://www.w3.org/2001/XMLSchema">
        <xsd:restriction xmlns:xsd="http://www.w3.org/2001/XMLSchema" base="dms:Boolean"/>
      </xsd:simpleType>
    </xsd:element>
    <xsd:element xmlns:xsd="http://www.w3.org/2001/XMLSchema" xmlns:ma="http://schemas.microsoft.com/office/2006/metadata/properties/metaAttributes" ma:internalName="MediaServiceSearchProperties" ma:displayName="MediaServiceSearchProperties" nillable="true" name="MediaServiceSearchProperties" ma:index="29" ma:hidden="true" ma:readOnly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ternalName="MediaServiceDocTags" ma:displayName="MediaServiceDocTags" nillable="true" name="MediaServiceDocTags" ma:index="30" ma:hidden="true" ma:readOnly="true">
      <xsd:simpleType xmlns:xsd="http://www.w3.org/2001/XMLSchema">
        <xsd:restriction xmlns:xsd="http://www.w3.org/2001/XMLSchema" base="dms:Note"/>
      </xsd:simpleType>
    </xsd:element>
    <xsd:element xmlns:xsd="http://www.w3.org/2001/XMLSchema" xmlns:ma="http://schemas.microsoft.com/office/2006/metadata/properties/metaAttributes" ma:internalName="MediaServiceObjectDetectorVersions" ma:displayName="MediaServiceObjectDetectorVersions" ma:description="" nillable="true" name="MediaServiceObjectDetectorVersions" ma:indexed="true" ma:index="31" ma:hidden="true" ma:readOnly="true">
      <xsd:simpleType xmlns:xsd="http://www.w3.org/2001/XMLSchema">
        <xsd:restriction xmlns:xsd="http://www.w3.org/2001/XMLSchema" base="dms:Text"/>
      </xsd:simpleType>
    </xsd:element>
    <xsd:element xmlns:xsd="http://www.w3.org/2001/XMLSchema" xmlns:ma="http://schemas.microsoft.com/office/2006/metadata/properties/metaAttributes" ma:internalName="MediaServiceSystemTags" ma:displayName="MediaServiceSystemTags" nillable="true" name="MediaServiceSystemTags" ma:index="32" ma:hidden="true" ma:readOnly="true">
      <xsd:simpleType xmlns:xsd="http://www.w3.org/2001/XMLSchema">
        <xsd:restriction xmlns:xsd="http://www.w3.org/2001/XMLSchema" base="dms:Note"/>
      </xsd:simpleType>
    </xsd:element>
  </xsd:schema>
  <xsd:schema xmlns:xsd="http://www.w3.org/2001/XMLSchema" targetNamespace="16c05727-aa75-4e4a-9b5f-8a80a1165891" elementFormDefault="qualified">
    <xsd:import xmlns:xsd="http://www.w3.org/2001/XMLSchema" namespace="http://schemas.microsoft.com/office/2006/documentManagement/types"/>
    <xsd:import xmlns:xsd="http://www.w3.org/2001/XMLSchema" namespace="http://schemas.microsoft.com/office/infopath/2007/PartnerControls"/>
    <xsd:element xmlns:xsd="http://www.w3.org/2001/XMLSchema" xmlns:ma="http://schemas.microsoft.com/office/2006/metadata/properties/metaAttributes" ma:internalName="SharedWithUsers" ma:displayName="Shared With" nillable="true" name="SharedWithUsers" ma:index="14" ma:hidden="true" ma:readOnly="true">
      <xsd:complexType xmlns:xsd="http://www.w3.org/2001/XMLSchema">
        <xsd:complexContent xmlns:xsd="http://www.w3.org/2001/XMLSchema">
          <xsd:extension xmlns:xsd="http://www.w3.org/2001/XMLSchema" base="dms:UserMulti">
            <xsd:sequence xmlns:xsd="http://www.w3.org/2001/XMLSchema">
              <xsd:element xmlns:xsd="http://www.w3.org/2001/XMLSchema" minOccurs="0" name="UserInfo" maxOccurs="unbounded">
                <xsd:complexType xmlns:xsd="http://www.w3.org/2001/XMLSchema">
                  <xsd:sequence xmlns:xsd="http://www.w3.org/2001/XMLSchema">
                    <xsd:element xmlns:xsd="http://www.w3.org/2001/XMLSchema" type="xsd:string" minOccurs="0" name="DisplayName"/>
                    <xsd:element xmlns:xsd="http://www.w3.org/2001/XMLSchema" type="dms:UserId" minOccurs="0" nillable="true" name="AccountId"/>
                    <xsd:element xmlns:xsd="http://www.w3.org/2001/XMLSchema" type="xsd:string" minOccurs="0" name="AccountType"/>
                  </xsd:sequence>
                </xsd:complexType>
              </xsd:element>
            </xsd:sequence>
          </xsd:extension>
        </xsd:complexContent>
      </xsd:complexType>
    </xsd:element>
    <xsd:element xmlns:xsd="http://www.w3.org/2001/XMLSchema" xmlns:ma="http://schemas.microsoft.com/office/2006/metadata/properties/metaAttributes" ma:internalName="SharedWithDetails" ma:displayName="Shared With Details" nillable="true" name="SharedWithDetails" ma:index="15" ma:hidden="true" ma:readOnly="true">
      <xsd:simpleType xmlns:xsd="http://www.w3.org/2001/XMLSchema">
        <xsd:restriction xmlns:xsd="http://www.w3.org/2001/XMLSchema" base="dms:Note"/>
      </xsd:simpleType>
    </xsd:element>
  </xsd:schema>
  <xsd:schema xmlns:xsd="http://www.w3.org/2001/XMLSchema" targetNamespace="230e9df3-be65-4c73-a93b-d1236ebd677e" elementFormDefault="qualified">
    <xsd:import xmlns:xsd="http://www.w3.org/2001/XMLSchema" namespace="http://schemas.microsoft.com/office/2006/documentManagement/types"/>
    <xsd:import xmlns:xsd="http://www.w3.org/2001/XMLSchema" namespace="http://schemas.microsoft.com/office/infopath/2007/PartnerControls"/>
    <xsd:element xmlns:xsd="http://www.w3.org/2001/XMLSchema" xmlns:ma="http://schemas.microsoft.com/office/2006/metadata/properties/metaAttributes" ma:internalName="TaxCatchAll" ma:displayName="Taxonomy Catch All Column" ma:web="16c05727-aa75-4e4a-9b5f-8a80a1165891" ma:showField="CatchAllData" nillable="true" name="TaxCatchAll" ma:index="23" ma:hidden="true" ma:list="{3f6bfcbc-3db3-4ae6-bd76-326f0798ad28}" ma:readOnly="false">
      <xsd:complexType xmlns:xsd="http://www.w3.org/2001/XMLSchema">
        <xsd:complexContent xmlns:xsd="http://www.w3.org/2001/XMLSchema">
          <xsd:extension xmlns:xsd="http://www.w3.org/2001/XMLSchema" base="dms:MultiChoiceLookup">
            <xsd:sequence xmlns:xsd="http://www.w3.org/2001/XMLSchema">
              <xsd:element xmlns:xsd="http://www.w3.org/2001/XMLSchema" type="dms:Lookup" minOccurs="0" nillable="true" name="Value" maxOccurs="unbounded"/>
            </xsd:sequence>
          </xsd:extension>
        </xsd:complexContent>
      </xsd:complexType>
    </xsd:element>
  </xsd:schema>
  <xsd:schema xmlns:xsd="http://www.w3.org/2001/XMLSchema" blockDefault="#all" targetNamespace="http://schemas.openxmlformats.org/package/2006/metadata/core-properties" attributeFormDefault="unqualified" elementFormDefault="qualified">
    <xsd:import xmlns:xsd="http://www.w3.org/2001/XMLSchema" namespace="http://purl.org/dc/elements/1.1/" schemaLocation="http://dublincore.org/schemas/xmls/qdc/2003/04/02/dc.xsd"/>
    <xsd:import xmlns:xsd="http://www.w3.org/2001/XMLSchema" namespace="http://purl.org/dc/terms/" schemaLocation="http://dublincore.org/schemas/xmls/qdc/2003/04/02/dcterms.xsd"/>
    <xsd:element xmlns:xsd="http://www.w3.org/2001/XMLSchema" type="CT_coreProperties" name="coreProperties"/>
    <xsd:complexType xmlns:xsd="http://www.w3.org/2001/XMLSchema" name="CT_coreProperties">
      <xsd:all xmlns:xsd="http://www.w3.org/2001/XMLSchema">
        <xsd:element xmlns:xsd="http://www.w3.org/2001/XMLSchema" ref="dc:creator" minOccurs="0" maxOccurs="1"/>
        <xsd:element xmlns:xsd="http://www.w3.org/2001/XMLSchema" ref="dcterms:created" minOccurs="0" maxOccurs="1"/>
        <xsd:element xmlns:xsd="http://www.w3.org/2001/XMLSchema" ref="dc:identifier" minOccurs="0" maxOccurs="1"/>
        <xsd:element xmlns:xsd="http://www.w3.org/2001/XMLSchema" xmlns:ma="http://schemas.microsoft.com/office/2006/metadata/properties/metaAttributes" ma:displayName="Content Type" type="xsd:string" minOccurs="0" name="contentType" maxOccurs="1"/>
        <xsd:element xmlns:xsd="http://www.w3.org/2001/XMLSchema" xmlns:ma="http://schemas.microsoft.com/office/2006/metadata/properties/metaAttributes" ma:displayName="Title" ref="dc:title" minOccurs="0" ma:index="1" maxOccurs="1"/>
        <xsd:element xmlns:xsd="http://www.w3.org/2001/XMLSchema" ref="dc:subject" minOccurs="0" maxOccurs="1"/>
        <xsd:element xmlns:xsd="http://www.w3.org/2001/XMLSchema" ref="dc:description" minOccurs="0" maxOccurs="1"/>
        <xsd:element xmlns:xsd="http://www.w3.org/2001/XMLSchema" type="xsd:string" minOccurs="0" name="keywords" maxOccurs="1"/>
        <xsd:element xmlns:xsd="http://www.w3.org/2001/XMLSchema" ref="dc:language" minOccurs="0" maxOccurs="1"/>
        <xsd:element xmlns:xsd="http://www.w3.org/2001/XMLSchema" type="xsd:string" minOccurs="0" name="category" maxOccurs="1"/>
        <xsd:element xmlns:xsd="http://www.w3.org/2001/XMLSchema" type="xsd:string" minOccurs="0" name="version" maxOccurs="1"/>
        <xsd:element xmlns:xsd="http://www.w3.org/2001/XMLSchema" type="xsd:string" minOccurs="0" name="revision" maxOccurs="1">
          <xsd:annotation xmlns:xsd="http://www.w3.org/2001/XMLSchema">
            <xsd:documentation xmlns:xsd="http://www.w3.org/2001/XMLSchema">
                        This value indicates the number of saves or revisions. The application is responsible for updating this value after each revision.
                    </xsd:documentation>
          </xsd:annotation>
        </xsd:element>
        <xsd:element xmlns:xsd="http://www.w3.org/2001/XMLSchema" type="xsd:string" minOccurs="0" name="lastModifiedBy" maxOccurs="1"/>
        <xsd:element xmlns:xsd="http://www.w3.org/2001/XMLSchema" ref="dcterms:modified" minOccurs="0" maxOccurs="1"/>
        <xsd:element xmlns:xsd="http://www.w3.org/2001/XMLSchema" type="xsd:string" minOccurs="0" name="contentStatus" maxOccurs="1"/>
      </xsd:all>
    </xsd:complexType>
  </xsd:schema>
  <xs:schema xmlns:xs="http://www.w3.org/2001/XMLSchema" targetNamespace="http://schemas.microsoft.com/office/infopath/2007/PartnerControls" attributeFormDefault="unqualified" elementFormDefault="qualified">
    <xs:element xmlns:xs="http://www.w3.org/2001/XMLSchema" name="Person">
      <xs:complexType xmlns:xs="http://www.w3.org/2001/XMLSchema">
        <xs:sequence xmlns:xs="http://www.w3.org/2001/XMLSchema">
          <xs:element xmlns:xs="http://www.w3.org/2001/XMLSchema" ref="pc:DisplayName" minOccurs="0"/>
          <xs:element xmlns:xs="http://www.w3.org/2001/XMLSchema" ref="pc:AccountId" minOccurs="0"/>
          <xs:element xmlns:xs="http://www.w3.org/2001/XMLSchema" ref="pc:AccountType" minOccurs="0"/>
        </xs:sequence>
      </xs:complexType>
    </xs:element>
    <xs:element xmlns:xs="http://www.w3.org/2001/XMLSchema" type="xs:string" name="DisplayName"/>
    <xs:element xmlns:xs="http://www.w3.org/2001/XMLSchema" type="xs:string" name="AccountId"/>
    <xs:element xmlns:xs="http://www.w3.org/2001/XMLSchema" type="xs:string" name="AccountType"/>
    <xs:element xmlns:xs="http://www.w3.org/2001/XMLSchema" name="BDCAssociatedEntity">
      <xs:complexType xmlns:xs="http://www.w3.org/2001/XMLSchema">
        <xs:sequence xmlns:xs="http://www.w3.org/2001/XMLSchema">
          <xs:element xmlns:xs="http://www.w3.org/2001/XMLSchema" ref="pc:BDCEntity" minOccurs="0" maxOccurs="unbounded"/>
        </xs:sequence>
        <xs:attribute xmlns:xs="http://www.w3.org/2001/XMLSchema" ref="pc:EntityNamespace"/>
        <xs:attribute xmlns:xs="http://www.w3.org/2001/XMLSchema" ref="pc:EntityName"/>
        <xs:attribute xmlns:xs="http://www.w3.org/2001/XMLSchema" ref="pc:SystemInstanceName"/>
        <xs:attribute xmlns:xs="http://www.w3.org/2001/XMLSchema" ref="pc:AssociationName"/>
      </xs:complexType>
    </xs:element>
    <xs:attribute xmlns:xs="http://www.w3.org/2001/XMLSchema" type="xs:string" name="EntityNamespace"/>
    <xs:attribute xmlns:xs="http://www.w3.org/2001/XMLSchema" type="xs:string" name="EntityName"/>
    <xs:attribute xmlns:xs="http://www.w3.org/2001/XMLSchema" type="xs:string" name="SystemInstanceName"/>
    <xs:attribute xmlns:xs="http://www.w3.org/2001/XMLSchema" type="xs:string" name="AssociationName"/>
    <xs:element xmlns:xs="http://www.w3.org/2001/XMLSchema" name="BDCEntity">
      <xs:complexType xmlns:xs="http://www.w3.org/2001/XMLSchema">
        <xs:sequence xmlns:xs="http://www.w3.org/2001/XMLSchema">
          <xs:element xmlns:xs="http://www.w3.org/2001/XMLSchema" ref="pc:EntityDisplayName" minOccurs="0"/>
          <xs:element xmlns:xs="http://www.w3.org/2001/XMLSchema" ref="pc:EntityInstanceReference" minOccurs="0"/>
          <xs:element xmlns:xs="http://www.w3.org/2001/XMLSchema" ref="pc:EntityId1" minOccurs="0"/>
          <xs:element xmlns:xs="http://www.w3.org/2001/XMLSchema" ref="pc:EntityId2" minOccurs="0"/>
          <xs:element xmlns:xs="http://www.w3.org/2001/XMLSchema" ref="pc:EntityId3" minOccurs="0"/>
          <xs:element xmlns:xs="http://www.w3.org/2001/XMLSchema" ref="pc:EntityId4" minOccurs="0"/>
          <xs:element xmlns:xs="http://www.w3.org/2001/XMLSchema" ref="pc:EntityId5" minOccurs="0"/>
        </xs:sequence>
      </xs:complexType>
    </xs:element>
    <xs:element xmlns:xs="http://www.w3.org/2001/XMLSchema" type="xs:string" name="EntityDisplayName"/>
    <xs:element xmlns:xs="http://www.w3.org/2001/XMLSchema" type="xs:string" name="EntityInstanceReference"/>
    <xs:element xmlns:xs="http://www.w3.org/2001/XMLSchema" type="xs:string" name="EntityId1"/>
    <xs:element xmlns:xs="http://www.w3.org/2001/XMLSchema" type="xs:string" name="EntityId2"/>
    <xs:element xmlns:xs="http://www.w3.org/2001/XMLSchema" type="xs:string" name="EntityId3"/>
    <xs:element xmlns:xs="http://www.w3.org/2001/XMLSchema" type="xs:string" name="EntityId4"/>
    <xs:element xmlns:xs="http://www.w3.org/2001/XMLSchema" type="xs:string" name="EntityId5"/>
    <xs:element xmlns:xs="http://www.w3.org/2001/XMLSchema" name="Terms">
      <xs:complexType xmlns:xs="http://www.w3.org/2001/XMLSchema">
        <xs:sequence xmlns:xs="http://www.w3.org/2001/XMLSchema">
          <xs:element xmlns:xs="http://www.w3.org/2001/XMLSchema" ref="pc:TermInfo" minOccurs="0" maxOccurs="unbounded"/>
        </xs:sequence>
      </xs:complexType>
    </xs:element>
    <xs:element xmlns:xs="http://www.w3.org/2001/XMLSchema" name="TermInfo">
      <xs:complexType xmlns:xs="http://www.w3.org/2001/XMLSchema">
        <xs:sequence xmlns:xs="http://www.w3.org/2001/XMLSchema">
          <xs:element xmlns:xs="http://www.w3.org/2001/XMLSchema" ref="pc:TermName" minOccurs="0"/>
          <xs:element xmlns:xs="http://www.w3.org/2001/XMLSchema" ref="pc:TermId" minOccurs="0"/>
        </xs:sequence>
      </xs:complexType>
    </xs:element>
    <xs:element xmlns:xs="http://www.w3.org/2001/XMLSchema" type="xs:string" name="TermName"/>
    <xs:element xmlns:xs="http://www.w3.org/2001/XMLSchema" type="xs:string" name="TermId"/>
  </xs:schema>
</ct:contentTypeSchema>
</file>

<file path=customXml/itemProps1.xml><?xml version="1.0" encoding="utf-8"?>
<ds:datastoreItem xmlns:ds="http://schemas.openxmlformats.org/officeDocument/2006/customXml" ds:itemID="{4E60708A-6461-4D7F-883F-7E25D731D326}">
  <ds:schemaRefs/>
</ds:datastoreItem>
</file>

<file path=customXml/itemProps2.xml><?xml version="1.0" encoding="utf-8"?>
<ds:datastoreItem xmlns:ds="http://schemas.openxmlformats.org/officeDocument/2006/customXml" ds:itemID="{E130005B-6102-4F3C-A26F-485DF1BF9717}">
  <ds:schemaRefs/>
</ds:datastoreItem>
</file>

<file path=customXml/itemProps3.xml><?xml version="1.0" encoding="utf-8"?>
<ds:datastoreItem xmlns:ds="http://schemas.openxmlformats.org/officeDocument/2006/customXml" ds:itemID="{2BC90B52-91C7-4BE9-8AE0-180FFFE1100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1222</Words>
  <Application>Microsoft Office PowerPoint</Application>
  <PresentationFormat>宽屏</PresentationFormat>
  <Paragraphs>113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Microsoft YaHei UI</vt:lpstr>
      <vt:lpstr>Microsoft YaHei UI Light</vt:lpstr>
      <vt:lpstr>ui-monospace</vt:lpstr>
      <vt:lpstr>宋体</vt:lpstr>
      <vt:lpstr>Arial</vt:lpstr>
      <vt:lpstr>Times</vt:lpstr>
      <vt:lpstr>自定义</vt:lpstr>
      <vt:lpstr>进阶式挑战综合项目I  答辩  主机与目标机间UART串口通信电路设计实现</vt:lpstr>
      <vt:lpstr>目录​</vt:lpstr>
      <vt:lpstr>团队分工​​</vt:lpstr>
      <vt:lpstr>需求分析</vt:lpstr>
      <vt:lpstr>项目设计与执行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难题发现与解决​​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进阶式挑战综合项目I  答辩  主机与目标机间UART串口通信电路设计实现</dc:title>
  <dc:creator>柳如 韦</dc:creator>
  <cp:lastModifiedBy>路 季</cp:lastModifiedBy>
  <cp:revision>6</cp:revision>
  <dcterms:created xsi:type="dcterms:W3CDTF">2025-01-10T16:42:36Z</dcterms:created>
  <dcterms:modified xsi:type="dcterms:W3CDTF">2025-01-10T16:51:24Z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74D609934AA97E4921438167ECBF5FB5_42</vt:lpwstr>
  </property>
  <property fmtid="{D5CDD505-2E9C-101B-9397-08002B2CF9AE}" pid="4" name="KSOProductBuildVer">
    <vt:lpwstr>2052-12.1.0.19770</vt:lpwstr>
  </property>
</Properties>
</file>