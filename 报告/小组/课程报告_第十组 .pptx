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3.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4.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5.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6.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7.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8.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7" r:id="rId2"/>
    <p:sldId id="259" r:id="rId3"/>
    <p:sldId id="260" r:id="rId4"/>
    <p:sldId id="261" r:id="rId5"/>
    <p:sldId id="267" r:id="rId6"/>
    <p:sldId id="279" r:id="rId7"/>
    <p:sldId id="274" r:id="rId8"/>
    <p:sldId id="280" r:id="rId9"/>
    <p:sldId id="282" r:id="rId10"/>
    <p:sldId id="290"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DAE4"/>
    <a:srgbClr val="81BA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48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0EBFC-052A-4369-B7FD-FF63FA6AB47C}" type="datetimeFigureOut">
              <a:rPr lang="zh-CN" altLang="en-US" smtClean="0"/>
              <a:t>2024/12/7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EF123E-D172-43B9-90E0-2D014C119C8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02407E-CA6E-4DD8-9DFE-C2A7C4FCCBC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61FDB1-78C2-465A-A2C7-2B81AF98A90D}" type="datetimeFigureOut">
              <a:rPr lang="zh-CN" altLang="en-US" smtClean="0">
                <a:solidFill>
                  <a:prstClr val="black">
                    <a:tint val="75000"/>
                  </a:prstClr>
                </a:solidFill>
              </a:rPr>
              <a:t>2024/12/7</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1A3BC-785A-4F86-9AD7-D34E47952709}"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image" Target="../media/image6.png"/><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5.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notesSlide" Target="../notesSlides/notesSlide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slideLayout" Target="../slideLayouts/slideLayout1.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tags" Target="../tags/tag48.xml"/><Relationship Id="rId3" Type="http://schemas.openxmlformats.org/officeDocument/2006/relationships/tags" Target="../tags/tag25.xml"/><Relationship Id="rId21" Type="http://schemas.openxmlformats.org/officeDocument/2006/relationships/tags" Target="../tags/tag43.xml"/><Relationship Id="rId34" Type="http://schemas.openxmlformats.org/officeDocument/2006/relationships/slideLayout" Target="../slideLayouts/slideLayout1.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tags" Target="../tags/tag47.xml"/><Relationship Id="rId33" Type="http://schemas.openxmlformats.org/officeDocument/2006/relationships/tags" Target="../tags/tag55.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29" Type="http://schemas.openxmlformats.org/officeDocument/2006/relationships/tags" Target="../tags/tag51.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tags" Target="../tags/tag46.xml"/><Relationship Id="rId32" Type="http://schemas.openxmlformats.org/officeDocument/2006/relationships/tags" Target="../tags/tag54.xml"/><Relationship Id="rId37" Type="http://schemas.openxmlformats.org/officeDocument/2006/relationships/image" Target="../media/image6.png"/><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tags" Target="../tags/tag45.xml"/><Relationship Id="rId28" Type="http://schemas.openxmlformats.org/officeDocument/2006/relationships/tags" Target="../tags/tag50.xml"/><Relationship Id="rId36" Type="http://schemas.openxmlformats.org/officeDocument/2006/relationships/image" Target="../media/image5.png"/><Relationship Id="rId10" Type="http://schemas.openxmlformats.org/officeDocument/2006/relationships/tags" Target="../tags/tag32.xml"/><Relationship Id="rId19" Type="http://schemas.openxmlformats.org/officeDocument/2006/relationships/tags" Target="../tags/tag41.xml"/><Relationship Id="rId31" Type="http://schemas.openxmlformats.org/officeDocument/2006/relationships/tags" Target="../tags/tag53.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tags" Target="../tags/tag44.xml"/><Relationship Id="rId27" Type="http://schemas.openxmlformats.org/officeDocument/2006/relationships/tags" Target="../tags/tag49.xml"/><Relationship Id="rId30" Type="http://schemas.openxmlformats.org/officeDocument/2006/relationships/tags" Target="../tags/tag52.xml"/><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3" Type="http://schemas.openxmlformats.org/officeDocument/2006/relationships/tags" Target="../tags/tag68.xml"/><Relationship Id="rId18" Type="http://schemas.openxmlformats.org/officeDocument/2006/relationships/tags" Target="../tags/tag73.xml"/><Relationship Id="rId26" Type="http://schemas.openxmlformats.org/officeDocument/2006/relationships/tags" Target="../tags/tag81.xml"/><Relationship Id="rId39" Type="http://schemas.openxmlformats.org/officeDocument/2006/relationships/tags" Target="../tags/tag94.xml"/><Relationship Id="rId3" Type="http://schemas.openxmlformats.org/officeDocument/2006/relationships/tags" Target="../tags/tag58.xml"/><Relationship Id="rId21" Type="http://schemas.openxmlformats.org/officeDocument/2006/relationships/tags" Target="../tags/tag76.xml"/><Relationship Id="rId34" Type="http://schemas.openxmlformats.org/officeDocument/2006/relationships/tags" Target="../tags/tag89.xml"/><Relationship Id="rId42" Type="http://schemas.openxmlformats.org/officeDocument/2006/relationships/tags" Target="../tags/tag97.xml"/><Relationship Id="rId47" Type="http://schemas.openxmlformats.org/officeDocument/2006/relationships/tags" Target="../tags/tag102.xml"/><Relationship Id="rId50" Type="http://schemas.openxmlformats.org/officeDocument/2006/relationships/notesSlide" Target="../notesSlides/notesSlide4.xml"/><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tags" Target="../tags/tag72.xml"/><Relationship Id="rId25" Type="http://schemas.openxmlformats.org/officeDocument/2006/relationships/tags" Target="../tags/tag80.xml"/><Relationship Id="rId33" Type="http://schemas.openxmlformats.org/officeDocument/2006/relationships/tags" Target="../tags/tag88.xml"/><Relationship Id="rId38" Type="http://schemas.openxmlformats.org/officeDocument/2006/relationships/tags" Target="../tags/tag93.xml"/><Relationship Id="rId46" Type="http://schemas.openxmlformats.org/officeDocument/2006/relationships/tags" Target="../tags/tag101.xml"/><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tags" Target="../tags/tag75.xml"/><Relationship Id="rId29" Type="http://schemas.openxmlformats.org/officeDocument/2006/relationships/tags" Target="../tags/tag84.xml"/><Relationship Id="rId41" Type="http://schemas.openxmlformats.org/officeDocument/2006/relationships/tags" Target="../tags/tag96.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24" Type="http://schemas.openxmlformats.org/officeDocument/2006/relationships/tags" Target="../tags/tag79.xml"/><Relationship Id="rId32" Type="http://schemas.openxmlformats.org/officeDocument/2006/relationships/tags" Target="../tags/tag87.xml"/><Relationship Id="rId37" Type="http://schemas.openxmlformats.org/officeDocument/2006/relationships/tags" Target="../tags/tag92.xml"/><Relationship Id="rId40" Type="http://schemas.openxmlformats.org/officeDocument/2006/relationships/tags" Target="../tags/tag95.xml"/><Relationship Id="rId45" Type="http://schemas.openxmlformats.org/officeDocument/2006/relationships/tags" Target="../tags/tag100.xml"/><Relationship Id="rId5" Type="http://schemas.openxmlformats.org/officeDocument/2006/relationships/tags" Target="../tags/tag60.xml"/><Relationship Id="rId15" Type="http://schemas.openxmlformats.org/officeDocument/2006/relationships/tags" Target="../tags/tag70.xml"/><Relationship Id="rId23" Type="http://schemas.openxmlformats.org/officeDocument/2006/relationships/tags" Target="../tags/tag78.xml"/><Relationship Id="rId28" Type="http://schemas.openxmlformats.org/officeDocument/2006/relationships/tags" Target="../tags/tag83.xml"/><Relationship Id="rId36" Type="http://schemas.openxmlformats.org/officeDocument/2006/relationships/tags" Target="../tags/tag91.xml"/><Relationship Id="rId49" Type="http://schemas.openxmlformats.org/officeDocument/2006/relationships/slideLayout" Target="../slideLayouts/slideLayout1.xml"/><Relationship Id="rId10" Type="http://schemas.openxmlformats.org/officeDocument/2006/relationships/tags" Target="../tags/tag65.xml"/><Relationship Id="rId19" Type="http://schemas.openxmlformats.org/officeDocument/2006/relationships/tags" Target="../tags/tag74.xml"/><Relationship Id="rId31" Type="http://schemas.openxmlformats.org/officeDocument/2006/relationships/tags" Target="../tags/tag86.xml"/><Relationship Id="rId44" Type="http://schemas.openxmlformats.org/officeDocument/2006/relationships/tags" Target="../tags/tag99.xml"/><Relationship Id="rId52" Type="http://schemas.openxmlformats.org/officeDocument/2006/relationships/image" Target="../media/image6.png"/><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tags" Target="../tags/tag77.xml"/><Relationship Id="rId27" Type="http://schemas.openxmlformats.org/officeDocument/2006/relationships/tags" Target="../tags/tag82.xml"/><Relationship Id="rId30" Type="http://schemas.openxmlformats.org/officeDocument/2006/relationships/tags" Target="../tags/tag85.xml"/><Relationship Id="rId35" Type="http://schemas.openxmlformats.org/officeDocument/2006/relationships/tags" Target="../tags/tag90.xml"/><Relationship Id="rId43" Type="http://schemas.openxmlformats.org/officeDocument/2006/relationships/tags" Target="../tags/tag98.xml"/><Relationship Id="rId48" Type="http://schemas.openxmlformats.org/officeDocument/2006/relationships/tags" Target="../tags/tag103.xml"/><Relationship Id="rId8" Type="http://schemas.openxmlformats.org/officeDocument/2006/relationships/tags" Target="../tags/tag63.xml"/><Relationship Id="rId51" Type="http://schemas.openxmlformats.org/officeDocument/2006/relationships/image" Target="../media/image5.png"/></Relationships>
</file>

<file path=ppt/slides/_rels/slide5.xml.rels><?xml version="1.0" encoding="UTF-8" standalone="yes"?>
<Relationships xmlns="http://schemas.openxmlformats.org/package/2006/relationships"><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tags" Target="../tags/tag129.xml"/><Relationship Id="rId39" Type="http://schemas.openxmlformats.org/officeDocument/2006/relationships/tags" Target="../tags/tag142.xml"/><Relationship Id="rId21" Type="http://schemas.openxmlformats.org/officeDocument/2006/relationships/tags" Target="../tags/tag124.xml"/><Relationship Id="rId34" Type="http://schemas.openxmlformats.org/officeDocument/2006/relationships/tags" Target="../tags/tag137.xml"/><Relationship Id="rId42" Type="http://schemas.openxmlformats.org/officeDocument/2006/relationships/tags" Target="../tags/tag145.xml"/><Relationship Id="rId47" Type="http://schemas.openxmlformats.org/officeDocument/2006/relationships/tags" Target="../tags/tag150.xml"/><Relationship Id="rId50" Type="http://schemas.openxmlformats.org/officeDocument/2006/relationships/tags" Target="../tags/tag153.xml"/><Relationship Id="rId55" Type="http://schemas.openxmlformats.org/officeDocument/2006/relationships/tags" Target="../tags/tag158.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tags" Target="../tags/tag128.xml"/><Relationship Id="rId33" Type="http://schemas.openxmlformats.org/officeDocument/2006/relationships/tags" Target="../tags/tag136.xml"/><Relationship Id="rId38" Type="http://schemas.openxmlformats.org/officeDocument/2006/relationships/tags" Target="../tags/tag141.xml"/><Relationship Id="rId46" Type="http://schemas.openxmlformats.org/officeDocument/2006/relationships/tags" Target="../tags/tag149.xml"/><Relationship Id="rId59" Type="http://schemas.openxmlformats.org/officeDocument/2006/relationships/image" Target="../media/image5.png"/><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tags" Target="../tags/tag123.xml"/><Relationship Id="rId29" Type="http://schemas.openxmlformats.org/officeDocument/2006/relationships/tags" Target="../tags/tag132.xml"/><Relationship Id="rId41" Type="http://schemas.openxmlformats.org/officeDocument/2006/relationships/tags" Target="../tags/tag144.xml"/><Relationship Id="rId54" Type="http://schemas.openxmlformats.org/officeDocument/2006/relationships/tags" Target="../tags/tag157.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tags" Target="../tags/tag127.xml"/><Relationship Id="rId32" Type="http://schemas.openxmlformats.org/officeDocument/2006/relationships/tags" Target="../tags/tag135.xml"/><Relationship Id="rId37" Type="http://schemas.openxmlformats.org/officeDocument/2006/relationships/tags" Target="../tags/tag140.xml"/><Relationship Id="rId40" Type="http://schemas.openxmlformats.org/officeDocument/2006/relationships/tags" Target="../tags/tag143.xml"/><Relationship Id="rId45" Type="http://schemas.openxmlformats.org/officeDocument/2006/relationships/tags" Target="../tags/tag148.xml"/><Relationship Id="rId53" Type="http://schemas.openxmlformats.org/officeDocument/2006/relationships/tags" Target="../tags/tag156.xml"/><Relationship Id="rId58" Type="http://schemas.openxmlformats.org/officeDocument/2006/relationships/notesSlide" Target="../notesSlides/notesSlide5.xml"/><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tags" Target="../tags/tag126.xml"/><Relationship Id="rId28" Type="http://schemas.openxmlformats.org/officeDocument/2006/relationships/tags" Target="../tags/tag131.xml"/><Relationship Id="rId36" Type="http://schemas.openxmlformats.org/officeDocument/2006/relationships/tags" Target="../tags/tag139.xml"/><Relationship Id="rId49" Type="http://schemas.openxmlformats.org/officeDocument/2006/relationships/tags" Target="../tags/tag152.xml"/><Relationship Id="rId57" Type="http://schemas.openxmlformats.org/officeDocument/2006/relationships/slideLayout" Target="../slideLayouts/slideLayout1.xml"/><Relationship Id="rId10" Type="http://schemas.openxmlformats.org/officeDocument/2006/relationships/tags" Target="../tags/tag113.xml"/><Relationship Id="rId19" Type="http://schemas.openxmlformats.org/officeDocument/2006/relationships/tags" Target="../tags/tag122.xml"/><Relationship Id="rId31" Type="http://schemas.openxmlformats.org/officeDocument/2006/relationships/tags" Target="../tags/tag134.xml"/><Relationship Id="rId44" Type="http://schemas.openxmlformats.org/officeDocument/2006/relationships/tags" Target="../tags/tag147.xml"/><Relationship Id="rId52" Type="http://schemas.openxmlformats.org/officeDocument/2006/relationships/tags" Target="../tags/tag155.xml"/><Relationship Id="rId60" Type="http://schemas.openxmlformats.org/officeDocument/2006/relationships/image" Target="../media/image6.pn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tags" Target="../tags/tag125.xml"/><Relationship Id="rId27" Type="http://schemas.openxmlformats.org/officeDocument/2006/relationships/tags" Target="../tags/tag130.xml"/><Relationship Id="rId30" Type="http://schemas.openxmlformats.org/officeDocument/2006/relationships/tags" Target="../tags/tag133.xml"/><Relationship Id="rId35" Type="http://schemas.openxmlformats.org/officeDocument/2006/relationships/tags" Target="../tags/tag138.xml"/><Relationship Id="rId43" Type="http://schemas.openxmlformats.org/officeDocument/2006/relationships/tags" Target="../tags/tag146.xml"/><Relationship Id="rId48" Type="http://schemas.openxmlformats.org/officeDocument/2006/relationships/tags" Target="../tags/tag151.xml"/><Relationship Id="rId56" Type="http://schemas.openxmlformats.org/officeDocument/2006/relationships/tags" Target="../tags/tag159.xml"/><Relationship Id="rId8" Type="http://schemas.openxmlformats.org/officeDocument/2006/relationships/tags" Target="../tags/tag111.xml"/><Relationship Id="rId51" Type="http://schemas.openxmlformats.org/officeDocument/2006/relationships/tags" Target="../tags/tag154.xml"/><Relationship Id="rId3" Type="http://schemas.openxmlformats.org/officeDocument/2006/relationships/tags" Target="../tags/tag106.xml"/></Relationships>
</file>

<file path=ppt/slides/_rels/slide6.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18" Type="http://schemas.openxmlformats.org/officeDocument/2006/relationships/tags" Target="../tags/tag177.xml"/><Relationship Id="rId3" Type="http://schemas.openxmlformats.org/officeDocument/2006/relationships/tags" Target="../tags/tag162.xml"/><Relationship Id="rId21" Type="http://schemas.openxmlformats.org/officeDocument/2006/relationships/slideLayout" Target="../slideLayouts/slideLayout1.xml"/><Relationship Id="rId7" Type="http://schemas.openxmlformats.org/officeDocument/2006/relationships/tags" Target="../tags/tag166.xml"/><Relationship Id="rId12" Type="http://schemas.openxmlformats.org/officeDocument/2006/relationships/tags" Target="../tags/tag171.xml"/><Relationship Id="rId17" Type="http://schemas.openxmlformats.org/officeDocument/2006/relationships/tags" Target="../tags/tag176.xml"/><Relationship Id="rId2" Type="http://schemas.openxmlformats.org/officeDocument/2006/relationships/tags" Target="../tags/tag161.xml"/><Relationship Id="rId16" Type="http://schemas.openxmlformats.org/officeDocument/2006/relationships/tags" Target="../tags/tag175.xml"/><Relationship Id="rId20" Type="http://schemas.openxmlformats.org/officeDocument/2006/relationships/tags" Target="../tags/tag179.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24" Type="http://schemas.openxmlformats.org/officeDocument/2006/relationships/image" Target="../media/image6.png"/><Relationship Id="rId5" Type="http://schemas.openxmlformats.org/officeDocument/2006/relationships/tags" Target="../tags/tag164.xml"/><Relationship Id="rId15" Type="http://schemas.openxmlformats.org/officeDocument/2006/relationships/tags" Target="../tags/tag174.xml"/><Relationship Id="rId23" Type="http://schemas.openxmlformats.org/officeDocument/2006/relationships/image" Target="../media/image5.png"/><Relationship Id="rId10" Type="http://schemas.openxmlformats.org/officeDocument/2006/relationships/tags" Target="../tags/tag169.xml"/><Relationship Id="rId19" Type="http://schemas.openxmlformats.org/officeDocument/2006/relationships/tags" Target="../tags/tag178.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tags" Target="../tags/tag173.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tags" Target="../tags/tag192.xml"/><Relationship Id="rId18" Type="http://schemas.openxmlformats.org/officeDocument/2006/relationships/image" Target="../media/image5.png"/><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tags" Target="../tags/tag191.xml"/><Relationship Id="rId17" Type="http://schemas.openxmlformats.org/officeDocument/2006/relationships/notesSlide" Target="../notesSlides/notesSlide7.xml"/><Relationship Id="rId2" Type="http://schemas.openxmlformats.org/officeDocument/2006/relationships/tags" Target="../tags/tag181.xml"/><Relationship Id="rId16" Type="http://schemas.openxmlformats.org/officeDocument/2006/relationships/slideLayout" Target="../slideLayouts/slideLayout1.xml"/><Relationship Id="rId20" Type="http://schemas.openxmlformats.org/officeDocument/2006/relationships/image" Target="../media/image8.png"/><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5" Type="http://schemas.openxmlformats.org/officeDocument/2006/relationships/tags" Target="../tags/tag184.xml"/><Relationship Id="rId15" Type="http://schemas.openxmlformats.org/officeDocument/2006/relationships/tags" Target="../tags/tag194.xml"/><Relationship Id="rId10" Type="http://schemas.openxmlformats.org/officeDocument/2006/relationships/tags" Target="../tags/tag189.xml"/><Relationship Id="rId19" Type="http://schemas.openxmlformats.org/officeDocument/2006/relationships/image" Target="../media/image6.png"/><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tags" Target="../tags/tag193.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97.xml"/><Relationship Id="rId7" Type="http://schemas.openxmlformats.org/officeDocument/2006/relationships/image" Target="../media/image5.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198.xml"/></Relationships>
</file>

<file path=ppt/slides/_rels/slide9.xml.rels><?xml version="1.0" encoding="UTF-8" standalone="yes"?>
<Relationships xmlns="http://schemas.openxmlformats.org/package/2006/relationships"><Relationship Id="rId8" Type="http://schemas.openxmlformats.org/officeDocument/2006/relationships/tags" Target="../tags/tag206.xml"/><Relationship Id="rId13" Type="http://schemas.openxmlformats.org/officeDocument/2006/relationships/tags" Target="../tags/tag211.xml"/><Relationship Id="rId3" Type="http://schemas.openxmlformats.org/officeDocument/2006/relationships/tags" Target="../tags/tag201.xml"/><Relationship Id="rId7" Type="http://schemas.openxmlformats.org/officeDocument/2006/relationships/tags" Target="../tags/tag205.xml"/><Relationship Id="rId12" Type="http://schemas.openxmlformats.org/officeDocument/2006/relationships/tags" Target="../tags/tag210.xml"/><Relationship Id="rId17" Type="http://schemas.openxmlformats.org/officeDocument/2006/relationships/image" Target="../media/image6.png"/><Relationship Id="rId2" Type="http://schemas.openxmlformats.org/officeDocument/2006/relationships/tags" Target="../tags/tag200.xml"/><Relationship Id="rId16" Type="http://schemas.openxmlformats.org/officeDocument/2006/relationships/image" Target="../media/image5.png"/><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5" Type="http://schemas.openxmlformats.org/officeDocument/2006/relationships/tags" Target="../tags/tag203.xml"/><Relationship Id="rId15" Type="http://schemas.openxmlformats.org/officeDocument/2006/relationships/notesSlide" Target="../notesSlides/notesSlide9.xml"/><Relationship Id="rId10" Type="http://schemas.openxmlformats.org/officeDocument/2006/relationships/tags" Target="../tags/tag208.xml"/><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图片 12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929" y="252527"/>
            <a:ext cx="6477000" cy="6477000"/>
          </a:xfrm>
          <a:prstGeom prst="rect">
            <a:avLst/>
          </a:prstGeom>
        </p:spPr>
      </p:pic>
      <p:pic>
        <p:nvPicPr>
          <p:cNvPr id="70" name="图片 6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rotWithShape="1">
          <a:blip r:embed="rId4" cstate="print">
            <a:extLst>
              <a:ext uri="{28A0092B-C50C-407E-A947-70E740481C1C}">
                <a14:useLocalDpi xmlns:a14="http://schemas.microsoft.com/office/drawing/2010/main" val="0"/>
              </a:ext>
            </a:extLst>
          </a:blip>
          <a:srcRect l="29304" t="1747" r="28355" b="3844"/>
          <a:stretch>
            <a:fillRect/>
          </a:stretch>
        </p:blipFill>
        <p:spPr>
          <a:xfrm rot="16200000">
            <a:off x="2107702" y="-824220"/>
            <a:ext cx="7631354" cy="8506716"/>
          </a:xfrm>
          <a:prstGeom prst="rect">
            <a:avLst/>
          </a:prstGeom>
        </p:spPr>
      </p:pic>
      <p:pic>
        <p:nvPicPr>
          <p:cNvPr id="71" name="图片 7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rotWithShape="1">
          <a:blip r:embed="rId5" cstate="print">
            <a:extLst>
              <a:ext uri="{28A0092B-C50C-407E-A947-70E740481C1C}">
                <a14:useLocalDpi xmlns:a14="http://schemas.microsoft.com/office/drawing/2010/main" val="0"/>
              </a:ext>
            </a:extLst>
          </a:blip>
          <a:srcRect l="34994" t="19317" r="34744" b="20898"/>
          <a:stretch>
            <a:fillRect/>
          </a:stretch>
        </p:blipFill>
        <p:spPr>
          <a:xfrm>
            <a:off x="3140805" y="680750"/>
            <a:ext cx="5565286" cy="5496584"/>
          </a:xfrm>
          <a:prstGeom prst="rect">
            <a:avLst/>
          </a:prstGeom>
        </p:spPr>
      </p:pic>
      <p:sp>
        <p:nvSpPr>
          <p:cNvPr id="69" name="椭圆 6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3335363" y="903081"/>
            <a:ext cx="5175892" cy="5175892"/>
          </a:xfrm>
          <a:prstGeom prst="ellipse">
            <a:avLst/>
          </a:prstGeom>
          <a:noFill/>
          <a:ln>
            <a:solidFill>
              <a:srgbClr val="64CAD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3987256" y="4041343"/>
            <a:ext cx="3872106" cy="400110"/>
          </a:xfrm>
          <a:prstGeom prst="rect">
            <a:avLst/>
          </a:prstGeom>
          <a:ln>
            <a:noFill/>
          </a:ln>
        </p:spPr>
        <p:txBody>
          <a:bodyPr wrap="square"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第十组</a:t>
            </a:r>
            <a:endParaRPr kumimoji="0" lang="en-US" altLang="zh-CN" sz="20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 name="矩形 1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1680845" y="3044825"/>
            <a:ext cx="8523605" cy="768350"/>
          </a:xfrm>
          <a:prstGeom prst="rect">
            <a:avLst/>
          </a:prstGeom>
          <a:ln>
            <a:noFill/>
          </a:ln>
        </p:spPr>
        <p:txBody>
          <a:bodyPr wrap="square"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信息安全的起源与演</a:t>
            </a:r>
            <a:r>
              <a:rPr kumimoji="0" lang="zh-CN" altLang="en-US" sz="4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变</a:t>
            </a:r>
            <a:endParaRPr kumimoji="0" lang="en-US" altLang="zh-CN" sz="4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fltVal val="0"/>
                                          </p:val>
                                        </p:tav>
                                        <p:tav tm="100000">
                                          <p:val>
                                            <p:strVal val="#ppt_h"/>
                                          </p:val>
                                        </p:tav>
                                      </p:tavLst>
                                    </p:anim>
                                    <p:animEffect transition="in" filter="fade">
                                      <p:cBhvr>
                                        <p:cTn id="9" dur="500"/>
                                        <p:tgtEl>
                                          <p:spTgt spid="70"/>
                                        </p:tgtEl>
                                      </p:cBhvr>
                                    </p:animEffect>
                                  </p:childTnLst>
                                </p:cTn>
                              </p:par>
                              <p:par>
                                <p:cTn id="10" presetID="26" presetClass="emph" presetSubtype="0" fill="hold" nodeType="withEffect">
                                  <p:stCondLst>
                                    <p:cond delay="500"/>
                                  </p:stCondLst>
                                  <p:childTnLst>
                                    <p:animEffect transition="out" filter="fade">
                                      <p:cBhvr>
                                        <p:cTn id="11" dur="500" tmFilter="0, 0; .2, .5; .8, .5; 1, 0"/>
                                        <p:tgtEl>
                                          <p:spTgt spid="70"/>
                                        </p:tgtEl>
                                      </p:cBhvr>
                                    </p:animEffect>
                                    <p:animScale>
                                      <p:cBhvr>
                                        <p:cTn id="12" dur="250" autoRev="1" fill="hold"/>
                                        <p:tgtEl>
                                          <p:spTgt spid="70"/>
                                        </p:tgtEl>
                                      </p:cBhvr>
                                      <p:by x="105000" y="105000"/>
                                    </p:animScale>
                                  </p:childTnLst>
                                </p:cTn>
                              </p:par>
                              <p:par>
                                <p:cTn id="13" presetID="53" presetClass="entr" presetSubtype="16" fill="hold" grpId="0" nodeType="withEffect">
                                  <p:stCondLst>
                                    <p:cond delay="1000"/>
                                  </p:stCondLst>
                                  <p:childTnLst>
                                    <p:set>
                                      <p:cBhvr>
                                        <p:cTn id="14" dur="1" fill="hold">
                                          <p:stCondLst>
                                            <p:cond delay="0"/>
                                          </p:stCondLst>
                                        </p:cTn>
                                        <p:tgtEl>
                                          <p:spTgt spid="69"/>
                                        </p:tgtEl>
                                        <p:attrNameLst>
                                          <p:attrName>style.visibility</p:attrName>
                                        </p:attrNameLst>
                                      </p:cBhvr>
                                      <p:to>
                                        <p:strVal val="visible"/>
                                      </p:to>
                                    </p:set>
                                    <p:anim calcmode="lin" valueType="num">
                                      <p:cBhvr>
                                        <p:cTn id="15" dur="500" fill="hold"/>
                                        <p:tgtEl>
                                          <p:spTgt spid="69"/>
                                        </p:tgtEl>
                                        <p:attrNameLst>
                                          <p:attrName>ppt_w</p:attrName>
                                        </p:attrNameLst>
                                      </p:cBhvr>
                                      <p:tavLst>
                                        <p:tav tm="0">
                                          <p:val>
                                            <p:fltVal val="0"/>
                                          </p:val>
                                        </p:tav>
                                        <p:tav tm="100000">
                                          <p:val>
                                            <p:strVal val="#ppt_w"/>
                                          </p:val>
                                        </p:tav>
                                      </p:tavLst>
                                    </p:anim>
                                    <p:anim calcmode="lin" valueType="num">
                                      <p:cBhvr>
                                        <p:cTn id="16" dur="500" fill="hold"/>
                                        <p:tgtEl>
                                          <p:spTgt spid="69"/>
                                        </p:tgtEl>
                                        <p:attrNameLst>
                                          <p:attrName>ppt_h</p:attrName>
                                        </p:attrNameLst>
                                      </p:cBhvr>
                                      <p:tavLst>
                                        <p:tav tm="0">
                                          <p:val>
                                            <p:fltVal val="0"/>
                                          </p:val>
                                        </p:tav>
                                        <p:tav tm="100000">
                                          <p:val>
                                            <p:strVal val="#ppt_h"/>
                                          </p:val>
                                        </p:tav>
                                      </p:tavLst>
                                    </p:anim>
                                    <p:animEffect transition="in" filter="fade">
                                      <p:cBhvr>
                                        <p:cTn id="17" dur="500"/>
                                        <p:tgtEl>
                                          <p:spTgt spid="69"/>
                                        </p:tgtEl>
                                      </p:cBhvr>
                                    </p:animEffect>
                                  </p:childTnLst>
                                </p:cTn>
                              </p:par>
                              <p:par>
                                <p:cTn id="18" presetID="53" presetClass="entr" presetSubtype="16" fill="hold" nodeType="withEffect">
                                  <p:stCondLst>
                                    <p:cond delay="1500"/>
                                  </p:stCondLst>
                                  <p:childTnLst>
                                    <p:set>
                                      <p:cBhvr>
                                        <p:cTn id="19" dur="1" fill="hold">
                                          <p:stCondLst>
                                            <p:cond delay="0"/>
                                          </p:stCondLst>
                                        </p:cTn>
                                        <p:tgtEl>
                                          <p:spTgt spid="71"/>
                                        </p:tgtEl>
                                        <p:attrNameLst>
                                          <p:attrName>style.visibility</p:attrName>
                                        </p:attrNameLst>
                                      </p:cBhvr>
                                      <p:to>
                                        <p:strVal val="visible"/>
                                      </p:to>
                                    </p:set>
                                    <p:anim calcmode="lin" valueType="num">
                                      <p:cBhvr>
                                        <p:cTn id="20" dur="500" fill="hold"/>
                                        <p:tgtEl>
                                          <p:spTgt spid="71"/>
                                        </p:tgtEl>
                                        <p:attrNameLst>
                                          <p:attrName>ppt_w</p:attrName>
                                        </p:attrNameLst>
                                      </p:cBhvr>
                                      <p:tavLst>
                                        <p:tav tm="0">
                                          <p:val>
                                            <p:fltVal val="0"/>
                                          </p:val>
                                        </p:tav>
                                        <p:tav tm="100000">
                                          <p:val>
                                            <p:strVal val="#ppt_w"/>
                                          </p:val>
                                        </p:tav>
                                      </p:tavLst>
                                    </p:anim>
                                    <p:anim calcmode="lin" valueType="num">
                                      <p:cBhvr>
                                        <p:cTn id="21" dur="500" fill="hold"/>
                                        <p:tgtEl>
                                          <p:spTgt spid="71"/>
                                        </p:tgtEl>
                                        <p:attrNameLst>
                                          <p:attrName>ppt_h</p:attrName>
                                        </p:attrNameLst>
                                      </p:cBhvr>
                                      <p:tavLst>
                                        <p:tav tm="0">
                                          <p:val>
                                            <p:fltVal val="0"/>
                                          </p:val>
                                        </p:tav>
                                        <p:tav tm="100000">
                                          <p:val>
                                            <p:strVal val="#ppt_h"/>
                                          </p:val>
                                        </p:tav>
                                      </p:tavLst>
                                    </p:anim>
                                    <p:animEffect transition="in" filter="fade">
                                      <p:cBhvr>
                                        <p:cTn id="22" dur="500"/>
                                        <p:tgtEl>
                                          <p:spTgt spid="71"/>
                                        </p:tgtEl>
                                      </p:cBhvr>
                                    </p:animEffect>
                                  </p:childTnLst>
                                </p:cTn>
                              </p:par>
                              <p:par>
                                <p:cTn id="23" presetID="8" presetClass="emph" presetSubtype="0" repeatCount="indefinite" fill="hold" nodeType="withEffect">
                                  <p:stCondLst>
                                    <p:cond delay="2000"/>
                                  </p:stCondLst>
                                  <p:childTnLst>
                                    <p:animRot by="21600000">
                                      <p:cBhvr>
                                        <p:cTn id="24" dur="6000" fill="hold"/>
                                        <p:tgtEl>
                                          <p:spTgt spid="71"/>
                                        </p:tgtEl>
                                        <p:attrNameLst>
                                          <p:attrName>r</p:attrName>
                                        </p:attrNameLst>
                                      </p:cBhvr>
                                    </p:animRot>
                                  </p:childTnLst>
                                </p:cTn>
                              </p:par>
                              <p:par>
                                <p:cTn id="25" presetID="53" presetClass="entr" presetSubtype="16" fill="hold" grpId="0" nodeType="withEffect">
                                  <p:stCondLst>
                                    <p:cond delay="275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42" presetClass="path" presetSubtype="0" accel="50000" decel="50000" fill="hold" grpId="1" nodeType="withEffect">
                                  <p:stCondLst>
                                    <p:cond delay="2750"/>
                                  </p:stCondLst>
                                  <p:childTnLst>
                                    <p:animMotion origin="layout" path="M -3.95833E-6 0.13843 L -3.95833E-6 -1.11111E-6 " pathEditMode="relative" rAng="0" ptsTypes="AA">
                                      <p:cBhvr>
                                        <p:cTn id="31" dur="1000" fill="hold"/>
                                        <p:tgtEl>
                                          <p:spTgt spid="11"/>
                                        </p:tgtEl>
                                        <p:attrNameLst>
                                          <p:attrName>ppt_x</p:attrName>
                                          <p:attrName>ppt_y</p:attrName>
                                        </p:attrNameLst>
                                      </p:cBhvr>
                                      <p:rCtr x="0" y="-6921"/>
                                    </p:animMotion>
                                  </p:childTnLst>
                                </p:cTn>
                              </p:par>
                              <p:par>
                                <p:cTn id="32" presetID="53" presetClass="entr" presetSubtype="16" fill="hold" grpId="0" nodeType="withEffect">
                                  <p:stCondLst>
                                    <p:cond delay="300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par>
                                <p:cTn id="37" presetID="42" presetClass="path" presetSubtype="0" accel="50000" decel="50000" fill="hold" grpId="1" nodeType="withEffect">
                                  <p:stCondLst>
                                    <p:cond delay="3000"/>
                                  </p:stCondLst>
                                  <p:childTnLst>
                                    <p:animMotion origin="layout" path="M -4.79167E-6 0.13842 L -4.79167E-6 -1.85185E-6 " pathEditMode="relative" rAng="0" ptsTypes="AA">
                                      <p:cBhvr>
                                        <p:cTn id="38" dur="1000" fill="hold"/>
                                        <p:tgtEl>
                                          <p:spTgt spid="10"/>
                                        </p:tgtEl>
                                        <p:attrNameLst>
                                          <p:attrName>ppt_x</p:attrName>
                                          <p:attrName>ppt_y</p:attrName>
                                        </p:attrNameLst>
                                      </p:cBhvr>
                                      <p:rCtr x="0" y="-7060"/>
                                    </p:animMotion>
                                  </p:childTnLst>
                                </p:cTn>
                              </p:par>
                              <p:par>
                                <p:cTn id="39" presetID="53" presetClass="entr" presetSubtype="16" fill="hold" nodeType="withEffect">
                                  <p:stCondLst>
                                    <p:cond delay="750"/>
                                  </p:stCondLst>
                                  <p:childTnLst>
                                    <p:set>
                                      <p:cBhvr>
                                        <p:cTn id="40" dur="1" fill="hold">
                                          <p:stCondLst>
                                            <p:cond delay="0"/>
                                          </p:stCondLst>
                                        </p:cTn>
                                        <p:tgtEl>
                                          <p:spTgt spid="121"/>
                                        </p:tgtEl>
                                        <p:attrNameLst>
                                          <p:attrName>style.visibility</p:attrName>
                                        </p:attrNameLst>
                                      </p:cBhvr>
                                      <p:to>
                                        <p:strVal val="visible"/>
                                      </p:to>
                                    </p:set>
                                    <p:anim calcmode="lin" valueType="num">
                                      <p:cBhvr>
                                        <p:cTn id="41" dur="500" fill="hold"/>
                                        <p:tgtEl>
                                          <p:spTgt spid="121"/>
                                        </p:tgtEl>
                                        <p:attrNameLst>
                                          <p:attrName>ppt_w</p:attrName>
                                        </p:attrNameLst>
                                      </p:cBhvr>
                                      <p:tavLst>
                                        <p:tav tm="0">
                                          <p:val>
                                            <p:fltVal val="0"/>
                                          </p:val>
                                        </p:tav>
                                        <p:tav tm="100000">
                                          <p:val>
                                            <p:strVal val="#ppt_w"/>
                                          </p:val>
                                        </p:tav>
                                      </p:tavLst>
                                    </p:anim>
                                    <p:anim calcmode="lin" valueType="num">
                                      <p:cBhvr>
                                        <p:cTn id="42" dur="500" fill="hold"/>
                                        <p:tgtEl>
                                          <p:spTgt spid="121"/>
                                        </p:tgtEl>
                                        <p:attrNameLst>
                                          <p:attrName>ppt_h</p:attrName>
                                        </p:attrNameLst>
                                      </p:cBhvr>
                                      <p:tavLst>
                                        <p:tav tm="0">
                                          <p:val>
                                            <p:fltVal val="0"/>
                                          </p:val>
                                        </p:tav>
                                        <p:tav tm="100000">
                                          <p:val>
                                            <p:strVal val="#ppt_h"/>
                                          </p:val>
                                        </p:tav>
                                      </p:tavLst>
                                    </p:anim>
                                    <p:animEffect transition="in" filter="fade">
                                      <p:cBhvr>
                                        <p:cTn id="43" dur="500"/>
                                        <p:tgtEl>
                                          <p:spTgt spid="121"/>
                                        </p:tgtEl>
                                      </p:cBhvr>
                                    </p:animEffect>
                                  </p:childTnLst>
                                </p:cTn>
                              </p:par>
                              <p:par>
                                <p:cTn id="44" presetID="8" presetClass="emph" presetSubtype="0" repeatCount="indefinite" fill="hold" nodeType="withEffect">
                                  <p:stCondLst>
                                    <p:cond delay="750"/>
                                  </p:stCondLst>
                                  <p:childTnLst>
                                    <p:animRot by="-21600000">
                                      <p:cBhvr>
                                        <p:cTn id="45" dur="5000" fill="hold"/>
                                        <p:tgtEl>
                                          <p:spTgt spid="12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bldLvl="0" animBg="1"/>
      <p:bldP spid="10" grpId="0"/>
      <p:bldP spid="10" grpId="1"/>
      <p:bldP spid="11" grpId="0"/>
      <p:bldP spid="11"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650176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目录</a:t>
            </a:r>
          </a:p>
        </p:txBody>
      </p:sp>
      <p:sp>
        <p:nvSpPr>
          <p:cNvPr id="15"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
            </p:custDataLst>
          </p:nvPr>
        </p:nvSpPr>
        <p:spPr>
          <a:xfrm>
            <a:off x="1938541" y="2167052"/>
            <a:ext cx="547089" cy="547089"/>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2782570" y="1954530"/>
            <a:ext cx="3696970" cy="467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信息安全的起源</a:t>
            </a:r>
            <a:endParaRPr kumimoji="0" lang="en-US" altLang="zh-CN" sz="1400" b="1"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回顾信息安全的历史背景，探索早期信息保护手段及其在军事和国家安全上的应用。</a:t>
            </a:r>
          </a:p>
        </p:txBody>
      </p:sp>
      <p:sp>
        <p:nvSpPr>
          <p:cNvPr id="17"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1938541" y="3358273"/>
            <a:ext cx="547089" cy="547089"/>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2782570" y="3145790"/>
            <a:ext cx="3696970" cy="63094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推动信息安全发展的动力</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探讨技术驱动、法律与政策驱动、网络犯罪和国家安全需求等因素如何加速信息安全学科的发展。</a:t>
            </a:r>
          </a:p>
        </p:txBody>
      </p:sp>
      <p:sp>
        <p:nvSpPr>
          <p:cNvPr id="19"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5"/>
            </p:custDataLst>
          </p:nvPr>
        </p:nvSpPr>
        <p:spPr>
          <a:xfrm>
            <a:off x="1938541" y="4424942"/>
            <a:ext cx="547089" cy="547089"/>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6"/>
            </p:custDataLst>
          </p:nvPr>
        </p:nvSpPr>
        <p:spPr>
          <a:xfrm>
            <a:off x="2782570" y="4212590"/>
            <a:ext cx="3696970" cy="63094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支撑信息安全发展的理论与技术</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介绍信息安全的理论基础与核心技术，重点分析密码学、计算机科学、人工智能等在信息安全中的应用。</a:t>
            </a:r>
          </a:p>
        </p:txBody>
      </p:sp>
      <p:sp>
        <p:nvSpPr>
          <p:cNvPr id="21"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7"/>
            </p:custDataLst>
          </p:nvPr>
        </p:nvSpPr>
        <p:spPr>
          <a:xfrm>
            <a:off x="1938541" y="5616163"/>
            <a:ext cx="547089" cy="547089"/>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8"/>
            </p:custDataLst>
          </p:nvPr>
        </p:nvSpPr>
        <p:spPr>
          <a:xfrm>
            <a:off x="2782570" y="5403850"/>
            <a:ext cx="3696970" cy="63094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信息安全未来发展的方向与趋势</a:t>
            </a:r>
            <a:endPar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从目前来看几个最有可能角度来详细介绍信息安全未来发展的趋势方向</a:t>
            </a:r>
            <a:endPar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3" name="组合 2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9"/>
            </p:custDataLst>
          </p:nvPr>
        </p:nvGrpSpPr>
        <p:grpSpPr>
          <a:xfrm>
            <a:off x="2074384" y="4561764"/>
            <a:ext cx="283485" cy="282370"/>
            <a:chOff x="4557733" y="2434359"/>
            <a:chExt cx="512624" cy="510606"/>
          </a:xfrm>
          <a:solidFill>
            <a:srgbClr val="62FDFE"/>
          </a:solidFill>
        </p:grpSpPr>
        <p:sp>
          <p:nvSpPr>
            <p:cNvPr id="24" name="Freeform 7"/>
            <p:cNvSpPr>
              <a:spLocks noEditPoints="1"/>
            </p:cNvSpPr>
            <p:nvPr>
              <p:custDataLst>
                <p:tags r:id="rId21"/>
              </p:custDataLst>
            </p:nvPr>
          </p:nvSpPr>
          <p:spPr bwMode="auto">
            <a:xfrm>
              <a:off x="4557733" y="2434359"/>
              <a:ext cx="512624" cy="510606"/>
            </a:xfrm>
            <a:custGeom>
              <a:avLst/>
              <a:gdLst>
                <a:gd name="T0" fmla="*/ 86 w 172"/>
                <a:gd name="T1" fmla="*/ 21 h 172"/>
                <a:gd name="T2" fmla="*/ 151 w 172"/>
                <a:gd name="T3" fmla="*/ 86 h 172"/>
                <a:gd name="T4" fmla="*/ 86 w 172"/>
                <a:gd name="T5" fmla="*/ 151 h 172"/>
                <a:gd name="T6" fmla="*/ 21 w 172"/>
                <a:gd name="T7" fmla="*/ 86 h 172"/>
                <a:gd name="T8" fmla="*/ 86 w 172"/>
                <a:gd name="T9" fmla="*/ 21 h 172"/>
                <a:gd name="T10" fmla="*/ 86 w 172"/>
                <a:gd name="T11" fmla="*/ 0 h 172"/>
                <a:gd name="T12" fmla="*/ 0 w 172"/>
                <a:gd name="T13" fmla="*/ 86 h 172"/>
                <a:gd name="T14" fmla="*/ 86 w 172"/>
                <a:gd name="T15" fmla="*/ 172 h 172"/>
                <a:gd name="T16" fmla="*/ 172 w 172"/>
                <a:gd name="T17" fmla="*/ 86 h 172"/>
                <a:gd name="T18" fmla="*/ 86 w 172"/>
                <a:gd name="T19"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 h="172">
                  <a:moveTo>
                    <a:pt x="86" y="21"/>
                  </a:moveTo>
                  <a:cubicBezTo>
                    <a:pt x="122" y="21"/>
                    <a:pt x="151" y="50"/>
                    <a:pt x="151" y="86"/>
                  </a:cubicBezTo>
                  <a:cubicBezTo>
                    <a:pt x="151" y="122"/>
                    <a:pt x="122" y="151"/>
                    <a:pt x="86" y="151"/>
                  </a:cubicBezTo>
                  <a:cubicBezTo>
                    <a:pt x="50" y="151"/>
                    <a:pt x="21" y="122"/>
                    <a:pt x="21" y="86"/>
                  </a:cubicBezTo>
                  <a:cubicBezTo>
                    <a:pt x="21" y="50"/>
                    <a:pt x="50" y="21"/>
                    <a:pt x="86" y="21"/>
                  </a:cubicBezTo>
                  <a:moveTo>
                    <a:pt x="86" y="0"/>
                  </a:moveTo>
                  <a:cubicBezTo>
                    <a:pt x="38" y="0"/>
                    <a:pt x="0" y="38"/>
                    <a:pt x="0" y="86"/>
                  </a:cubicBezTo>
                  <a:cubicBezTo>
                    <a:pt x="0" y="134"/>
                    <a:pt x="38" y="172"/>
                    <a:pt x="86" y="172"/>
                  </a:cubicBezTo>
                  <a:cubicBezTo>
                    <a:pt x="134" y="172"/>
                    <a:pt x="172" y="134"/>
                    <a:pt x="172" y="86"/>
                  </a:cubicBezTo>
                  <a:cubicBezTo>
                    <a:pt x="172" y="38"/>
                    <a:pt x="134" y="0"/>
                    <a:pt x="8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5" name="Freeform 8"/>
            <p:cNvSpPr/>
            <p:nvPr>
              <p:custDataLst>
                <p:tags r:id="rId22"/>
              </p:custDataLst>
            </p:nvPr>
          </p:nvSpPr>
          <p:spPr bwMode="auto">
            <a:xfrm>
              <a:off x="4781753" y="2529215"/>
              <a:ext cx="129165" cy="254294"/>
            </a:xfrm>
            <a:custGeom>
              <a:avLst/>
              <a:gdLst>
                <a:gd name="T0" fmla="*/ 33 w 44"/>
                <a:gd name="T1" fmla="*/ 86 h 86"/>
                <a:gd name="T2" fmla="*/ 25 w 44"/>
                <a:gd name="T3" fmla="*/ 83 h 86"/>
                <a:gd name="T4" fmla="*/ 3 w 44"/>
                <a:gd name="T5" fmla="*/ 62 h 86"/>
                <a:gd name="T6" fmla="*/ 0 w 44"/>
                <a:gd name="T7" fmla="*/ 54 h 86"/>
                <a:gd name="T8" fmla="*/ 0 w 44"/>
                <a:gd name="T9" fmla="*/ 54 h 86"/>
                <a:gd name="T10" fmla="*/ 0 w 44"/>
                <a:gd name="T11" fmla="*/ 54 h 86"/>
                <a:gd name="T12" fmla="*/ 0 w 44"/>
                <a:gd name="T13" fmla="*/ 11 h 86"/>
                <a:gd name="T14" fmla="*/ 11 w 44"/>
                <a:gd name="T15" fmla="*/ 0 h 86"/>
                <a:gd name="T16" fmla="*/ 22 w 44"/>
                <a:gd name="T17" fmla="*/ 11 h 86"/>
                <a:gd name="T18" fmla="*/ 22 w 44"/>
                <a:gd name="T19" fmla="*/ 50 h 86"/>
                <a:gd name="T20" fmla="*/ 40 w 44"/>
                <a:gd name="T21" fmla="*/ 68 h 86"/>
                <a:gd name="T22" fmla="*/ 40 w 44"/>
                <a:gd name="T23" fmla="*/ 83 h 86"/>
                <a:gd name="T24" fmla="*/ 33 w 44"/>
                <a:gd name="T2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6">
                  <a:moveTo>
                    <a:pt x="33" y="86"/>
                  </a:moveTo>
                  <a:cubicBezTo>
                    <a:pt x="30" y="86"/>
                    <a:pt x="27" y="85"/>
                    <a:pt x="25" y="83"/>
                  </a:cubicBezTo>
                  <a:cubicBezTo>
                    <a:pt x="3" y="62"/>
                    <a:pt x="3" y="62"/>
                    <a:pt x="3" y="62"/>
                  </a:cubicBezTo>
                  <a:cubicBezTo>
                    <a:pt x="1" y="60"/>
                    <a:pt x="0" y="57"/>
                    <a:pt x="0" y="54"/>
                  </a:cubicBezTo>
                  <a:cubicBezTo>
                    <a:pt x="0" y="54"/>
                    <a:pt x="0" y="54"/>
                    <a:pt x="0" y="54"/>
                  </a:cubicBezTo>
                  <a:cubicBezTo>
                    <a:pt x="0" y="54"/>
                    <a:pt x="0" y="54"/>
                    <a:pt x="0" y="54"/>
                  </a:cubicBezTo>
                  <a:cubicBezTo>
                    <a:pt x="0" y="11"/>
                    <a:pt x="0" y="11"/>
                    <a:pt x="0" y="11"/>
                  </a:cubicBezTo>
                  <a:cubicBezTo>
                    <a:pt x="0" y="5"/>
                    <a:pt x="5" y="0"/>
                    <a:pt x="11" y="0"/>
                  </a:cubicBezTo>
                  <a:cubicBezTo>
                    <a:pt x="17" y="0"/>
                    <a:pt x="22" y="5"/>
                    <a:pt x="22" y="11"/>
                  </a:cubicBezTo>
                  <a:cubicBezTo>
                    <a:pt x="22" y="50"/>
                    <a:pt x="22" y="50"/>
                    <a:pt x="22" y="50"/>
                  </a:cubicBezTo>
                  <a:cubicBezTo>
                    <a:pt x="40" y="68"/>
                    <a:pt x="40" y="68"/>
                    <a:pt x="40" y="68"/>
                  </a:cubicBezTo>
                  <a:cubicBezTo>
                    <a:pt x="44" y="72"/>
                    <a:pt x="44" y="79"/>
                    <a:pt x="40" y="83"/>
                  </a:cubicBezTo>
                  <a:cubicBezTo>
                    <a:pt x="38" y="85"/>
                    <a:pt x="35" y="86"/>
                    <a:pt x="33" y="8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6" name="组合 2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0"/>
            </p:custDataLst>
          </p:nvPr>
        </p:nvGrpSpPr>
        <p:grpSpPr>
          <a:xfrm>
            <a:off x="2058059" y="2302251"/>
            <a:ext cx="298473" cy="287036"/>
            <a:chOff x="6159731" y="1864447"/>
            <a:chExt cx="469385" cy="451400"/>
          </a:xfrm>
          <a:solidFill>
            <a:srgbClr val="62FDFE"/>
          </a:solidFill>
        </p:grpSpPr>
        <p:sp>
          <p:nvSpPr>
            <p:cNvPr id="27" name="Oval 131"/>
            <p:cNvSpPr>
              <a:spLocks noChangeArrowheads="1"/>
            </p:cNvSpPr>
            <p:nvPr>
              <p:custDataLst>
                <p:tags r:id="rId19"/>
              </p:custDataLst>
            </p:nvPr>
          </p:nvSpPr>
          <p:spPr bwMode="auto">
            <a:xfrm>
              <a:off x="6288812" y="1864447"/>
              <a:ext cx="211223" cy="2139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8" name="Freeform 134"/>
            <p:cNvSpPr/>
            <p:nvPr>
              <p:custDataLst>
                <p:tags r:id="rId20"/>
              </p:custDataLst>
            </p:nvPr>
          </p:nvSpPr>
          <p:spPr bwMode="auto">
            <a:xfrm>
              <a:off x="6159731" y="2111736"/>
              <a:ext cx="469385" cy="204111"/>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9" name="组合 2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1"/>
            </p:custDataLst>
          </p:nvPr>
        </p:nvGrpSpPr>
        <p:grpSpPr>
          <a:xfrm>
            <a:off x="2056640" y="5767445"/>
            <a:ext cx="269805" cy="233831"/>
            <a:chOff x="7090992" y="4839631"/>
            <a:chExt cx="424306" cy="367732"/>
          </a:xfrm>
          <a:solidFill>
            <a:srgbClr val="62FDFE"/>
          </a:solidFill>
        </p:grpSpPr>
        <p:sp>
          <p:nvSpPr>
            <p:cNvPr id="30" name="Freeform 19"/>
            <p:cNvSpPr/>
            <p:nvPr>
              <p:custDataLst>
                <p:tags r:id="rId15"/>
              </p:custDataLst>
            </p:nvPr>
          </p:nvSpPr>
          <p:spPr bwMode="auto">
            <a:xfrm>
              <a:off x="7156995" y="4994536"/>
              <a:ext cx="86882" cy="152885"/>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 name="Freeform 20"/>
            <p:cNvSpPr/>
            <p:nvPr>
              <p:custDataLst>
                <p:tags r:id="rId16"/>
              </p:custDataLst>
            </p:nvPr>
          </p:nvSpPr>
          <p:spPr bwMode="auto">
            <a:xfrm>
              <a:off x="7282266" y="4937962"/>
              <a:ext cx="86882" cy="209459"/>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2" name="Freeform 21"/>
            <p:cNvSpPr/>
            <p:nvPr>
              <p:custDataLst>
                <p:tags r:id="rId17"/>
              </p:custDataLst>
            </p:nvPr>
          </p:nvSpPr>
          <p:spPr bwMode="auto">
            <a:xfrm>
              <a:off x="7408885" y="4891491"/>
              <a:ext cx="86882" cy="255931"/>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3" name="Freeform 22"/>
            <p:cNvSpPr/>
            <p:nvPr>
              <p:custDataLst>
                <p:tags r:id="rId18"/>
              </p:custDataLst>
            </p:nvPr>
          </p:nvSpPr>
          <p:spPr bwMode="auto">
            <a:xfrm>
              <a:off x="7090992" y="4839631"/>
              <a:ext cx="424306" cy="367732"/>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34" name="组合 3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2"/>
            </p:custDataLst>
          </p:nvPr>
        </p:nvGrpSpPr>
        <p:grpSpPr>
          <a:xfrm>
            <a:off x="2095646" y="3512275"/>
            <a:ext cx="248357" cy="245797"/>
            <a:chOff x="4270293" y="4090633"/>
            <a:chExt cx="390570" cy="386543"/>
          </a:xfrm>
          <a:solidFill>
            <a:srgbClr val="62FDFE"/>
          </a:solidFill>
        </p:grpSpPr>
        <p:sp>
          <p:nvSpPr>
            <p:cNvPr id="35" name="Freeform 136"/>
            <p:cNvSpPr/>
            <p:nvPr>
              <p:custDataLst>
                <p:tags r:id="rId13"/>
              </p:custDataLst>
            </p:nvPr>
          </p:nvSpPr>
          <p:spPr bwMode="auto">
            <a:xfrm>
              <a:off x="4270293" y="4307258"/>
              <a:ext cx="390570" cy="169918"/>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6" name="Freeform 137"/>
            <p:cNvSpPr>
              <a:spLocks noEditPoints="1"/>
            </p:cNvSpPr>
            <p:nvPr>
              <p:custDataLst>
                <p:tags r:id="rId14"/>
              </p:custDataLst>
            </p:nvPr>
          </p:nvSpPr>
          <p:spPr bwMode="auto">
            <a:xfrm>
              <a:off x="4270293" y="4090633"/>
              <a:ext cx="390570" cy="224678"/>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3"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829193" y="1827703"/>
            <a:ext cx="5930159" cy="44444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22" presetClass="entr" presetSubtype="8" fill="hold" grpId="0" nodeType="withEffect">
                                  <p:stCondLst>
                                    <p:cond delay="250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par>
                                <p:cTn id="27" presetID="22" presetClass="entr" presetSubtype="8" fill="hold" grpId="0" nodeType="withEffect">
                                  <p:stCondLst>
                                    <p:cond delay="250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par>
                                <p:cTn id="30" presetID="22" presetClass="entr" presetSubtype="8" fill="hold" grpId="0" nodeType="withEffect">
                                  <p:stCondLst>
                                    <p:cond delay="250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par>
                                <p:cTn id="33" presetID="22" presetClass="entr" presetSubtype="8" fill="hold" grpId="0" nodeType="withEffect">
                                  <p:stCondLst>
                                    <p:cond delay="250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par>
                                <p:cTn id="36" presetID="10" presetClass="entr" presetSubtype="0" fill="hold" nodeType="withEffect">
                                  <p:stCondLst>
                                    <p:cond delay="200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39" presetID="10" presetClass="entr" presetSubtype="0" fill="hold" nodeType="withEffect">
                                  <p:stCondLst>
                                    <p:cond delay="200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nodeType="withEffect">
                                  <p:stCondLst>
                                    <p:cond delay="200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nodeType="withEffect">
                                  <p:stCondLst>
                                    <p:cond delay="200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par>
                                <p:cTn id="48" presetID="21" presetClass="entr" presetSubtype="1" fill="hold" grpId="0" nodeType="withEffect">
                                  <p:stCondLst>
                                    <p:cond delay="1500"/>
                                  </p:stCondLst>
                                  <p:childTnLst>
                                    <p:set>
                                      <p:cBhvr>
                                        <p:cTn id="49" dur="1" fill="hold">
                                          <p:stCondLst>
                                            <p:cond delay="0"/>
                                          </p:stCondLst>
                                        </p:cTn>
                                        <p:tgtEl>
                                          <p:spTgt spid="21"/>
                                        </p:tgtEl>
                                        <p:attrNameLst>
                                          <p:attrName>style.visibility</p:attrName>
                                        </p:attrNameLst>
                                      </p:cBhvr>
                                      <p:to>
                                        <p:strVal val="visible"/>
                                      </p:to>
                                    </p:set>
                                    <p:animEffect transition="in" filter="wheel(1)">
                                      <p:cBhvr>
                                        <p:cTn id="50" dur="500"/>
                                        <p:tgtEl>
                                          <p:spTgt spid="21"/>
                                        </p:tgtEl>
                                      </p:cBhvr>
                                    </p:animEffect>
                                  </p:childTnLst>
                                </p:cTn>
                              </p:par>
                              <p:par>
                                <p:cTn id="51" presetID="21" presetClass="entr" presetSubtype="1" fill="hold" grpId="0" nodeType="withEffect">
                                  <p:stCondLst>
                                    <p:cond delay="1500"/>
                                  </p:stCondLst>
                                  <p:childTnLst>
                                    <p:set>
                                      <p:cBhvr>
                                        <p:cTn id="52" dur="1" fill="hold">
                                          <p:stCondLst>
                                            <p:cond delay="0"/>
                                          </p:stCondLst>
                                        </p:cTn>
                                        <p:tgtEl>
                                          <p:spTgt spid="19"/>
                                        </p:tgtEl>
                                        <p:attrNameLst>
                                          <p:attrName>style.visibility</p:attrName>
                                        </p:attrNameLst>
                                      </p:cBhvr>
                                      <p:to>
                                        <p:strVal val="visible"/>
                                      </p:to>
                                    </p:set>
                                    <p:animEffect transition="in" filter="wheel(1)">
                                      <p:cBhvr>
                                        <p:cTn id="53" dur="500"/>
                                        <p:tgtEl>
                                          <p:spTgt spid="19"/>
                                        </p:tgtEl>
                                      </p:cBhvr>
                                    </p:animEffect>
                                  </p:childTnLst>
                                </p:cTn>
                              </p:par>
                              <p:par>
                                <p:cTn id="54" presetID="21" presetClass="entr" presetSubtype="1" fill="hold" grpId="0" nodeType="withEffect">
                                  <p:stCondLst>
                                    <p:cond delay="1500"/>
                                  </p:stCondLst>
                                  <p:childTnLst>
                                    <p:set>
                                      <p:cBhvr>
                                        <p:cTn id="55" dur="1" fill="hold">
                                          <p:stCondLst>
                                            <p:cond delay="0"/>
                                          </p:stCondLst>
                                        </p:cTn>
                                        <p:tgtEl>
                                          <p:spTgt spid="17"/>
                                        </p:tgtEl>
                                        <p:attrNameLst>
                                          <p:attrName>style.visibility</p:attrName>
                                        </p:attrNameLst>
                                      </p:cBhvr>
                                      <p:to>
                                        <p:strVal val="visible"/>
                                      </p:to>
                                    </p:set>
                                    <p:animEffect transition="in" filter="wheel(1)">
                                      <p:cBhvr>
                                        <p:cTn id="56" dur="500"/>
                                        <p:tgtEl>
                                          <p:spTgt spid="17"/>
                                        </p:tgtEl>
                                      </p:cBhvr>
                                    </p:animEffect>
                                  </p:childTnLst>
                                </p:cTn>
                              </p:par>
                              <p:par>
                                <p:cTn id="57" presetID="21" presetClass="entr" presetSubtype="1" fill="hold" grpId="0" nodeType="withEffect">
                                  <p:stCondLst>
                                    <p:cond delay="1500"/>
                                  </p:stCondLst>
                                  <p:childTnLst>
                                    <p:set>
                                      <p:cBhvr>
                                        <p:cTn id="58" dur="1" fill="hold">
                                          <p:stCondLst>
                                            <p:cond delay="0"/>
                                          </p:stCondLst>
                                        </p:cTn>
                                        <p:tgtEl>
                                          <p:spTgt spid="15"/>
                                        </p:tgtEl>
                                        <p:attrNameLst>
                                          <p:attrName>style.visibility</p:attrName>
                                        </p:attrNameLst>
                                      </p:cBhvr>
                                      <p:to>
                                        <p:strVal val="visible"/>
                                      </p:to>
                                    </p:set>
                                    <p:animEffect transition="in" filter="wheel(1)">
                                      <p:cBhvr>
                                        <p:cTn id="59" dur="500"/>
                                        <p:tgtEl>
                                          <p:spTgt spid="15"/>
                                        </p:tgtEl>
                                      </p:cBhvr>
                                    </p:animEffect>
                                  </p:childTnLst>
                                </p:cTn>
                              </p:par>
                              <p:par>
                                <p:cTn id="60" presetID="2" presetClass="entr" presetSubtype="2" fill="hold" nodeType="withEffect">
                                  <p:stCondLst>
                                    <p:cond delay="150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1+#ppt_w/2"/>
                                          </p:val>
                                        </p:tav>
                                        <p:tav tm="100000">
                                          <p:val>
                                            <p:strVal val="#ppt_x"/>
                                          </p:val>
                                        </p:tav>
                                      </p:tavLst>
                                    </p:anim>
                                    <p:anim calcmode="lin" valueType="num">
                                      <p:cBhvr additive="base">
                                        <p:cTn id="63" dur="500" fill="hold"/>
                                        <p:tgtEl>
                                          <p:spTgt spid="14"/>
                                        </p:tgtEl>
                                        <p:attrNameLst>
                                          <p:attrName>ppt_y</p:attrName>
                                        </p:attrNameLst>
                                      </p:cBhvr>
                                      <p:tavLst>
                                        <p:tav tm="0">
                                          <p:val>
                                            <p:strVal val="#ppt_y"/>
                                          </p:val>
                                        </p:tav>
                                        <p:tav tm="100000">
                                          <p:val>
                                            <p:strVal val="#ppt_y"/>
                                          </p:val>
                                        </p:tav>
                                      </p:tavLst>
                                    </p:anim>
                                  </p:childTnLst>
                                </p:cTn>
                              </p:par>
                              <p:par>
                                <p:cTn id="64" presetID="26" presetClass="emph" presetSubtype="0" fill="hold" nodeType="withEffect">
                                  <p:stCondLst>
                                    <p:cond delay="1500"/>
                                  </p:stCondLst>
                                  <p:childTnLst>
                                    <p:animEffect transition="out" filter="fade">
                                      <p:cBhvr>
                                        <p:cTn id="65" dur="500" tmFilter="0, 0; .2, .5; .8, .5; 1, 0"/>
                                        <p:tgtEl>
                                          <p:spTgt spid="14"/>
                                        </p:tgtEl>
                                      </p:cBhvr>
                                    </p:animEffect>
                                    <p:animScale>
                                      <p:cBhvr>
                                        <p:cTn id="66"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5" grpId="0" bldLvl="0" animBg="1"/>
      <p:bldP spid="16" grpId="0"/>
      <p:bldP spid="17" grpId="0" bldLvl="0" animBg="1"/>
      <p:bldP spid="18" grpId="0"/>
      <p:bldP spid="19" grpId="0" bldLvl="0" animBg="1"/>
      <p:bldP spid="20" grpId="0"/>
      <p:bldP spid="21" grpId="0" bldLvl="0" animBg="1"/>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6296660"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Open Sans" panose="020B0606030504020204" pitchFamily="34" charset="0"/>
              </a:rPr>
              <a:t>信息安全的起源</a:t>
            </a:r>
          </a:p>
        </p:txBody>
      </p:sp>
      <p:grpSp>
        <p:nvGrpSpPr>
          <p:cNvPr id="5" name="组合 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
            </p:custDataLst>
          </p:nvPr>
        </p:nvGrpSpPr>
        <p:grpSpPr>
          <a:xfrm>
            <a:off x="701773" y="2156919"/>
            <a:ext cx="2216237" cy="2216237"/>
            <a:chOff x="1172421" y="2116578"/>
            <a:chExt cx="2216237" cy="2216237"/>
          </a:xfrm>
        </p:grpSpPr>
        <p:sp>
          <p:nvSpPr>
            <p:cNvPr id="9" name="椭圆 8"/>
            <p:cNvSpPr/>
            <p:nvPr>
              <p:custDataLst>
                <p:tags r:id="rId31"/>
              </p:custDataLst>
            </p:nvPr>
          </p:nvSpPr>
          <p:spPr>
            <a:xfrm>
              <a:off x="1172421" y="2116578"/>
              <a:ext cx="2216237" cy="2216237"/>
            </a:xfrm>
            <a:prstGeom prst="ellipse">
              <a:avLst/>
            </a:prstGeom>
            <a:solidFill>
              <a:srgbClr val="62FDF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3" name="弧形 2"/>
            <p:cNvSpPr/>
            <p:nvPr>
              <p:custDataLst>
                <p:tags r:id="rId32"/>
              </p:custDataLst>
            </p:nvPr>
          </p:nvSpPr>
          <p:spPr>
            <a:xfrm>
              <a:off x="1296305" y="2240462"/>
              <a:ext cx="1968468" cy="1968468"/>
            </a:xfrm>
            <a:prstGeom prst="arc">
              <a:avLst>
                <a:gd name="adj1" fmla="val 5400000"/>
                <a:gd name="adj2" fmla="val 10800000"/>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弧形 13"/>
            <p:cNvSpPr/>
            <p:nvPr>
              <p:custDataLst>
                <p:tags r:id="rId33"/>
              </p:custDataLst>
            </p:nvPr>
          </p:nvSpPr>
          <p:spPr>
            <a:xfrm>
              <a:off x="1296305" y="2240462"/>
              <a:ext cx="1968468" cy="1968468"/>
            </a:xfrm>
            <a:prstGeom prst="arc">
              <a:avLst>
                <a:gd name="adj1" fmla="val 15403384"/>
                <a:gd name="adj2" fmla="val 10674"/>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5" name="组合 1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2"/>
            </p:custDataLst>
          </p:nvPr>
        </p:nvGrpSpPr>
        <p:grpSpPr>
          <a:xfrm>
            <a:off x="3562528" y="2156917"/>
            <a:ext cx="2216237" cy="2216237"/>
            <a:chOff x="1172421" y="2116578"/>
            <a:chExt cx="2216237" cy="2216237"/>
          </a:xfrm>
        </p:grpSpPr>
        <p:sp>
          <p:nvSpPr>
            <p:cNvPr id="16" name="椭圆 15"/>
            <p:cNvSpPr/>
            <p:nvPr>
              <p:custDataLst>
                <p:tags r:id="rId28"/>
              </p:custDataLst>
            </p:nvPr>
          </p:nvSpPr>
          <p:spPr>
            <a:xfrm>
              <a:off x="1172421" y="2116578"/>
              <a:ext cx="2216237" cy="2216237"/>
            </a:xfrm>
            <a:prstGeom prst="ellipse">
              <a:avLst/>
            </a:prstGeom>
            <a:solidFill>
              <a:srgbClr val="62FDF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7" name="弧形 16"/>
            <p:cNvSpPr/>
            <p:nvPr>
              <p:custDataLst>
                <p:tags r:id="rId29"/>
              </p:custDataLst>
            </p:nvPr>
          </p:nvSpPr>
          <p:spPr>
            <a:xfrm>
              <a:off x="1296305" y="2240462"/>
              <a:ext cx="1968468" cy="1968468"/>
            </a:xfrm>
            <a:prstGeom prst="arc">
              <a:avLst>
                <a:gd name="adj1" fmla="val 5400000"/>
                <a:gd name="adj2" fmla="val 10800000"/>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9" name="弧形 18"/>
            <p:cNvSpPr/>
            <p:nvPr>
              <p:custDataLst>
                <p:tags r:id="rId30"/>
              </p:custDataLst>
            </p:nvPr>
          </p:nvSpPr>
          <p:spPr>
            <a:xfrm>
              <a:off x="1296305" y="2240462"/>
              <a:ext cx="1968468" cy="1968468"/>
            </a:xfrm>
            <a:prstGeom prst="arc">
              <a:avLst>
                <a:gd name="adj1" fmla="val 15403384"/>
                <a:gd name="adj2" fmla="val 10674"/>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0" name="组合 1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3"/>
            </p:custDataLst>
          </p:nvPr>
        </p:nvGrpSpPr>
        <p:grpSpPr>
          <a:xfrm>
            <a:off x="6423283" y="2156919"/>
            <a:ext cx="2216237" cy="2216237"/>
            <a:chOff x="1172421" y="2116578"/>
            <a:chExt cx="2216237" cy="2216237"/>
          </a:xfrm>
        </p:grpSpPr>
        <p:sp>
          <p:nvSpPr>
            <p:cNvPr id="21" name="椭圆 20"/>
            <p:cNvSpPr/>
            <p:nvPr>
              <p:custDataLst>
                <p:tags r:id="rId25"/>
              </p:custDataLst>
            </p:nvPr>
          </p:nvSpPr>
          <p:spPr>
            <a:xfrm>
              <a:off x="1172421" y="2116578"/>
              <a:ext cx="2216237" cy="2216237"/>
            </a:xfrm>
            <a:prstGeom prst="ellipse">
              <a:avLst/>
            </a:prstGeom>
            <a:solidFill>
              <a:srgbClr val="62FDF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22" name="弧形 21"/>
            <p:cNvSpPr/>
            <p:nvPr>
              <p:custDataLst>
                <p:tags r:id="rId26"/>
              </p:custDataLst>
            </p:nvPr>
          </p:nvSpPr>
          <p:spPr>
            <a:xfrm>
              <a:off x="1296305" y="2240462"/>
              <a:ext cx="1968468" cy="1968468"/>
            </a:xfrm>
            <a:prstGeom prst="arc">
              <a:avLst>
                <a:gd name="adj1" fmla="val 5400000"/>
                <a:gd name="adj2" fmla="val 10800000"/>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4" name="弧形 23"/>
            <p:cNvSpPr/>
            <p:nvPr>
              <p:custDataLst>
                <p:tags r:id="rId27"/>
              </p:custDataLst>
            </p:nvPr>
          </p:nvSpPr>
          <p:spPr>
            <a:xfrm>
              <a:off x="1296305" y="2240462"/>
              <a:ext cx="1968468" cy="1968468"/>
            </a:xfrm>
            <a:prstGeom prst="arc">
              <a:avLst>
                <a:gd name="adj1" fmla="val 15403384"/>
                <a:gd name="adj2" fmla="val 10674"/>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5" name="组合 2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4"/>
            </p:custDataLst>
          </p:nvPr>
        </p:nvGrpSpPr>
        <p:grpSpPr>
          <a:xfrm>
            <a:off x="9284038" y="2156917"/>
            <a:ext cx="2216237" cy="2216237"/>
            <a:chOff x="1172421" y="2116578"/>
            <a:chExt cx="2216237" cy="2216237"/>
          </a:xfrm>
        </p:grpSpPr>
        <p:sp>
          <p:nvSpPr>
            <p:cNvPr id="26" name="椭圆 25"/>
            <p:cNvSpPr/>
            <p:nvPr>
              <p:custDataLst>
                <p:tags r:id="rId22"/>
              </p:custDataLst>
            </p:nvPr>
          </p:nvSpPr>
          <p:spPr>
            <a:xfrm>
              <a:off x="1172421" y="2116578"/>
              <a:ext cx="2216237" cy="2216237"/>
            </a:xfrm>
            <a:prstGeom prst="ellipse">
              <a:avLst/>
            </a:prstGeom>
            <a:solidFill>
              <a:srgbClr val="62FDF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27" name="弧形 26"/>
            <p:cNvSpPr/>
            <p:nvPr>
              <p:custDataLst>
                <p:tags r:id="rId23"/>
              </p:custDataLst>
            </p:nvPr>
          </p:nvSpPr>
          <p:spPr>
            <a:xfrm>
              <a:off x="1296305" y="2240462"/>
              <a:ext cx="1968468" cy="1968468"/>
            </a:xfrm>
            <a:prstGeom prst="arc">
              <a:avLst>
                <a:gd name="adj1" fmla="val 5400000"/>
                <a:gd name="adj2" fmla="val 10800000"/>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弧形 28"/>
            <p:cNvSpPr/>
            <p:nvPr>
              <p:custDataLst>
                <p:tags r:id="rId24"/>
              </p:custDataLst>
            </p:nvPr>
          </p:nvSpPr>
          <p:spPr>
            <a:xfrm>
              <a:off x="1296305" y="2240462"/>
              <a:ext cx="1968468" cy="1968468"/>
            </a:xfrm>
            <a:prstGeom prst="arc">
              <a:avLst>
                <a:gd name="adj1" fmla="val 15403384"/>
                <a:gd name="adj2" fmla="val 10674"/>
              </a:avLst>
            </a:prstGeom>
            <a:ln w="28575">
              <a:solidFill>
                <a:srgbClr val="62FDFE"/>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33"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5"/>
            </p:custDataLst>
          </p:nvPr>
        </p:nvSpPr>
        <p:spPr>
          <a:xfrm>
            <a:off x="736678" y="4665783"/>
            <a:ext cx="1982432" cy="467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古代信息保护</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信息安全的历史可以追溯到古代军事和政府机密的保护。符号、密码等早期手段为信息保护奠定基础，古埃及、古希腊等文明早已记录了加密信息传递的实践。</a:t>
            </a:r>
            <a:endParaRPr kumimoji="0" 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4"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6"/>
            </p:custDataLst>
          </p:nvPr>
        </p:nvSpPr>
        <p:spPr>
          <a:xfrm>
            <a:off x="3585798" y="4657885"/>
            <a:ext cx="1982432" cy="467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信息价值的认识</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随着社会的发展，信息的价值愈发被认识，尤其在军事和国家安全领域，信息保护的需求急剧上升。这一时期的信息安全主要依赖于传统的加密技术。</a:t>
            </a:r>
          </a:p>
        </p:txBody>
      </p:sp>
      <p:sp>
        <p:nvSpPr>
          <p:cNvPr id="35"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7"/>
            </p:custDataLst>
          </p:nvPr>
        </p:nvSpPr>
        <p:spPr>
          <a:xfrm>
            <a:off x="6434918" y="4655002"/>
            <a:ext cx="1982432" cy="127727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计算机技术的兴起</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20世纪60年代末至70年代初，计算机技术的飞速发展显著提升了信息存储和处理能力，但也带来了信息泄露</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、篡改</a:t>
            </a: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等安全问题，促使相关学科的逐渐形成</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a:t>
            </a:r>
          </a:p>
        </p:txBody>
      </p:sp>
      <p:sp>
        <p:nvSpPr>
          <p:cNvPr id="36"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8"/>
            </p:custDataLst>
          </p:nvPr>
        </p:nvSpPr>
        <p:spPr>
          <a:xfrm>
            <a:off x="9284038" y="4655002"/>
            <a:ext cx="1982432" cy="181588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信息安全学科的初步形成</a:t>
            </a:r>
          </a:p>
          <a:p>
            <a:pPr lvl="0" algn="ctr">
              <a:defRPr/>
            </a:pP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信息安全作为独立学科的雏形始于计算机技术普及后</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这时信息安全问题</a:t>
            </a:r>
            <a:r>
              <a:rPr kumimoji="0" lang="zh-CN" altLang="en-US" sz="105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变得因此更加复杂，特别是数据交换和共</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享所带来的安全隐患。因此，</a:t>
            </a: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早期研究主要集中在密码学、计算机网络安全以及信息存储保护等领域</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a:t>
            </a:r>
          </a:p>
        </p:txBody>
      </p:sp>
      <p:sp>
        <p:nvSpPr>
          <p:cNvPr id="4"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6" name="组合 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9"/>
            </p:custDataLst>
          </p:nvPr>
        </p:nvGrpSpPr>
        <p:grpSpPr>
          <a:xfrm>
            <a:off x="782644" y="2962772"/>
            <a:ext cx="2054494" cy="604526"/>
            <a:chOff x="4438063" y="1719059"/>
            <a:chExt cx="2054494" cy="604526"/>
          </a:xfrm>
          <a:solidFill>
            <a:srgbClr val="62FDFE">
              <a:alpha val="36000"/>
            </a:srgbClr>
          </a:solidFill>
        </p:grpSpPr>
        <p:sp>
          <p:nvSpPr>
            <p:cNvPr id="7" name="圆角矩形 82"/>
            <p:cNvSpPr/>
            <p:nvPr>
              <p:custDataLst>
                <p:tags r:id="rId20"/>
              </p:custDataLst>
            </p:nvPr>
          </p:nvSpPr>
          <p:spPr>
            <a:xfrm rot="19872676">
              <a:off x="4438063" y="1719059"/>
              <a:ext cx="2054494"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8" name="Freeform 110"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21"/>
              </p:custDataLst>
            </p:nvPr>
          </p:nvSpPr>
          <p:spPr bwMode="auto">
            <a:xfrm>
              <a:off x="5272361" y="1839118"/>
              <a:ext cx="383054" cy="376296"/>
            </a:xfrm>
            <a:custGeom>
              <a:avLst/>
              <a:gdLst/>
              <a:ahLst/>
              <a:cxnLst>
                <a:cxn ang="0">
                  <a:pos x="284" y="107"/>
                </a:cxn>
                <a:cxn ang="0">
                  <a:pos x="295" y="86"/>
                </a:cxn>
                <a:cxn ang="0">
                  <a:pos x="302" y="60"/>
                </a:cxn>
                <a:cxn ang="0">
                  <a:pos x="277" y="35"/>
                </a:cxn>
                <a:cxn ang="0">
                  <a:pos x="252" y="44"/>
                </a:cxn>
                <a:cxn ang="0">
                  <a:pos x="208" y="46"/>
                </a:cxn>
                <a:cxn ang="0">
                  <a:pos x="199" y="22"/>
                </a:cxn>
                <a:cxn ang="0">
                  <a:pos x="188" y="0"/>
                </a:cxn>
                <a:cxn ang="0">
                  <a:pos x="150" y="0"/>
                </a:cxn>
                <a:cxn ang="0">
                  <a:pos x="139" y="22"/>
                </a:cxn>
                <a:cxn ang="0">
                  <a:pos x="110" y="55"/>
                </a:cxn>
                <a:cxn ang="0">
                  <a:pos x="87" y="44"/>
                </a:cxn>
                <a:cxn ang="0">
                  <a:pos x="61" y="37"/>
                </a:cxn>
                <a:cxn ang="0">
                  <a:pos x="36" y="62"/>
                </a:cxn>
                <a:cxn ang="0">
                  <a:pos x="45" y="86"/>
                </a:cxn>
                <a:cxn ang="0">
                  <a:pos x="45" y="129"/>
                </a:cxn>
                <a:cxn ang="0">
                  <a:pos x="23" y="138"/>
                </a:cxn>
                <a:cxn ang="0">
                  <a:pos x="0" y="149"/>
                </a:cxn>
                <a:cxn ang="0">
                  <a:pos x="0" y="185"/>
                </a:cxn>
                <a:cxn ang="0">
                  <a:pos x="23" y="196"/>
                </a:cxn>
                <a:cxn ang="0">
                  <a:pos x="54" y="225"/>
                </a:cxn>
                <a:cxn ang="0">
                  <a:pos x="45" y="249"/>
                </a:cxn>
                <a:cxn ang="0">
                  <a:pos x="36" y="272"/>
                </a:cxn>
                <a:cxn ang="0">
                  <a:pos x="63" y="298"/>
                </a:cxn>
                <a:cxn ang="0">
                  <a:pos x="87" y="291"/>
                </a:cxn>
                <a:cxn ang="0">
                  <a:pos x="130" y="289"/>
                </a:cxn>
                <a:cxn ang="0">
                  <a:pos x="141" y="310"/>
                </a:cxn>
                <a:cxn ang="0">
                  <a:pos x="152" y="334"/>
                </a:cxn>
                <a:cxn ang="0">
                  <a:pos x="188" y="334"/>
                </a:cxn>
                <a:cxn ang="0">
                  <a:pos x="199" y="310"/>
                </a:cxn>
                <a:cxn ang="0">
                  <a:pos x="230" y="280"/>
                </a:cxn>
                <a:cxn ang="0">
                  <a:pos x="253" y="289"/>
                </a:cxn>
                <a:cxn ang="0">
                  <a:pos x="277" y="298"/>
                </a:cxn>
                <a:cxn ang="0">
                  <a:pos x="304" y="271"/>
                </a:cxn>
                <a:cxn ang="0">
                  <a:pos x="295" y="247"/>
                </a:cxn>
                <a:cxn ang="0">
                  <a:pos x="293" y="205"/>
                </a:cxn>
                <a:cxn ang="0">
                  <a:pos x="317" y="196"/>
                </a:cxn>
                <a:cxn ang="0">
                  <a:pos x="340" y="184"/>
                </a:cxn>
                <a:cxn ang="0">
                  <a:pos x="340" y="147"/>
                </a:cxn>
                <a:cxn ang="0">
                  <a:pos x="317" y="136"/>
                </a:cxn>
                <a:cxn ang="0">
                  <a:pos x="293" y="129"/>
                </a:cxn>
                <a:cxn ang="0">
                  <a:pos x="224" y="167"/>
                </a:cxn>
                <a:cxn ang="0">
                  <a:pos x="219" y="187"/>
                </a:cxn>
                <a:cxn ang="0">
                  <a:pos x="208" y="205"/>
                </a:cxn>
                <a:cxn ang="0">
                  <a:pos x="190" y="216"/>
                </a:cxn>
                <a:cxn ang="0">
                  <a:pos x="170" y="220"/>
                </a:cxn>
                <a:cxn ang="0">
                  <a:pos x="159" y="220"/>
                </a:cxn>
                <a:cxn ang="0">
                  <a:pos x="139" y="211"/>
                </a:cxn>
                <a:cxn ang="0">
                  <a:pos x="125" y="196"/>
                </a:cxn>
                <a:cxn ang="0">
                  <a:pos x="116" y="178"/>
                </a:cxn>
                <a:cxn ang="0">
                  <a:pos x="116" y="167"/>
                </a:cxn>
                <a:cxn ang="0">
                  <a:pos x="119" y="145"/>
                </a:cxn>
                <a:cxn ang="0">
                  <a:pos x="130" y="129"/>
                </a:cxn>
                <a:cxn ang="0">
                  <a:pos x="148" y="118"/>
                </a:cxn>
                <a:cxn ang="0">
                  <a:pos x="170" y="113"/>
                </a:cxn>
                <a:cxn ang="0">
                  <a:pos x="181" y="115"/>
                </a:cxn>
                <a:cxn ang="0">
                  <a:pos x="201" y="122"/>
                </a:cxn>
                <a:cxn ang="0">
                  <a:pos x="215" y="136"/>
                </a:cxn>
                <a:cxn ang="0">
                  <a:pos x="223" y="156"/>
                </a:cxn>
                <a:cxn ang="0">
                  <a:pos x="224" y="167"/>
                </a:cxn>
              </a:cxnLst>
              <a:rect l="0" t="0" r="r" b="b"/>
              <a:pathLst>
                <a:path w="340" h="334">
                  <a:moveTo>
                    <a:pt x="293" y="129"/>
                  </a:moveTo>
                  <a:lnTo>
                    <a:pt x="284" y="107"/>
                  </a:lnTo>
                  <a:lnTo>
                    <a:pt x="284" y="107"/>
                  </a:lnTo>
                  <a:lnTo>
                    <a:pt x="295" y="86"/>
                  </a:lnTo>
                  <a:lnTo>
                    <a:pt x="300" y="69"/>
                  </a:lnTo>
                  <a:lnTo>
                    <a:pt x="302" y="60"/>
                  </a:lnTo>
                  <a:lnTo>
                    <a:pt x="277" y="35"/>
                  </a:lnTo>
                  <a:lnTo>
                    <a:pt x="277" y="35"/>
                  </a:lnTo>
                  <a:lnTo>
                    <a:pt x="268" y="37"/>
                  </a:lnTo>
                  <a:lnTo>
                    <a:pt x="252" y="44"/>
                  </a:lnTo>
                  <a:lnTo>
                    <a:pt x="230" y="55"/>
                  </a:lnTo>
                  <a:lnTo>
                    <a:pt x="208" y="46"/>
                  </a:lnTo>
                  <a:lnTo>
                    <a:pt x="208" y="46"/>
                  </a:lnTo>
                  <a:lnTo>
                    <a:pt x="199" y="22"/>
                  </a:lnTo>
                  <a:lnTo>
                    <a:pt x="192" y="8"/>
                  </a:lnTo>
                  <a:lnTo>
                    <a:pt x="188" y="0"/>
                  </a:lnTo>
                  <a:lnTo>
                    <a:pt x="150" y="0"/>
                  </a:lnTo>
                  <a:lnTo>
                    <a:pt x="150" y="0"/>
                  </a:lnTo>
                  <a:lnTo>
                    <a:pt x="146" y="8"/>
                  </a:lnTo>
                  <a:lnTo>
                    <a:pt x="139" y="22"/>
                  </a:lnTo>
                  <a:lnTo>
                    <a:pt x="130" y="46"/>
                  </a:lnTo>
                  <a:lnTo>
                    <a:pt x="110" y="55"/>
                  </a:lnTo>
                  <a:lnTo>
                    <a:pt x="110" y="55"/>
                  </a:lnTo>
                  <a:lnTo>
                    <a:pt x="87" y="44"/>
                  </a:lnTo>
                  <a:lnTo>
                    <a:pt x="70" y="39"/>
                  </a:lnTo>
                  <a:lnTo>
                    <a:pt x="61" y="37"/>
                  </a:lnTo>
                  <a:lnTo>
                    <a:pt x="36" y="62"/>
                  </a:lnTo>
                  <a:lnTo>
                    <a:pt x="36" y="62"/>
                  </a:lnTo>
                  <a:lnTo>
                    <a:pt x="38" y="71"/>
                  </a:lnTo>
                  <a:lnTo>
                    <a:pt x="45" y="86"/>
                  </a:lnTo>
                  <a:lnTo>
                    <a:pt x="54" y="109"/>
                  </a:lnTo>
                  <a:lnTo>
                    <a:pt x="45" y="129"/>
                  </a:lnTo>
                  <a:lnTo>
                    <a:pt x="45" y="129"/>
                  </a:lnTo>
                  <a:lnTo>
                    <a:pt x="23" y="138"/>
                  </a:lnTo>
                  <a:lnTo>
                    <a:pt x="7" y="145"/>
                  </a:lnTo>
                  <a:lnTo>
                    <a:pt x="0" y="149"/>
                  </a:lnTo>
                  <a:lnTo>
                    <a:pt x="0" y="185"/>
                  </a:lnTo>
                  <a:lnTo>
                    <a:pt x="0" y="185"/>
                  </a:lnTo>
                  <a:lnTo>
                    <a:pt x="7" y="191"/>
                  </a:lnTo>
                  <a:lnTo>
                    <a:pt x="23" y="196"/>
                  </a:lnTo>
                  <a:lnTo>
                    <a:pt x="47" y="205"/>
                  </a:lnTo>
                  <a:lnTo>
                    <a:pt x="54" y="225"/>
                  </a:lnTo>
                  <a:lnTo>
                    <a:pt x="54" y="225"/>
                  </a:lnTo>
                  <a:lnTo>
                    <a:pt x="45" y="249"/>
                  </a:lnTo>
                  <a:lnTo>
                    <a:pt x="38" y="265"/>
                  </a:lnTo>
                  <a:lnTo>
                    <a:pt x="36" y="272"/>
                  </a:lnTo>
                  <a:lnTo>
                    <a:pt x="63" y="298"/>
                  </a:lnTo>
                  <a:lnTo>
                    <a:pt x="63" y="298"/>
                  </a:lnTo>
                  <a:lnTo>
                    <a:pt x="70" y="296"/>
                  </a:lnTo>
                  <a:lnTo>
                    <a:pt x="87" y="291"/>
                  </a:lnTo>
                  <a:lnTo>
                    <a:pt x="110" y="280"/>
                  </a:lnTo>
                  <a:lnTo>
                    <a:pt x="130" y="289"/>
                  </a:lnTo>
                  <a:lnTo>
                    <a:pt x="130" y="289"/>
                  </a:lnTo>
                  <a:lnTo>
                    <a:pt x="141" y="310"/>
                  </a:lnTo>
                  <a:lnTo>
                    <a:pt x="146" y="327"/>
                  </a:lnTo>
                  <a:lnTo>
                    <a:pt x="152" y="334"/>
                  </a:lnTo>
                  <a:lnTo>
                    <a:pt x="188" y="334"/>
                  </a:lnTo>
                  <a:lnTo>
                    <a:pt x="188" y="334"/>
                  </a:lnTo>
                  <a:lnTo>
                    <a:pt x="194" y="327"/>
                  </a:lnTo>
                  <a:lnTo>
                    <a:pt x="199" y="310"/>
                  </a:lnTo>
                  <a:lnTo>
                    <a:pt x="208" y="289"/>
                  </a:lnTo>
                  <a:lnTo>
                    <a:pt x="230" y="280"/>
                  </a:lnTo>
                  <a:lnTo>
                    <a:pt x="230" y="280"/>
                  </a:lnTo>
                  <a:lnTo>
                    <a:pt x="253" y="289"/>
                  </a:lnTo>
                  <a:lnTo>
                    <a:pt x="270" y="296"/>
                  </a:lnTo>
                  <a:lnTo>
                    <a:pt x="277" y="298"/>
                  </a:lnTo>
                  <a:lnTo>
                    <a:pt x="304" y="271"/>
                  </a:lnTo>
                  <a:lnTo>
                    <a:pt x="304" y="271"/>
                  </a:lnTo>
                  <a:lnTo>
                    <a:pt x="302" y="263"/>
                  </a:lnTo>
                  <a:lnTo>
                    <a:pt x="295" y="247"/>
                  </a:lnTo>
                  <a:lnTo>
                    <a:pt x="284" y="225"/>
                  </a:lnTo>
                  <a:lnTo>
                    <a:pt x="293" y="205"/>
                  </a:lnTo>
                  <a:lnTo>
                    <a:pt x="293" y="205"/>
                  </a:lnTo>
                  <a:lnTo>
                    <a:pt x="317" y="196"/>
                  </a:lnTo>
                  <a:lnTo>
                    <a:pt x="333" y="189"/>
                  </a:lnTo>
                  <a:lnTo>
                    <a:pt x="340" y="184"/>
                  </a:lnTo>
                  <a:lnTo>
                    <a:pt x="340" y="147"/>
                  </a:lnTo>
                  <a:lnTo>
                    <a:pt x="340" y="147"/>
                  </a:lnTo>
                  <a:lnTo>
                    <a:pt x="333" y="144"/>
                  </a:lnTo>
                  <a:lnTo>
                    <a:pt x="317" y="136"/>
                  </a:lnTo>
                  <a:lnTo>
                    <a:pt x="293" y="129"/>
                  </a:lnTo>
                  <a:lnTo>
                    <a:pt x="293" y="129"/>
                  </a:lnTo>
                  <a:close/>
                  <a:moveTo>
                    <a:pt x="224" y="167"/>
                  </a:moveTo>
                  <a:lnTo>
                    <a:pt x="224" y="167"/>
                  </a:lnTo>
                  <a:lnTo>
                    <a:pt x="223" y="178"/>
                  </a:lnTo>
                  <a:lnTo>
                    <a:pt x="219" y="187"/>
                  </a:lnTo>
                  <a:lnTo>
                    <a:pt x="215" y="196"/>
                  </a:lnTo>
                  <a:lnTo>
                    <a:pt x="208" y="205"/>
                  </a:lnTo>
                  <a:lnTo>
                    <a:pt x="201" y="211"/>
                  </a:lnTo>
                  <a:lnTo>
                    <a:pt x="190" y="216"/>
                  </a:lnTo>
                  <a:lnTo>
                    <a:pt x="181" y="220"/>
                  </a:lnTo>
                  <a:lnTo>
                    <a:pt x="170" y="220"/>
                  </a:lnTo>
                  <a:lnTo>
                    <a:pt x="170" y="220"/>
                  </a:lnTo>
                  <a:lnTo>
                    <a:pt x="159" y="220"/>
                  </a:lnTo>
                  <a:lnTo>
                    <a:pt x="148" y="216"/>
                  </a:lnTo>
                  <a:lnTo>
                    <a:pt x="139" y="211"/>
                  </a:lnTo>
                  <a:lnTo>
                    <a:pt x="130" y="205"/>
                  </a:lnTo>
                  <a:lnTo>
                    <a:pt x="125" y="196"/>
                  </a:lnTo>
                  <a:lnTo>
                    <a:pt x="119" y="187"/>
                  </a:lnTo>
                  <a:lnTo>
                    <a:pt x="116" y="178"/>
                  </a:lnTo>
                  <a:lnTo>
                    <a:pt x="116" y="167"/>
                  </a:lnTo>
                  <a:lnTo>
                    <a:pt x="116" y="167"/>
                  </a:lnTo>
                  <a:lnTo>
                    <a:pt x="116" y="156"/>
                  </a:lnTo>
                  <a:lnTo>
                    <a:pt x="119" y="145"/>
                  </a:lnTo>
                  <a:lnTo>
                    <a:pt x="125" y="136"/>
                  </a:lnTo>
                  <a:lnTo>
                    <a:pt x="130" y="129"/>
                  </a:lnTo>
                  <a:lnTo>
                    <a:pt x="139" y="122"/>
                  </a:lnTo>
                  <a:lnTo>
                    <a:pt x="148" y="118"/>
                  </a:lnTo>
                  <a:lnTo>
                    <a:pt x="159" y="115"/>
                  </a:lnTo>
                  <a:lnTo>
                    <a:pt x="170" y="113"/>
                  </a:lnTo>
                  <a:lnTo>
                    <a:pt x="170" y="113"/>
                  </a:lnTo>
                  <a:lnTo>
                    <a:pt x="181" y="115"/>
                  </a:lnTo>
                  <a:lnTo>
                    <a:pt x="190" y="118"/>
                  </a:lnTo>
                  <a:lnTo>
                    <a:pt x="201" y="122"/>
                  </a:lnTo>
                  <a:lnTo>
                    <a:pt x="208" y="129"/>
                  </a:lnTo>
                  <a:lnTo>
                    <a:pt x="215" y="136"/>
                  </a:lnTo>
                  <a:lnTo>
                    <a:pt x="219" y="145"/>
                  </a:lnTo>
                  <a:lnTo>
                    <a:pt x="223" y="156"/>
                  </a:lnTo>
                  <a:lnTo>
                    <a:pt x="224" y="167"/>
                  </a:lnTo>
                  <a:lnTo>
                    <a:pt x="224" y="167"/>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nvGrpSpPr>
          <p:cNvPr id="10" name="组合 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0"/>
            </p:custDataLst>
          </p:nvPr>
        </p:nvGrpSpPr>
        <p:grpSpPr>
          <a:xfrm rot="3608761">
            <a:off x="3380535" y="2962772"/>
            <a:ext cx="2590005" cy="604526"/>
            <a:chOff x="4488673" y="2363369"/>
            <a:chExt cx="2590005" cy="604526"/>
          </a:xfrm>
          <a:solidFill>
            <a:srgbClr val="62FDFE">
              <a:alpha val="36000"/>
            </a:srgbClr>
          </a:solidFill>
        </p:grpSpPr>
        <p:sp>
          <p:nvSpPr>
            <p:cNvPr id="12" name="圆角矩形 56"/>
            <p:cNvSpPr/>
            <p:nvPr>
              <p:custDataLst>
                <p:tags r:id="rId18"/>
              </p:custDataLst>
            </p:nvPr>
          </p:nvSpPr>
          <p:spPr>
            <a:xfrm rot="19872676">
              <a:off x="4488673" y="2363369"/>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30" name="Freeform 95"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19"/>
              </p:custDataLst>
            </p:nvPr>
          </p:nvSpPr>
          <p:spPr bwMode="auto">
            <a:xfrm>
              <a:off x="5581907" y="2518077"/>
              <a:ext cx="369536" cy="326726"/>
            </a:xfrm>
            <a:custGeom>
              <a:avLst/>
              <a:gdLst/>
              <a:ahLst/>
              <a:cxnLst>
                <a:cxn ang="0">
                  <a:pos x="296" y="7"/>
                </a:cxn>
                <a:cxn ang="0">
                  <a:pos x="285" y="5"/>
                </a:cxn>
                <a:cxn ang="0">
                  <a:pos x="279" y="11"/>
                </a:cxn>
                <a:cxn ang="0">
                  <a:pos x="276" y="16"/>
                </a:cxn>
                <a:cxn ang="0">
                  <a:pos x="196" y="94"/>
                </a:cxn>
                <a:cxn ang="0">
                  <a:pos x="192" y="112"/>
                </a:cxn>
                <a:cxn ang="0">
                  <a:pos x="200" y="121"/>
                </a:cxn>
                <a:cxn ang="0">
                  <a:pos x="129" y="83"/>
                </a:cxn>
                <a:cxn ang="0">
                  <a:pos x="131" y="58"/>
                </a:cxn>
                <a:cxn ang="0">
                  <a:pos x="124" y="33"/>
                </a:cxn>
                <a:cxn ang="0">
                  <a:pos x="113" y="18"/>
                </a:cxn>
                <a:cxn ang="0">
                  <a:pos x="91" y="4"/>
                </a:cxn>
                <a:cxn ang="0">
                  <a:pos x="66" y="0"/>
                </a:cxn>
                <a:cxn ang="0">
                  <a:pos x="86" y="40"/>
                </a:cxn>
                <a:cxn ang="0">
                  <a:pos x="2" y="49"/>
                </a:cxn>
                <a:cxn ang="0">
                  <a:pos x="0" y="65"/>
                </a:cxn>
                <a:cxn ang="0">
                  <a:pos x="4" y="91"/>
                </a:cxn>
                <a:cxn ang="0">
                  <a:pos x="18" y="112"/>
                </a:cxn>
                <a:cxn ang="0">
                  <a:pos x="35" y="123"/>
                </a:cxn>
                <a:cxn ang="0">
                  <a:pos x="60" y="131"/>
                </a:cxn>
                <a:cxn ang="0">
                  <a:pos x="86" y="129"/>
                </a:cxn>
                <a:cxn ang="0">
                  <a:pos x="89" y="234"/>
                </a:cxn>
                <a:cxn ang="0">
                  <a:pos x="47" y="281"/>
                </a:cxn>
                <a:cxn ang="0">
                  <a:pos x="104" y="248"/>
                </a:cxn>
                <a:cxn ang="0">
                  <a:pos x="240" y="281"/>
                </a:cxn>
                <a:cxn ang="0">
                  <a:pos x="250" y="288"/>
                </a:cxn>
                <a:cxn ang="0">
                  <a:pos x="261" y="290"/>
                </a:cxn>
                <a:cxn ang="0">
                  <a:pos x="278" y="285"/>
                </a:cxn>
                <a:cxn ang="0">
                  <a:pos x="287" y="277"/>
                </a:cxn>
                <a:cxn ang="0">
                  <a:pos x="292" y="259"/>
                </a:cxn>
                <a:cxn ang="0">
                  <a:pos x="287" y="243"/>
                </a:cxn>
                <a:cxn ang="0">
                  <a:pos x="212" y="134"/>
                </a:cxn>
                <a:cxn ang="0">
                  <a:pos x="229" y="136"/>
                </a:cxn>
                <a:cxn ang="0">
                  <a:pos x="314" y="60"/>
                </a:cxn>
                <a:cxn ang="0">
                  <a:pos x="316" y="56"/>
                </a:cxn>
                <a:cxn ang="0">
                  <a:pos x="321" y="53"/>
                </a:cxn>
                <a:cxn ang="0">
                  <a:pos x="328" y="47"/>
                </a:cxn>
                <a:cxn ang="0">
                  <a:pos x="325" y="36"/>
                </a:cxn>
                <a:cxn ang="0">
                  <a:pos x="263" y="252"/>
                </a:cxn>
                <a:cxn ang="0">
                  <a:pos x="276" y="259"/>
                </a:cxn>
                <a:cxn ang="0">
                  <a:pos x="276" y="268"/>
                </a:cxn>
                <a:cxn ang="0">
                  <a:pos x="263" y="276"/>
                </a:cxn>
                <a:cxn ang="0">
                  <a:pos x="256" y="272"/>
                </a:cxn>
                <a:cxn ang="0">
                  <a:pos x="252" y="265"/>
                </a:cxn>
                <a:cxn ang="0">
                  <a:pos x="260" y="254"/>
                </a:cxn>
                <a:cxn ang="0">
                  <a:pos x="221" y="98"/>
                </a:cxn>
                <a:cxn ang="0">
                  <a:pos x="278" y="42"/>
                </a:cxn>
                <a:cxn ang="0">
                  <a:pos x="234" y="111"/>
                </a:cxn>
                <a:cxn ang="0">
                  <a:pos x="240" y="116"/>
                </a:cxn>
              </a:cxnLst>
              <a:rect l="0" t="0" r="r" b="b"/>
              <a:pathLst>
                <a:path w="328" h="290">
                  <a:moveTo>
                    <a:pt x="325" y="36"/>
                  </a:moveTo>
                  <a:lnTo>
                    <a:pt x="296" y="7"/>
                  </a:lnTo>
                  <a:lnTo>
                    <a:pt x="296" y="7"/>
                  </a:lnTo>
                  <a:lnTo>
                    <a:pt x="292" y="5"/>
                  </a:lnTo>
                  <a:lnTo>
                    <a:pt x="289" y="4"/>
                  </a:lnTo>
                  <a:lnTo>
                    <a:pt x="285" y="5"/>
                  </a:lnTo>
                  <a:lnTo>
                    <a:pt x="281" y="7"/>
                  </a:lnTo>
                  <a:lnTo>
                    <a:pt x="281" y="7"/>
                  </a:lnTo>
                  <a:lnTo>
                    <a:pt x="279" y="11"/>
                  </a:lnTo>
                  <a:lnTo>
                    <a:pt x="279" y="16"/>
                  </a:lnTo>
                  <a:lnTo>
                    <a:pt x="279" y="16"/>
                  </a:lnTo>
                  <a:lnTo>
                    <a:pt x="276" y="16"/>
                  </a:lnTo>
                  <a:lnTo>
                    <a:pt x="272" y="18"/>
                  </a:lnTo>
                  <a:lnTo>
                    <a:pt x="272" y="18"/>
                  </a:lnTo>
                  <a:lnTo>
                    <a:pt x="196" y="94"/>
                  </a:lnTo>
                  <a:lnTo>
                    <a:pt x="196" y="94"/>
                  </a:lnTo>
                  <a:lnTo>
                    <a:pt x="196" y="103"/>
                  </a:lnTo>
                  <a:lnTo>
                    <a:pt x="192" y="112"/>
                  </a:lnTo>
                  <a:lnTo>
                    <a:pt x="200" y="121"/>
                  </a:lnTo>
                  <a:lnTo>
                    <a:pt x="200" y="121"/>
                  </a:lnTo>
                  <a:lnTo>
                    <a:pt x="200" y="121"/>
                  </a:lnTo>
                  <a:lnTo>
                    <a:pt x="183" y="138"/>
                  </a:lnTo>
                  <a:lnTo>
                    <a:pt x="129" y="83"/>
                  </a:lnTo>
                  <a:lnTo>
                    <a:pt x="129" y="83"/>
                  </a:lnTo>
                  <a:lnTo>
                    <a:pt x="131" y="74"/>
                  </a:lnTo>
                  <a:lnTo>
                    <a:pt x="131" y="67"/>
                  </a:lnTo>
                  <a:lnTo>
                    <a:pt x="131" y="58"/>
                  </a:lnTo>
                  <a:lnTo>
                    <a:pt x="129" y="49"/>
                  </a:lnTo>
                  <a:lnTo>
                    <a:pt x="127" y="42"/>
                  </a:lnTo>
                  <a:lnTo>
                    <a:pt x="124" y="33"/>
                  </a:lnTo>
                  <a:lnTo>
                    <a:pt x="118" y="25"/>
                  </a:lnTo>
                  <a:lnTo>
                    <a:pt x="113" y="18"/>
                  </a:lnTo>
                  <a:lnTo>
                    <a:pt x="113" y="18"/>
                  </a:lnTo>
                  <a:lnTo>
                    <a:pt x="105" y="13"/>
                  </a:lnTo>
                  <a:lnTo>
                    <a:pt x="98" y="9"/>
                  </a:lnTo>
                  <a:lnTo>
                    <a:pt x="91" y="4"/>
                  </a:lnTo>
                  <a:lnTo>
                    <a:pt x="82" y="2"/>
                  </a:lnTo>
                  <a:lnTo>
                    <a:pt x="73" y="0"/>
                  </a:lnTo>
                  <a:lnTo>
                    <a:pt x="66" y="0"/>
                  </a:lnTo>
                  <a:lnTo>
                    <a:pt x="57" y="0"/>
                  </a:lnTo>
                  <a:lnTo>
                    <a:pt x="47" y="2"/>
                  </a:lnTo>
                  <a:lnTo>
                    <a:pt x="86" y="40"/>
                  </a:lnTo>
                  <a:lnTo>
                    <a:pt x="76" y="76"/>
                  </a:lnTo>
                  <a:lnTo>
                    <a:pt x="38" y="85"/>
                  </a:lnTo>
                  <a:lnTo>
                    <a:pt x="2" y="49"/>
                  </a:lnTo>
                  <a:lnTo>
                    <a:pt x="2" y="49"/>
                  </a:lnTo>
                  <a:lnTo>
                    <a:pt x="0" y="56"/>
                  </a:lnTo>
                  <a:lnTo>
                    <a:pt x="0" y="65"/>
                  </a:lnTo>
                  <a:lnTo>
                    <a:pt x="0" y="74"/>
                  </a:lnTo>
                  <a:lnTo>
                    <a:pt x="2" y="82"/>
                  </a:lnTo>
                  <a:lnTo>
                    <a:pt x="4" y="91"/>
                  </a:lnTo>
                  <a:lnTo>
                    <a:pt x="8" y="98"/>
                  </a:lnTo>
                  <a:lnTo>
                    <a:pt x="13" y="105"/>
                  </a:lnTo>
                  <a:lnTo>
                    <a:pt x="18" y="112"/>
                  </a:lnTo>
                  <a:lnTo>
                    <a:pt x="18" y="112"/>
                  </a:lnTo>
                  <a:lnTo>
                    <a:pt x="26" y="118"/>
                  </a:lnTo>
                  <a:lnTo>
                    <a:pt x="35" y="123"/>
                  </a:lnTo>
                  <a:lnTo>
                    <a:pt x="42" y="127"/>
                  </a:lnTo>
                  <a:lnTo>
                    <a:pt x="51" y="129"/>
                  </a:lnTo>
                  <a:lnTo>
                    <a:pt x="60" y="131"/>
                  </a:lnTo>
                  <a:lnTo>
                    <a:pt x="69" y="131"/>
                  </a:lnTo>
                  <a:lnTo>
                    <a:pt x="76" y="131"/>
                  </a:lnTo>
                  <a:lnTo>
                    <a:pt x="86" y="129"/>
                  </a:lnTo>
                  <a:lnTo>
                    <a:pt x="86" y="129"/>
                  </a:lnTo>
                  <a:lnTo>
                    <a:pt x="140" y="181"/>
                  </a:lnTo>
                  <a:lnTo>
                    <a:pt x="89" y="234"/>
                  </a:lnTo>
                  <a:lnTo>
                    <a:pt x="86" y="230"/>
                  </a:lnTo>
                  <a:lnTo>
                    <a:pt x="71" y="243"/>
                  </a:lnTo>
                  <a:lnTo>
                    <a:pt x="47" y="281"/>
                  </a:lnTo>
                  <a:lnTo>
                    <a:pt x="53" y="286"/>
                  </a:lnTo>
                  <a:lnTo>
                    <a:pt x="91" y="263"/>
                  </a:lnTo>
                  <a:lnTo>
                    <a:pt x="104" y="248"/>
                  </a:lnTo>
                  <a:lnTo>
                    <a:pt x="100" y="245"/>
                  </a:lnTo>
                  <a:lnTo>
                    <a:pt x="153" y="194"/>
                  </a:lnTo>
                  <a:lnTo>
                    <a:pt x="240" y="281"/>
                  </a:lnTo>
                  <a:lnTo>
                    <a:pt x="240" y="281"/>
                  </a:lnTo>
                  <a:lnTo>
                    <a:pt x="245" y="285"/>
                  </a:lnTo>
                  <a:lnTo>
                    <a:pt x="250" y="288"/>
                  </a:lnTo>
                  <a:lnTo>
                    <a:pt x="256" y="290"/>
                  </a:lnTo>
                  <a:lnTo>
                    <a:pt x="261" y="290"/>
                  </a:lnTo>
                  <a:lnTo>
                    <a:pt x="261" y="290"/>
                  </a:lnTo>
                  <a:lnTo>
                    <a:pt x="267" y="290"/>
                  </a:lnTo>
                  <a:lnTo>
                    <a:pt x="272" y="288"/>
                  </a:lnTo>
                  <a:lnTo>
                    <a:pt x="278" y="285"/>
                  </a:lnTo>
                  <a:lnTo>
                    <a:pt x="283" y="281"/>
                  </a:lnTo>
                  <a:lnTo>
                    <a:pt x="283" y="281"/>
                  </a:lnTo>
                  <a:lnTo>
                    <a:pt x="287" y="277"/>
                  </a:lnTo>
                  <a:lnTo>
                    <a:pt x="290" y="272"/>
                  </a:lnTo>
                  <a:lnTo>
                    <a:pt x="292" y="265"/>
                  </a:lnTo>
                  <a:lnTo>
                    <a:pt x="292" y="259"/>
                  </a:lnTo>
                  <a:lnTo>
                    <a:pt x="292" y="254"/>
                  </a:lnTo>
                  <a:lnTo>
                    <a:pt x="290" y="248"/>
                  </a:lnTo>
                  <a:lnTo>
                    <a:pt x="287" y="243"/>
                  </a:lnTo>
                  <a:lnTo>
                    <a:pt x="283" y="237"/>
                  </a:lnTo>
                  <a:lnTo>
                    <a:pt x="196" y="150"/>
                  </a:lnTo>
                  <a:lnTo>
                    <a:pt x="212" y="134"/>
                  </a:lnTo>
                  <a:lnTo>
                    <a:pt x="220" y="141"/>
                  </a:lnTo>
                  <a:lnTo>
                    <a:pt x="220" y="141"/>
                  </a:lnTo>
                  <a:lnTo>
                    <a:pt x="229" y="136"/>
                  </a:lnTo>
                  <a:lnTo>
                    <a:pt x="240" y="136"/>
                  </a:lnTo>
                  <a:lnTo>
                    <a:pt x="314" y="62"/>
                  </a:lnTo>
                  <a:lnTo>
                    <a:pt x="314" y="60"/>
                  </a:lnTo>
                  <a:lnTo>
                    <a:pt x="314" y="60"/>
                  </a:lnTo>
                  <a:lnTo>
                    <a:pt x="314" y="60"/>
                  </a:lnTo>
                  <a:lnTo>
                    <a:pt x="316" y="56"/>
                  </a:lnTo>
                  <a:lnTo>
                    <a:pt x="318" y="54"/>
                  </a:lnTo>
                  <a:lnTo>
                    <a:pt x="318" y="54"/>
                  </a:lnTo>
                  <a:lnTo>
                    <a:pt x="321" y="53"/>
                  </a:lnTo>
                  <a:lnTo>
                    <a:pt x="325" y="51"/>
                  </a:lnTo>
                  <a:lnTo>
                    <a:pt x="325" y="51"/>
                  </a:lnTo>
                  <a:lnTo>
                    <a:pt x="328" y="47"/>
                  </a:lnTo>
                  <a:lnTo>
                    <a:pt x="328" y="44"/>
                  </a:lnTo>
                  <a:lnTo>
                    <a:pt x="328" y="40"/>
                  </a:lnTo>
                  <a:lnTo>
                    <a:pt x="325" y="36"/>
                  </a:lnTo>
                  <a:lnTo>
                    <a:pt x="325" y="36"/>
                  </a:lnTo>
                  <a:close/>
                  <a:moveTo>
                    <a:pt x="263" y="252"/>
                  </a:moveTo>
                  <a:lnTo>
                    <a:pt x="263" y="252"/>
                  </a:lnTo>
                  <a:lnTo>
                    <a:pt x="269" y="254"/>
                  </a:lnTo>
                  <a:lnTo>
                    <a:pt x="272" y="256"/>
                  </a:lnTo>
                  <a:lnTo>
                    <a:pt x="276" y="259"/>
                  </a:lnTo>
                  <a:lnTo>
                    <a:pt x="276" y="265"/>
                  </a:lnTo>
                  <a:lnTo>
                    <a:pt x="276" y="265"/>
                  </a:lnTo>
                  <a:lnTo>
                    <a:pt x="276" y="268"/>
                  </a:lnTo>
                  <a:lnTo>
                    <a:pt x="272" y="272"/>
                  </a:lnTo>
                  <a:lnTo>
                    <a:pt x="269" y="276"/>
                  </a:lnTo>
                  <a:lnTo>
                    <a:pt x="263" y="276"/>
                  </a:lnTo>
                  <a:lnTo>
                    <a:pt x="263" y="276"/>
                  </a:lnTo>
                  <a:lnTo>
                    <a:pt x="260" y="276"/>
                  </a:lnTo>
                  <a:lnTo>
                    <a:pt x="256" y="272"/>
                  </a:lnTo>
                  <a:lnTo>
                    <a:pt x="252" y="268"/>
                  </a:lnTo>
                  <a:lnTo>
                    <a:pt x="252" y="265"/>
                  </a:lnTo>
                  <a:lnTo>
                    <a:pt x="252" y="265"/>
                  </a:lnTo>
                  <a:lnTo>
                    <a:pt x="252" y="259"/>
                  </a:lnTo>
                  <a:lnTo>
                    <a:pt x="256" y="256"/>
                  </a:lnTo>
                  <a:lnTo>
                    <a:pt x="260" y="254"/>
                  </a:lnTo>
                  <a:lnTo>
                    <a:pt x="263" y="252"/>
                  </a:lnTo>
                  <a:lnTo>
                    <a:pt x="263" y="252"/>
                  </a:lnTo>
                  <a:close/>
                  <a:moveTo>
                    <a:pt x="221" y="98"/>
                  </a:moveTo>
                  <a:lnTo>
                    <a:pt x="216" y="92"/>
                  </a:lnTo>
                  <a:lnTo>
                    <a:pt x="272" y="36"/>
                  </a:lnTo>
                  <a:lnTo>
                    <a:pt x="278" y="42"/>
                  </a:lnTo>
                  <a:lnTo>
                    <a:pt x="221" y="98"/>
                  </a:lnTo>
                  <a:close/>
                  <a:moveTo>
                    <a:pt x="240" y="116"/>
                  </a:moveTo>
                  <a:lnTo>
                    <a:pt x="234" y="111"/>
                  </a:lnTo>
                  <a:lnTo>
                    <a:pt x="290" y="54"/>
                  </a:lnTo>
                  <a:lnTo>
                    <a:pt x="296" y="60"/>
                  </a:lnTo>
                  <a:lnTo>
                    <a:pt x="240" y="116"/>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nvGrpSpPr>
          <p:cNvPr id="31" name="组合 3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1"/>
            </p:custDataLst>
          </p:nvPr>
        </p:nvGrpSpPr>
        <p:grpSpPr>
          <a:xfrm>
            <a:off x="6236398" y="2955897"/>
            <a:ext cx="2590005" cy="604526"/>
            <a:chOff x="4721936" y="3053111"/>
            <a:chExt cx="2590005" cy="604526"/>
          </a:xfrm>
          <a:solidFill>
            <a:srgbClr val="62FDFE">
              <a:alpha val="36000"/>
            </a:srgbClr>
          </a:solidFill>
        </p:grpSpPr>
        <p:sp>
          <p:nvSpPr>
            <p:cNvPr id="32" name="圆角矩形 77"/>
            <p:cNvSpPr/>
            <p:nvPr>
              <p:custDataLst>
                <p:tags r:id="rId15"/>
              </p:custDataLst>
            </p:nvPr>
          </p:nvSpPr>
          <p:spPr>
            <a:xfrm rot="19872676">
              <a:off x="4721936" y="3053111"/>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grpSp>
          <p:nvGrpSpPr>
            <p:cNvPr id="37" name="Group 85"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GrpSpPr/>
            <p:nvPr/>
          </p:nvGrpSpPr>
          <p:grpSpPr>
            <a:xfrm>
              <a:off x="5915622" y="3178355"/>
              <a:ext cx="284450" cy="378022"/>
              <a:chOff x="5575100" y="3734191"/>
              <a:chExt cx="315602" cy="419419"/>
            </a:xfrm>
            <a:grpFill/>
          </p:grpSpPr>
          <p:sp>
            <p:nvSpPr>
              <p:cNvPr id="38" name="Freeform 108"/>
              <p:cNvSpPr>
                <a:spLocks noEditPoints="1"/>
              </p:cNvSpPr>
              <p:nvPr>
                <p:custDataLst>
                  <p:tags r:id="rId16"/>
                </p:custDataLst>
              </p:nvPr>
            </p:nvSpPr>
            <p:spPr bwMode="auto">
              <a:xfrm>
                <a:off x="5575100" y="3734191"/>
                <a:ext cx="315602" cy="419419"/>
              </a:xfrm>
              <a:custGeom>
                <a:avLst/>
                <a:gdLst/>
                <a:ahLst/>
                <a:cxnLst>
                  <a:cxn ang="0">
                    <a:pos x="136" y="2"/>
                  </a:cxn>
                  <a:cxn ang="0">
                    <a:pos x="92" y="13"/>
                  </a:cxn>
                  <a:cxn ang="0">
                    <a:pos x="56" y="35"/>
                  </a:cxn>
                  <a:cxn ang="0">
                    <a:pos x="25" y="67"/>
                  </a:cxn>
                  <a:cxn ang="0">
                    <a:pos x="7" y="107"/>
                  </a:cxn>
                  <a:cxn ang="0">
                    <a:pos x="0" y="153"/>
                  </a:cxn>
                  <a:cxn ang="0">
                    <a:pos x="5" y="187"/>
                  </a:cxn>
                  <a:cxn ang="0">
                    <a:pos x="25" y="236"/>
                  </a:cxn>
                  <a:cxn ang="0">
                    <a:pos x="63" y="274"/>
                  </a:cxn>
                  <a:cxn ang="0">
                    <a:pos x="69" y="278"/>
                  </a:cxn>
                  <a:cxn ang="0">
                    <a:pos x="76" y="301"/>
                  </a:cxn>
                  <a:cxn ang="0">
                    <a:pos x="76" y="354"/>
                  </a:cxn>
                  <a:cxn ang="0">
                    <a:pos x="83" y="372"/>
                  </a:cxn>
                  <a:cxn ang="0">
                    <a:pos x="140" y="401"/>
                  </a:cxn>
                  <a:cxn ang="0">
                    <a:pos x="150" y="405"/>
                  </a:cxn>
                  <a:cxn ang="0">
                    <a:pos x="214" y="376"/>
                  </a:cxn>
                  <a:cxn ang="0">
                    <a:pos x="225" y="367"/>
                  </a:cxn>
                  <a:cxn ang="0">
                    <a:pos x="228" y="303"/>
                  </a:cxn>
                  <a:cxn ang="0">
                    <a:pos x="230" y="289"/>
                  </a:cxn>
                  <a:cxn ang="0">
                    <a:pos x="243" y="270"/>
                  </a:cxn>
                  <a:cxn ang="0">
                    <a:pos x="261" y="256"/>
                  </a:cxn>
                  <a:cxn ang="0">
                    <a:pos x="288" y="216"/>
                  </a:cxn>
                  <a:cxn ang="0">
                    <a:pos x="301" y="169"/>
                  </a:cxn>
                  <a:cxn ang="0">
                    <a:pos x="301" y="136"/>
                  </a:cxn>
                  <a:cxn ang="0">
                    <a:pos x="290" y="93"/>
                  </a:cxn>
                  <a:cxn ang="0">
                    <a:pos x="268" y="57"/>
                  </a:cxn>
                  <a:cxn ang="0">
                    <a:pos x="236" y="28"/>
                  </a:cxn>
                  <a:cxn ang="0">
                    <a:pos x="196" y="8"/>
                  </a:cxn>
                  <a:cxn ang="0">
                    <a:pos x="150" y="0"/>
                  </a:cxn>
                  <a:cxn ang="0">
                    <a:pos x="100" y="354"/>
                  </a:cxn>
                  <a:cxn ang="0">
                    <a:pos x="203" y="303"/>
                  </a:cxn>
                  <a:cxn ang="0">
                    <a:pos x="100" y="303"/>
                  </a:cxn>
                  <a:cxn ang="0">
                    <a:pos x="203" y="303"/>
                  </a:cxn>
                  <a:cxn ang="0">
                    <a:pos x="230" y="249"/>
                  </a:cxn>
                  <a:cxn ang="0">
                    <a:pos x="210" y="270"/>
                  </a:cxn>
                  <a:cxn ang="0">
                    <a:pos x="96" y="278"/>
                  </a:cxn>
                  <a:cxn ang="0">
                    <a:pos x="85" y="260"/>
                  </a:cxn>
                  <a:cxn ang="0">
                    <a:pos x="67" y="245"/>
                  </a:cxn>
                  <a:cxn ang="0">
                    <a:pos x="40" y="211"/>
                  </a:cxn>
                  <a:cxn ang="0">
                    <a:pos x="27" y="167"/>
                  </a:cxn>
                  <a:cxn ang="0">
                    <a:pos x="25" y="140"/>
                  </a:cxn>
                  <a:cxn ang="0">
                    <a:pos x="36" y="104"/>
                  </a:cxn>
                  <a:cxn ang="0">
                    <a:pos x="54" y="71"/>
                  </a:cxn>
                  <a:cxn ang="0">
                    <a:pos x="82" y="47"/>
                  </a:cxn>
                  <a:cxn ang="0">
                    <a:pos x="114" y="31"/>
                  </a:cxn>
                  <a:cxn ang="0">
                    <a:pos x="150" y="26"/>
                  </a:cxn>
                  <a:cxn ang="0">
                    <a:pos x="176" y="29"/>
                  </a:cxn>
                  <a:cxn ang="0">
                    <a:pos x="212" y="42"/>
                  </a:cxn>
                  <a:cxn ang="0">
                    <a:pos x="239" y="64"/>
                  </a:cxn>
                  <a:cxn ang="0">
                    <a:pos x="261" y="93"/>
                  </a:cxn>
                  <a:cxn ang="0">
                    <a:pos x="274" y="127"/>
                  </a:cxn>
                  <a:cxn ang="0">
                    <a:pos x="277" y="153"/>
                  </a:cxn>
                  <a:cxn ang="0">
                    <a:pos x="270" y="192"/>
                  </a:cxn>
                  <a:cxn ang="0">
                    <a:pos x="250" y="229"/>
                  </a:cxn>
                  <a:cxn ang="0">
                    <a:pos x="232" y="249"/>
                  </a:cxn>
                </a:cxnLst>
                <a:rect l="0" t="0" r="r" b="b"/>
                <a:pathLst>
                  <a:path w="303" h="405">
                    <a:moveTo>
                      <a:pt x="150" y="0"/>
                    </a:moveTo>
                    <a:lnTo>
                      <a:pt x="150" y="0"/>
                    </a:lnTo>
                    <a:lnTo>
                      <a:pt x="136" y="2"/>
                    </a:lnTo>
                    <a:lnTo>
                      <a:pt x="121" y="4"/>
                    </a:lnTo>
                    <a:lnTo>
                      <a:pt x="107" y="8"/>
                    </a:lnTo>
                    <a:lnTo>
                      <a:pt x="92" y="13"/>
                    </a:lnTo>
                    <a:lnTo>
                      <a:pt x="80" y="18"/>
                    </a:lnTo>
                    <a:lnTo>
                      <a:pt x="67" y="28"/>
                    </a:lnTo>
                    <a:lnTo>
                      <a:pt x="56" y="35"/>
                    </a:lnTo>
                    <a:lnTo>
                      <a:pt x="45" y="46"/>
                    </a:lnTo>
                    <a:lnTo>
                      <a:pt x="34" y="57"/>
                    </a:lnTo>
                    <a:lnTo>
                      <a:pt x="25" y="67"/>
                    </a:lnTo>
                    <a:lnTo>
                      <a:pt x="18" y="80"/>
                    </a:lnTo>
                    <a:lnTo>
                      <a:pt x="13" y="93"/>
                    </a:lnTo>
                    <a:lnTo>
                      <a:pt x="7" y="107"/>
                    </a:lnTo>
                    <a:lnTo>
                      <a:pt x="4" y="122"/>
                    </a:lnTo>
                    <a:lnTo>
                      <a:pt x="2" y="136"/>
                    </a:lnTo>
                    <a:lnTo>
                      <a:pt x="0" y="153"/>
                    </a:lnTo>
                    <a:lnTo>
                      <a:pt x="0" y="153"/>
                    </a:lnTo>
                    <a:lnTo>
                      <a:pt x="2" y="171"/>
                    </a:lnTo>
                    <a:lnTo>
                      <a:pt x="5" y="187"/>
                    </a:lnTo>
                    <a:lnTo>
                      <a:pt x="9" y="205"/>
                    </a:lnTo>
                    <a:lnTo>
                      <a:pt x="16" y="221"/>
                    </a:lnTo>
                    <a:lnTo>
                      <a:pt x="25" y="236"/>
                    </a:lnTo>
                    <a:lnTo>
                      <a:pt x="36" y="251"/>
                    </a:lnTo>
                    <a:lnTo>
                      <a:pt x="49" y="263"/>
                    </a:lnTo>
                    <a:lnTo>
                      <a:pt x="63" y="274"/>
                    </a:lnTo>
                    <a:lnTo>
                      <a:pt x="65" y="276"/>
                    </a:lnTo>
                    <a:lnTo>
                      <a:pt x="65" y="276"/>
                    </a:lnTo>
                    <a:lnTo>
                      <a:pt x="69" y="278"/>
                    </a:lnTo>
                    <a:lnTo>
                      <a:pt x="71" y="281"/>
                    </a:lnTo>
                    <a:lnTo>
                      <a:pt x="74" y="290"/>
                    </a:lnTo>
                    <a:lnTo>
                      <a:pt x="76" y="301"/>
                    </a:lnTo>
                    <a:lnTo>
                      <a:pt x="76" y="303"/>
                    </a:lnTo>
                    <a:lnTo>
                      <a:pt x="76" y="354"/>
                    </a:lnTo>
                    <a:lnTo>
                      <a:pt x="76" y="354"/>
                    </a:lnTo>
                    <a:lnTo>
                      <a:pt x="76" y="359"/>
                    </a:lnTo>
                    <a:lnTo>
                      <a:pt x="80" y="367"/>
                    </a:lnTo>
                    <a:lnTo>
                      <a:pt x="83" y="372"/>
                    </a:lnTo>
                    <a:lnTo>
                      <a:pt x="89" y="376"/>
                    </a:lnTo>
                    <a:lnTo>
                      <a:pt x="140" y="401"/>
                    </a:lnTo>
                    <a:lnTo>
                      <a:pt x="140" y="401"/>
                    </a:lnTo>
                    <a:lnTo>
                      <a:pt x="145" y="403"/>
                    </a:lnTo>
                    <a:lnTo>
                      <a:pt x="150" y="405"/>
                    </a:lnTo>
                    <a:lnTo>
                      <a:pt x="150" y="405"/>
                    </a:lnTo>
                    <a:lnTo>
                      <a:pt x="158" y="403"/>
                    </a:lnTo>
                    <a:lnTo>
                      <a:pt x="163" y="401"/>
                    </a:lnTo>
                    <a:lnTo>
                      <a:pt x="214" y="376"/>
                    </a:lnTo>
                    <a:lnTo>
                      <a:pt x="214" y="376"/>
                    </a:lnTo>
                    <a:lnTo>
                      <a:pt x="219" y="372"/>
                    </a:lnTo>
                    <a:lnTo>
                      <a:pt x="225" y="367"/>
                    </a:lnTo>
                    <a:lnTo>
                      <a:pt x="227" y="359"/>
                    </a:lnTo>
                    <a:lnTo>
                      <a:pt x="228" y="354"/>
                    </a:lnTo>
                    <a:lnTo>
                      <a:pt x="228" y="303"/>
                    </a:lnTo>
                    <a:lnTo>
                      <a:pt x="228" y="303"/>
                    </a:lnTo>
                    <a:lnTo>
                      <a:pt x="228" y="296"/>
                    </a:lnTo>
                    <a:lnTo>
                      <a:pt x="230" y="289"/>
                    </a:lnTo>
                    <a:lnTo>
                      <a:pt x="236" y="278"/>
                    </a:lnTo>
                    <a:lnTo>
                      <a:pt x="241" y="272"/>
                    </a:lnTo>
                    <a:lnTo>
                      <a:pt x="243" y="270"/>
                    </a:lnTo>
                    <a:lnTo>
                      <a:pt x="248" y="267"/>
                    </a:lnTo>
                    <a:lnTo>
                      <a:pt x="248" y="267"/>
                    </a:lnTo>
                    <a:lnTo>
                      <a:pt x="261" y="256"/>
                    </a:lnTo>
                    <a:lnTo>
                      <a:pt x="272" y="243"/>
                    </a:lnTo>
                    <a:lnTo>
                      <a:pt x="281" y="231"/>
                    </a:lnTo>
                    <a:lnTo>
                      <a:pt x="288" y="216"/>
                    </a:lnTo>
                    <a:lnTo>
                      <a:pt x="294" y="200"/>
                    </a:lnTo>
                    <a:lnTo>
                      <a:pt x="299" y="185"/>
                    </a:lnTo>
                    <a:lnTo>
                      <a:pt x="301" y="169"/>
                    </a:lnTo>
                    <a:lnTo>
                      <a:pt x="303" y="153"/>
                    </a:lnTo>
                    <a:lnTo>
                      <a:pt x="303" y="153"/>
                    </a:lnTo>
                    <a:lnTo>
                      <a:pt x="301" y="136"/>
                    </a:lnTo>
                    <a:lnTo>
                      <a:pt x="299" y="122"/>
                    </a:lnTo>
                    <a:lnTo>
                      <a:pt x="295" y="107"/>
                    </a:lnTo>
                    <a:lnTo>
                      <a:pt x="290" y="93"/>
                    </a:lnTo>
                    <a:lnTo>
                      <a:pt x="285" y="80"/>
                    </a:lnTo>
                    <a:lnTo>
                      <a:pt x="275" y="67"/>
                    </a:lnTo>
                    <a:lnTo>
                      <a:pt x="268" y="57"/>
                    </a:lnTo>
                    <a:lnTo>
                      <a:pt x="257" y="46"/>
                    </a:lnTo>
                    <a:lnTo>
                      <a:pt x="246" y="35"/>
                    </a:lnTo>
                    <a:lnTo>
                      <a:pt x="236" y="28"/>
                    </a:lnTo>
                    <a:lnTo>
                      <a:pt x="223" y="18"/>
                    </a:lnTo>
                    <a:lnTo>
                      <a:pt x="210" y="13"/>
                    </a:lnTo>
                    <a:lnTo>
                      <a:pt x="196" y="8"/>
                    </a:lnTo>
                    <a:lnTo>
                      <a:pt x="181" y="4"/>
                    </a:lnTo>
                    <a:lnTo>
                      <a:pt x="167" y="2"/>
                    </a:lnTo>
                    <a:lnTo>
                      <a:pt x="150" y="0"/>
                    </a:lnTo>
                    <a:lnTo>
                      <a:pt x="150" y="0"/>
                    </a:lnTo>
                    <a:close/>
                    <a:moveTo>
                      <a:pt x="150" y="379"/>
                    </a:moveTo>
                    <a:lnTo>
                      <a:pt x="100" y="354"/>
                    </a:lnTo>
                    <a:lnTo>
                      <a:pt x="203" y="354"/>
                    </a:lnTo>
                    <a:lnTo>
                      <a:pt x="150" y="379"/>
                    </a:lnTo>
                    <a:close/>
                    <a:moveTo>
                      <a:pt x="203" y="303"/>
                    </a:moveTo>
                    <a:lnTo>
                      <a:pt x="203" y="328"/>
                    </a:lnTo>
                    <a:lnTo>
                      <a:pt x="100" y="328"/>
                    </a:lnTo>
                    <a:lnTo>
                      <a:pt x="100" y="303"/>
                    </a:lnTo>
                    <a:lnTo>
                      <a:pt x="100" y="303"/>
                    </a:lnTo>
                    <a:lnTo>
                      <a:pt x="203" y="303"/>
                    </a:lnTo>
                    <a:lnTo>
                      <a:pt x="203" y="303"/>
                    </a:lnTo>
                    <a:close/>
                    <a:moveTo>
                      <a:pt x="232" y="249"/>
                    </a:moveTo>
                    <a:lnTo>
                      <a:pt x="232" y="249"/>
                    </a:lnTo>
                    <a:lnTo>
                      <a:pt x="230" y="249"/>
                    </a:lnTo>
                    <a:lnTo>
                      <a:pt x="223" y="254"/>
                    </a:lnTo>
                    <a:lnTo>
                      <a:pt x="214" y="263"/>
                    </a:lnTo>
                    <a:lnTo>
                      <a:pt x="210" y="270"/>
                    </a:lnTo>
                    <a:lnTo>
                      <a:pt x="207" y="278"/>
                    </a:lnTo>
                    <a:lnTo>
                      <a:pt x="96" y="278"/>
                    </a:lnTo>
                    <a:lnTo>
                      <a:pt x="96" y="278"/>
                    </a:lnTo>
                    <a:lnTo>
                      <a:pt x="94" y="270"/>
                    </a:lnTo>
                    <a:lnTo>
                      <a:pt x="91" y="265"/>
                    </a:lnTo>
                    <a:lnTo>
                      <a:pt x="85" y="260"/>
                    </a:lnTo>
                    <a:lnTo>
                      <a:pt x="78" y="254"/>
                    </a:lnTo>
                    <a:lnTo>
                      <a:pt x="78" y="254"/>
                    </a:lnTo>
                    <a:lnTo>
                      <a:pt x="67" y="245"/>
                    </a:lnTo>
                    <a:lnTo>
                      <a:pt x="56" y="234"/>
                    </a:lnTo>
                    <a:lnTo>
                      <a:pt x="47" y="223"/>
                    </a:lnTo>
                    <a:lnTo>
                      <a:pt x="40" y="211"/>
                    </a:lnTo>
                    <a:lnTo>
                      <a:pt x="34" y="196"/>
                    </a:lnTo>
                    <a:lnTo>
                      <a:pt x="29" y="182"/>
                    </a:lnTo>
                    <a:lnTo>
                      <a:pt x="27" y="167"/>
                    </a:lnTo>
                    <a:lnTo>
                      <a:pt x="25" y="153"/>
                    </a:lnTo>
                    <a:lnTo>
                      <a:pt x="25" y="153"/>
                    </a:lnTo>
                    <a:lnTo>
                      <a:pt x="25" y="140"/>
                    </a:lnTo>
                    <a:lnTo>
                      <a:pt x="27" y="127"/>
                    </a:lnTo>
                    <a:lnTo>
                      <a:pt x="31" y="115"/>
                    </a:lnTo>
                    <a:lnTo>
                      <a:pt x="36" y="104"/>
                    </a:lnTo>
                    <a:lnTo>
                      <a:pt x="40" y="93"/>
                    </a:lnTo>
                    <a:lnTo>
                      <a:pt x="47" y="82"/>
                    </a:lnTo>
                    <a:lnTo>
                      <a:pt x="54" y="71"/>
                    </a:lnTo>
                    <a:lnTo>
                      <a:pt x="62" y="64"/>
                    </a:lnTo>
                    <a:lnTo>
                      <a:pt x="71" y="55"/>
                    </a:lnTo>
                    <a:lnTo>
                      <a:pt x="82" y="47"/>
                    </a:lnTo>
                    <a:lnTo>
                      <a:pt x="91" y="42"/>
                    </a:lnTo>
                    <a:lnTo>
                      <a:pt x="101" y="37"/>
                    </a:lnTo>
                    <a:lnTo>
                      <a:pt x="114" y="31"/>
                    </a:lnTo>
                    <a:lnTo>
                      <a:pt x="125" y="29"/>
                    </a:lnTo>
                    <a:lnTo>
                      <a:pt x="138" y="28"/>
                    </a:lnTo>
                    <a:lnTo>
                      <a:pt x="150" y="26"/>
                    </a:lnTo>
                    <a:lnTo>
                      <a:pt x="150" y="26"/>
                    </a:lnTo>
                    <a:lnTo>
                      <a:pt x="165" y="28"/>
                    </a:lnTo>
                    <a:lnTo>
                      <a:pt x="176" y="29"/>
                    </a:lnTo>
                    <a:lnTo>
                      <a:pt x="188" y="31"/>
                    </a:lnTo>
                    <a:lnTo>
                      <a:pt x="199" y="37"/>
                    </a:lnTo>
                    <a:lnTo>
                      <a:pt x="212" y="42"/>
                    </a:lnTo>
                    <a:lnTo>
                      <a:pt x="221" y="47"/>
                    </a:lnTo>
                    <a:lnTo>
                      <a:pt x="232" y="55"/>
                    </a:lnTo>
                    <a:lnTo>
                      <a:pt x="239" y="64"/>
                    </a:lnTo>
                    <a:lnTo>
                      <a:pt x="248" y="71"/>
                    </a:lnTo>
                    <a:lnTo>
                      <a:pt x="256" y="82"/>
                    </a:lnTo>
                    <a:lnTo>
                      <a:pt x="261" y="93"/>
                    </a:lnTo>
                    <a:lnTo>
                      <a:pt x="266" y="104"/>
                    </a:lnTo>
                    <a:lnTo>
                      <a:pt x="272" y="115"/>
                    </a:lnTo>
                    <a:lnTo>
                      <a:pt x="274" y="127"/>
                    </a:lnTo>
                    <a:lnTo>
                      <a:pt x="275" y="140"/>
                    </a:lnTo>
                    <a:lnTo>
                      <a:pt x="277" y="153"/>
                    </a:lnTo>
                    <a:lnTo>
                      <a:pt x="277" y="153"/>
                    </a:lnTo>
                    <a:lnTo>
                      <a:pt x="275" y="165"/>
                    </a:lnTo>
                    <a:lnTo>
                      <a:pt x="274" y="180"/>
                    </a:lnTo>
                    <a:lnTo>
                      <a:pt x="270" y="192"/>
                    </a:lnTo>
                    <a:lnTo>
                      <a:pt x="265" y="205"/>
                    </a:lnTo>
                    <a:lnTo>
                      <a:pt x="259" y="218"/>
                    </a:lnTo>
                    <a:lnTo>
                      <a:pt x="250" y="229"/>
                    </a:lnTo>
                    <a:lnTo>
                      <a:pt x="243" y="240"/>
                    </a:lnTo>
                    <a:lnTo>
                      <a:pt x="232" y="249"/>
                    </a:lnTo>
                    <a:lnTo>
                      <a:pt x="232" y="249"/>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sp>
            <p:nvSpPr>
              <p:cNvPr id="39" name="Freeform 109"/>
              <p:cNvSpPr/>
              <p:nvPr>
                <p:custDataLst>
                  <p:tags r:id="rId17"/>
                </p:custDataLst>
              </p:nvPr>
            </p:nvSpPr>
            <p:spPr bwMode="auto">
              <a:xfrm>
                <a:off x="5732901" y="3788176"/>
                <a:ext cx="103817" cy="103817"/>
              </a:xfrm>
              <a:custGeom>
                <a:avLst/>
                <a:gdLst/>
                <a:ahLst/>
                <a:cxnLst>
                  <a:cxn ang="0">
                    <a:pos x="13" y="0"/>
                  </a:cxn>
                  <a:cxn ang="0">
                    <a:pos x="13" y="0"/>
                  </a:cxn>
                  <a:cxn ang="0">
                    <a:pos x="9" y="2"/>
                  </a:cxn>
                  <a:cxn ang="0">
                    <a:pos x="4" y="4"/>
                  </a:cxn>
                  <a:cxn ang="0">
                    <a:pos x="2" y="7"/>
                  </a:cxn>
                  <a:cxn ang="0">
                    <a:pos x="0" y="13"/>
                  </a:cxn>
                  <a:cxn ang="0">
                    <a:pos x="0" y="13"/>
                  </a:cxn>
                  <a:cxn ang="0">
                    <a:pos x="2" y="18"/>
                  </a:cxn>
                  <a:cxn ang="0">
                    <a:pos x="4" y="22"/>
                  </a:cxn>
                  <a:cxn ang="0">
                    <a:pos x="9" y="24"/>
                  </a:cxn>
                  <a:cxn ang="0">
                    <a:pos x="13" y="25"/>
                  </a:cxn>
                  <a:cxn ang="0">
                    <a:pos x="13" y="25"/>
                  </a:cxn>
                  <a:cxn ang="0">
                    <a:pos x="24" y="27"/>
                  </a:cxn>
                  <a:cxn ang="0">
                    <a:pos x="35" y="31"/>
                  </a:cxn>
                  <a:cxn ang="0">
                    <a:pos x="46" y="36"/>
                  </a:cxn>
                  <a:cxn ang="0">
                    <a:pos x="57" y="44"/>
                  </a:cxn>
                  <a:cxn ang="0">
                    <a:pos x="64" y="53"/>
                  </a:cxn>
                  <a:cxn ang="0">
                    <a:pos x="71" y="64"/>
                  </a:cxn>
                  <a:cxn ang="0">
                    <a:pos x="75" y="76"/>
                  </a:cxn>
                  <a:cxn ang="0">
                    <a:pos x="77" y="89"/>
                  </a:cxn>
                  <a:cxn ang="0">
                    <a:pos x="77" y="89"/>
                  </a:cxn>
                  <a:cxn ang="0">
                    <a:pos x="78" y="94"/>
                  </a:cxn>
                  <a:cxn ang="0">
                    <a:pos x="80" y="98"/>
                  </a:cxn>
                  <a:cxn ang="0">
                    <a:pos x="84" y="102"/>
                  </a:cxn>
                  <a:cxn ang="0">
                    <a:pos x="89" y="102"/>
                  </a:cxn>
                  <a:cxn ang="0">
                    <a:pos x="89" y="102"/>
                  </a:cxn>
                  <a:cxn ang="0">
                    <a:pos x="95" y="102"/>
                  </a:cxn>
                  <a:cxn ang="0">
                    <a:pos x="98" y="98"/>
                  </a:cxn>
                  <a:cxn ang="0">
                    <a:pos x="100" y="94"/>
                  </a:cxn>
                  <a:cxn ang="0">
                    <a:pos x="102" y="89"/>
                  </a:cxn>
                  <a:cxn ang="0">
                    <a:pos x="102" y="89"/>
                  </a:cxn>
                  <a:cxn ang="0">
                    <a:pos x="100" y="69"/>
                  </a:cxn>
                  <a:cxn ang="0">
                    <a:pos x="95" y="51"/>
                  </a:cxn>
                  <a:cxn ang="0">
                    <a:pos x="86" y="36"/>
                  </a:cxn>
                  <a:cxn ang="0">
                    <a:pos x="75" y="24"/>
                  </a:cxn>
                  <a:cxn ang="0">
                    <a:pos x="60" y="13"/>
                  </a:cxn>
                  <a:cxn ang="0">
                    <a:pos x="46" y="6"/>
                  </a:cxn>
                  <a:cxn ang="0">
                    <a:pos x="29" y="2"/>
                  </a:cxn>
                  <a:cxn ang="0">
                    <a:pos x="13" y="0"/>
                  </a:cxn>
                  <a:cxn ang="0">
                    <a:pos x="13" y="0"/>
                  </a:cxn>
                </a:cxnLst>
                <a:rect l="0" t="0" r="r" b="b"/>
                <a:pathLst>
                  <a:path w="102" h="102">
                    <a:moveTo>
                      <a:pt x="13" y="0"/>
                    </a:moveTo>
                    <a:lnTo>
                      <a:pt x="13" y="0"/>
                    </a:lnTo>
                    <a:lnTo>
                      <a:pt x="9" y="2"/>
                    </a:lnTo>
                    <a:lnTo>
                      <a:pt x="4" y="4"/>
                    </a:lnTo>
                    <a:lnTo>
                      <a:pt x="2" y="7"/>
                    </a:lnTo>
                    <a:lnTo>
                      <a:pt x="0" y="13"/>
                    </a:lnTo>
                    <a:lnTo>
                      <a:pt x="0" y="13"/>
                    </a:lnTo>
                    <a:lnTo>
                      <a:pt x="2" y="18"/>
                    </a:lnTo>
                    <a:lnTo>
                      <a:pt x="4" y="22"/>
                    </a:lnTo>
                    <a:lnTo>
                      <a:pt x="9" y="24"/>
                    </a:lnTo>
                    <a:lnTo>
                      <a:pt x="13" y="25"/>
                    </a:lnTo>
                    <a:lnTo>
                      <a:pt x="13" y="25"/>
                    </a:lnTo>
                    <a:lnTo>
                      <a:pt x="24" y="27"/>
                    </a:lnTo>
                    <a:lnTo>
                      <a:pt x="35" y="31"/>
                    </a:lnTo>
                    <a:lnTo>
                      <a:pt x="46" y="36"/>
                    </a:lnTo>
                    <a:lnTo>
                      <a:pt x="57" y="44"/>
                    </a:lnTo>
                    <a:lnTo>
                      <a:pt x="64" y="53"/>
                    </a:lnTo>
                    <a:lnTo>
                      <a:pt x="71" y="64"/>
                    </a:lnTo>
                    <a:lnTo>
                      <a:pt x="75" y="76"/>
                    </a:lnTo>
                    <a:lnTo>
                      <a:pt x="77" y="89"/>
                    </a:lnTo>
                    <a:lnTo>
                      <a:pt x="77" y="89"/>
                    </a:lnTo>
                    <a:lnTo>
                      <a:pt x="78" y="94"/>
                    </a:lnTo>
                    <a:lnTo>
                      <a:pt x="80" y="98"/>
                    </a:lnTo>
                    <a:lnTo>
                      <a:pt x="84" y="102"/>
                    </a:lnTo>
                    <a:lnTo>
                      <a:pt x="89" y="102"/>
                    </a:lnTo>
                    <a:lnTo>
                      <a:pt x="89" y="102"/>
                    </a:lnTo>
                    <a:lnTo>
                      <a:pt x="95" y="102"/>
                    </a:lnTo>
                    <a:lnTo>
                      <a:pt x="98" y="98"/>
                    </a:lnTo>
                    <a:lnTo>
                      <a:pt x="100" y="94"/>
                    </a:lnTo>
                    <a:lnTo>
                      <a:pt x="102" y="89"/>
                    </a:lnTo>
                    <a:lnTo>
                      <a:pt x="102" y="89"/>
                    </a:lnTo>
                    <a:lnTo>
                      <a:pt x="100" y="69"/>
                    </a:lnTo>
                    <a:lnTo>
                      <a:pt x="95" y="51"/>
                    </a:lnTo>
                    <a:lnTo>
                      <a:pt x="86" y="36"/>
                    </a:lnTo>
                    <a:lnTo>
                      <a:pt x="75" y="24"/>
                    </a:lnTo>
                    <a:lnTo>
                      <a:pt x="60" y="13"/>
                    </a:lnTo>
                    <a:lnTo>
                      <a:pt x="46" y="6"/>
                    </a:lnTo>
                    <a:lnTo>
                      <a:pt x="29" y="2"/>
                    </a:lnTo>
                    <a:lnTo>
                      <a:pt x="13" y="0"/>
                    </a:lnTo>
                    <a:lnTo>
                      <a:pt x="13" y="0"/>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grpSp>
        <p:nvGrpSpPr>
          <p:cNvPr id="40" name="组合 3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2"/>
            </p:custDataLst>
          </p:nvPr>
        </p:nvGrpSpPr>
        <p:grpSpPr>
          <a:xfrm rot="3689893">
            <a:off x="9097153" y="2955897"/>
            <a:ext cx="2590005" cy="604526"/>
            <a:chOff x="4949163" y="3733399"/>
            <a:chExt cx="2590005" cy="604526"/>
          </a:xfrm>
          <a:solidFill>
            <a:srgbClr val="62FDFE">
              <a:alpha val="36000"/>
            </a:srgbClr>
          </a:solidFill>
        </p:grpSpPr>
        <p:sp>
          <p:nvSpPr>
            <p:cNvPr id="41" name="圆角矩形 47"/>
            <p:cNvSpPr/>
            <p:nvPr>
              <p:custDataLst>
                <p:tags r:id="rId13"/>
              </p:custDataLst>
            </p:nvPr>
          </p:nvSpPr>
          <p:spPr>
            <a:xfrm rot="19872676">
              <a:off x="4949163" y="3733399"/>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42" name="Freeform 59"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14"/>
              </p:custDataLst>
            </p:nvPr>
          </p:nvSpPr>
          <p:spPr bwMode="auto">
            <a:xfrm>
              <a:off x="6155969" y="3849706"/>
              <a:ext cx="322218" cy="322218"/>
            </a:xfrm>
            <a:custGeom>
              <a:avLst/>
              <a:gdLst/>
              <a:ahLst/>
              <a:cxnLst>
                <a:cxn ang="0">
                  <a:pos x="129" y="1"/>
                </a:cxn>
                <a:cxn ang="0">
                  <a:pos x="87" y="12"/>
                </a:cxn>
                <a:cxn ang="0">
                  <a:pos x="53" y="32"/>
                </a:cxn>
                <a:cxn ang="0">
                  <a:pos x="26" y="63"/>
                </a:cxn>
                <a:cxn ang="0">
                  <a:pos x="8" y="101"/>
                </a:cxn>
                <a:cxn ang="0">
                  <a:pos x="0" y="143"/>
                </a:cxn>
                <a:cxn ang="0">
                  <a:pos x="4" y="172"/>
                </a:cxn>
                <a:cxn ang="0">
                  <a:pos x="19" y="212"/>
                </a:cxn>
                <a:cxn ang="0">
                  <a:pos x="42" y="244"/>
                </a:cxn>
                <a:cxn ang="0">
                  <a:pos x="75" y="270"/>
                </a:cxn>
                <a:cxn ang="0">
                  <a:pos x="115" y="284"/>
                </a:cxn>
                <a:cxn ang="0">
                  <a:pos x="144" y="286"/>
                </a:cxn>
                <a:cxn ang="0">
                  <a:pos x="185" y="281"/>
                </a:cxn>
                <a:cxn ang="0">
                  <a:pos x="223" y="263"/>
                </a:cxn>
                <a:cxn ang="0">
                  <a:pos x="254" y="235"/>
                </a:cxn>
                <a:cxn ang="0">
                  <a:pos x="276" y="199"/>
                </a:cxn>
                <a:cxn ang="0">
                  <a:pos x="285" y="157"/>
                </a:cxn>
                <a:cxn ang="0">
                  <a:pos x="285" y="128"/>
                </a:cxn>
                <a:cxn ang="0">
                  <a:pos x="276" y="89"/>
                </a:cxn>
                <a:cxn ang="0">
                  <a:pos x="254" y="52"/>
                </a:cxn>
                <a:cxn ang="0">
                  <a:pos x="223" y="25"/>
                </a:cxn>
                <a:cxn ang="0">
                  <a:pos x="185" y="7"/>
                </a:cxn>
                <a:cxn ang="0">
                  <a:pos x="144" y="0"/>
                </a:cxn>
                <a:cxn ang="0">
                  <a:pos x="144" y="252"/>
                </a:cxn>
                <a:cxn ang="0">
                  <a:pos x="102" y="243"/>
                </a:cxn>
                <a:cxn ang="0">
                  <a:pos x="55" y="203"/>
                </a:cxn>
                <a:cxn ang="0">
                  <a:pos x="37" y="154"/>
                </a:cxn>
                <a:cxn ang="0">
                  <a:pos x="37" y="132"/>
                </a:cxn>
                <a:cxn ang="0">
                  <a:pos x="55" y="83"/>
                </a:cxn>
                <a:cxn ang="0">
                  <a:pos x="102" y="45"/>
                </a:cxn>
                <a:cxn ang="0">
                  <a:pos x="144" y="36"/>
                </a:cxn>
                <a:cxn ang="0">
                  <a:pos x="165" y="38"/>
                </a:cxn>
                <a:cxn ang="0">
                  <a:pos x="220" y="67"/>
                </a:cxn>
                <a:cxn ang="0">
                  <a:pos x="249" y="121"/>
                </a:cxn>
                <a:cxn ang="0">
                  <a:pos x="251" y="143"/>
                </a:cxn>
                <a:cxn ang="0">
                  <a:pos x="241" y="185"/>
                </a:cxn>
                <a:cxn ang="0">
                  <a:pos x="203" y="232"/>
                </a:cxn>
                <a:cxn ang="0">
                  <a:pos x="154" y="250"/>
                </a:cxn>
                <a:cxn ang="0">
                  <a:pos x="232" y="143"/>
                </a:cxn>
                <a:cxn ang="0">
                  <a:pos x="227" y="156"/>
                </a:cxn>
                <a:cxn ang="0">
                  <a:pos x="144" y="161"/>
                </a:cxn>
                <a:cxn ang="0">
                  <a:pos x="131" y="156"/>
                </a:cxn>
                <a:cxn ang="0">
                  <a:pos x="125" y="72"/>
                </a:cxn>
                <a:cxn ang="0">
                  <a:pos x="131" y="60"/>
                </a:cxn>
                <a:cxn ang="0">
                  <a:pos x="144" y="54"/>
                </a:cxn>
                <a:cxn ang="0">
                  <a:pos x="160" y="65"/>
                </a:cxn>
                <a:cxn ang="0">
                  <a:pos x="214" y="125"/>
                </a:cxn>
                <a:cxn ang="0">
                  <a:pos x="227" y="130"/>
                </a:cxn>
                <a:cxn ang="0">
                  <a:pos x="232" y="143"/>
                </a:cxn>
              </a:cxnLst>
              <a:rect l="0" t="0" r="r" b="b"/>
              <a:pathLst>
                <a:path w="287" h="286">
                  <a:moveTo>
                    <a:pt x="144" y="0"/>
                  </a:moveTo>
                  <a:lnTo>
                    <a:pt x="144" y="0"/>
                  </a:lnTo>
                  <a:lnTo>
                    <a:pt x="129" y="1"/>
                  </a:lnTo>
                  <a:lnTo>
                    <a:pt x="115" y="3"/>
                  </a:lnTo>
                  <a:lnTo>
                    <a:pt x="100" y="7"/>
                  </a:lnTo>
                  <a:lnTo>
                    <a:pt x="87" y="12"/>
                  </a:lnTo>
                  <a:lnTo>
                    <a:pt x="75" y="18"/>
                  </a:lnTo>
                  <a:lnTo>
                    <a:pt x="64" y="25"/>
                  </a:lnTo>
                  <a:lnTo>
                    <a:pt x="53" y="32"/>
                  </a:lnTo>
                  <a:lnTo>
                    <a:pt x="42" y="43"/>
                  </a:lnTo>
                  <a:lnTo>
                    <a:pt x="33" y="52"/>
                  </a:lnTo>
                  <a:lnTo>
                    <a:pt x="26" y="63"/>
                  </a:lnTo>
                  <a:lnTo>
                    <a:pt x="19" y="76"/>
                  </a:lnTo>
                  <a:lnTo>
                    <a:pt x="11" y="89"/>
                  </a:lnTo>
                  <a:lnTo>
                    <a:pt x="8" y="101"/>
                  </a:lnTo>
                  <a:lnTo>
                    <a:pt x="4" y="114"/>
                  </a:lnTo>
                  <a:lnTo>
                    <a:pt x="0" y="128"/>
                  </a:lnTo>
                  <a:lnTo>
                    <a:pt x="0" y="143"/>
                  </a:lnTo>
                  <a:lnTo>
                    <a:pt x="0" y="143"/>
                  </a:lnTo>
                  <a:lnTo>
                    <a:pt x="0" y="157"/>
                  </a:lnTo>
                  <a:lnTo>
                    <a:pt x="4" y="172"/>
                  </a:lnTo>
                  <a:lnTo>
                    <a:pt x="8" y="186"/>
                  </a:lnTo>
                  <a:lnTo>
                    <a:pt x="11" y="199"/>
                  </a:lnTo>
                  <a:lnTo>
                    <a:pt x="19" y="212"/>
                  </a:lnTo>
                  <a:lnTo>
                    <a:pt x="26" y="223"/>
                  </a:lnTo>
                  <a:lnTo>
                    <a:pt x="33" y="235"/>
                  </a:lnTo>
                  <a:lnTo>
                    <a:pt x="42" y="244"/>
                  </a:lnTo>
                  <a:lnTo>
                    <a:pt x="53" y="253"/>
                  </a:lnTo>
                  <a:lnTo>
                    <a:pt x="64" y="263"/>
                  </a:lnTo>
                  <a:lnTo>
                    <a:pt x="75" y="270"/>
                  </a:lnTo>
                  <a:lnTo>
                    <a:pt x="87" y="275"/>
                  </a:lnTo>
                  <a:lnTo>
                    <a:pt x="100" y="281"/>
                  </a:lnTo>
                  <a:lnTo>
                    <a:pt x="115" y="284"/>
                  </a:lnTo>
                  <a:lnTo>
                    <a:pt x="129" y="286"/>
                  </a:lnTo>
                  <a:lnTo>
                    <a:pt x="144" y="286"/>
                  </a:lnTo>
                  <a:lnTo>
                    <a:pt x="144" y="286"/>
                  </a:lnTo>
                  <a:lnTo>
                    <a:pt x="158" y="286"/>
                  </a:lnTo>
                  <a:lnTo>
                    <a:pt x="173" y="284"/>
                  </a:lnTo>
                  <a:lnTo>
                    <a:pt x="185" y="281"/>
                  </a:lnTo>
                  <a:lnTo>
                    <a:pt x="200" y="275"/>
                  </a:lnTo>
                  <a:lnTo>
                    <a:pt x="212" y="270"/>
                  </a:lnTo>
                  <a:lnTo>
                    <a:pt x="223" y="263"/>
                  </a:lnTo>
                  <a:lnTo>
                    <a:pt x="234" y="253"/>
                  </a:lnTo>
                  <a:lnTo>
                    <a:pt x="245" y="244"/>
                  </a:lnTo>
                  <a:lnTo>
                    <a:pt x="254" y="235"/>
                  </a:lnTo>
                  <a:lnTo>
                    <a:pt x="261" y="223"/>
                  </a:lnTo>
                  <a:lnTo>
                    <a:pt x="269" y="212"/>
                  </a:lnTo>
                  <a:lnTo>
                    <a:pt x="276" y="199"/>
                  </a:lnTo>
                  <a:lnTo>
                    <a:pt x="280" y="186"/>
                  </a:lnTo>
                  <a:lnTo>
                    <a:pt x="283" y="172"/>
                  </a:lnTo>
                  <a:lnTo>
                    <a:pt x="285" y="157"/>
                  </a:lnTo>
                  <a:lnTo>
                    <a:pt x="287" y="143"/>
                  </a:lnTo>
                  <a:lnTo>
                    <a:pt x="287" y="143"/>
                  </a:lnTo>
                  <a:lnTo>
                    <a:pt x="285" y="128"/>
                  </a:lnTo>
                  <a:lnTo>
                    <a:pt x="283" y="114"/>
                  </a:lnTo>
                  <a:lnTo>
                    <a:pt x="280" y="101"/>
                  </a:lnTo>
                  <a:lnTo>
                    <a:pt x="276" y="89"/>
                  </a:lnTo>
                  <a:lnTo>
                    <a:pt x="269" y="76"/>
                  </a:lnTo>
                  <a:lnTo>
                    <a:pt x="261" y="63"/>
                  </a:lnTo>
                  <a:lnTo>
                    <a:pt x="254" y="52"/>
                  </a:lnTo>
                  <a:lnTo>
                    <a:pt x="245" y="43"/>
                  </a:lnTo>
                  <a:lnTo>
                    <a:pt x="234" y="32"/>
                  </a:lnTo>
                  <a:lnTo>
                    <a:pt x="223" y="25"/>
                  </a:lnTo>
                  <a:lnTo>
                    <a:pt x="212" y="18"/>
                  </a:lnTo>
                  <a:lnTo>
                    <a:pt x="200" y="12"/>
                  </a:lnTo>
                  <a:lnTo>
                    <a:pt x="185" y="7"/>
                  </a:lnTo>
                  <a:lnTo>
                    <a:pt x="173" y="3"/>
                  </a:lnTo>
                  <a:lnTo>
                    <a:pt x="158" y="1"/>
                  </a:lnTo>
                  <a:lnTo>
                    <a:pt x="144" y="0"/>
                  </a:lnTo>
                  <a:lnTo>
                    <a:pt x="144" y="0"/>
                  </a:lnTo>
                  <a:close/>
                  <a:moveTo>
                    <a:pt x="144" y="252"/>
                  </a:moveTo>
                  <a:lnTo>
                    <a:pt x="144" y="252"/>
                  </a:lnTo>
                  <a:lnTo>
                    <a:pt x="133" y="250"/>
                  </a:lnTo>
                  <a:lnTo>
                    <a:pt x="122" y="248"/>
                  </a:lnTo>
                  <a:lnTo>
                    <a:pt x="102" y="243"/>
                  </a:lnTo>
                  <a:lnTo>
                    <a:pt x="84" y="232"/>
                  </a:lnTo>
                  <a:lnTo>
                    <a:pt x="67" y="219"/>
                  </a:lnTo>
                  <a:lnTo>
                    <a:pt x="55" y="203"/>
                  </a:lnTo>
                  <a:lnTo>
                    <a:pt x="44" y="185"/>
                  </a:lnTo>
                  <a:lnTo>
                    <a:pt x="38" y="165"/>
                  </a:lnTo>
                  <a:lnTo>
                    <a:pt x="37" y="154"/>
                  </a:lnTo>
                  <a:lnTo>
                    <a:pt x="37" y="143"/>
                  </a:lnTo>
                  <a:lnTo>
                    <a:pt x="37" y="143"/>
                  </a:lnTo>
                  <a:lnTo>
                    <a:pt x="37" y="132"/>
                  </a:lnTo>
                  <a:lnTo>
                    <a:pt x="38" y="121"/>
                  </a:lnTo>
                  <a:lnTo>
                    <a:pt x="44" y="101"/>
                  </a:lnTo>
                  <a:lnTo>
                    <a:pt x="55" y="83"/>
                  </a:lnTo>
                  <a:lnTo>
                    <a:pt x="67" y="67"/>
                  </a:lnTo>
                  <a:lnTo>
                    <a:pt x="84" y="54"/>
                  </a:lnTo>
                  <a:lnTo>
                    <a:pt x="102" y="45"/>
                  </a:lnTo>
                  <a:lnTo>
                    <a:pt x="122" y="38"/>
                  </a:lnTo>
                  <a:lnTo>
                    <a:pt x="133" y="36"/>
                  </a:lnTo>
                  <a:lnTo>
                    <a:pt x="144" y="36"/>
                  </a:lnTo>
                  <a:lnTo>
                    <a:pt x="144" y="36"/>
                  </a:lnTo>
                  <a:lnTo>
                    <a:pt x="154" y="36"/>
                  </a:lnTo>
                  <a:lnTo>
                    <a:pt x="165" y="38"/>
                  </a:lnTo>
                  <a:lnTo>
                    <a:pt x="185" y="45"/>
                  </a:lnTo>
                  <a:lnTo>
                    <a:pt x="203" y="54"/>
                  </a:lnTo>
                  <a:lnTo>
                    <a:pt x="220" y="67"/>
                  </a:lnTo>
                  <a:lnTo>
                    <a:pt x="232" y="83"/>
                  </a:lnTo>
                  <a:lnTo>
                    <a:pt x="241" y="101"/>
                  </a:lnTo>
                  <a:lnTo>
                    <a:pt x="249" y="121"/>
                  </a:lnTo>
                  <a:lnTo>
                    <a:pt x="251" y="132"/>
                  </a:lnTo>
                  <a:lnTo>
                    <a:pt x="251" y="143"/>
                  </a:lnTo>
                  <a:lnTo>
                    <a:pt x="251" y="143"/>
                  </a:lnTo>
                  <a:lnTo>
                    <a:pt x="251" y="154"/>
                  </a:lnTo>
                  <a:lnTo>
                    <a:pt x="249" y="165"/>
                  </a:lnTo>
                  <a:lnTo>
                    <a:pt x="241" y="185"/>
                  </a:lnTo>
                  <a:lnTo>
                    <a:pt x="232" y="203"/>
                  </a:lnTo>
                  <a:lnTo>
                    <a:pt x="220" y="219"/>
                  </a:lnTo>
                  <a:lnTo>
                    <a:pt x="203" y="232"/>
                  </a:lnTo>
                  <a:lnTo>
                    <a:pt x="185" y="243"/>
                  </a:lnTo>
                  <a:lnTo>
                    <a:pt x="165" y="248"/>
                  </a:lnTo>
                  <a:lnTo>
                    <a:pt x="154" y="250"/>
                  </a:lnTo>
                  <a:lnTo>
                    <a:pt x="144" y="252"/>
                  </a:lnTo>
                  <a:lnTo>
                    <a:pt x="144" y="252"/>
                  </a:lnTo>
                  <a:close/>
                  <a:moveTo>
                    <a:pt x="232" y="143"/>
                  </a:moveTo>
                  <a:lnTo>
                    <a:pt x="232" y="143"/>
                  </a:lnTo>
                  <a:lnTo>
                    <a:pt x="231" y="150"/>
                  </a:lnTo>
                  <a:lnTo>
                    <a:pt x="227" y="156"/>
                  </a:lnTo>
                  <a:lnTo>
                    <a:pt x="222" y="159"/>
                  </a:lnTo>
                  <a:lnTo>
                    <a:pt x="214" y="161"/>
                  </a:lnTo>
                  <a:lnTo>
                    <a:pt x="144" y="161"/>
                  </a:lnTo>
                  <a:lnTo>
                    <a:pt x="144" y="161"/>
                  </a:lnTo>
                  <a:lnTo>
                    <a:pt x="136" y="159"/>
                  </a:lnTo>
                  <a:lnTo>
                    <a:pt x="131" y="156"/>
                  </a:lnTo>
                  <a:lnTo>
                    <a:pt x="127" y="150"/>
                  </a:lnTo>
                  <a:lnTo>
                    <a:pt x="125" y="143"/>
                  </a:lnTo>
                  <a:lnTo>
                    <a:pt x="125" y="72"/>
                  </a:lnTo>
                  <a:lnTo>
                    <a:pt x="125" y="72"/>
                  </a:lnTo>
                  <a:lnTo>
                    <a:pt x="127" y="65"/>
                  </a:lnTo>
                  <a:lnTo>
                    <a:pt x="131" y="60"/>
                  </a:lnTo>
                  <a:lnTo>
                    <a:pt x="136" y="56"/>
                  </a:lnTo>
                  <a:lnTo>
                    <a:pt x="144" y="54"/>
                  </a:lnTo>
                  <a:lnTo>
                    <a:pt x="144" y="54"/>
                  </a:lnTo>
                  <a:lnTo>
                    <a:pt x="151" y="56"/>
                  </a:lnTo>
                  <a:lnTo>
                    <a:pt x="156" y="60"/>
                  </a:lnTo>
                  <a:lnTo>
                    <a:pt x="160" y="65"/>
                  </a:lnTo>
                  <a:lnTo>
                    <a:pt x="162" y="72"/>
                  </a:lnTo>
                  <a:lnTo>
                    <a:pt x="162" y="125"/>
                  </a:lnTo>
                  <a:lnTo>
                    <a:pt x="214" y="125"/>
                  </a:lnTo>
                  <a:lnTo>
                    <a:pt x="214" y="125"/>
                  </a:lnTo>
                  <a:lnTo>
                    <a:pt x="222" y="127"/>
                  </a:lnTo>
                  <a:lnTo>
                    <a:pt x="227" y="130"/>
                  </a:lnTo>
                  <a:lnTo>
                    <a:pt x="231" y="136"/>
                  </a:lnTo>
                  <a:lnTo>
                    <a:pt x="232" y="143"/>
                  </a:lnTo>
                  <a:lnTo>
                    <a:pt x="232" y="143"/>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22" presetClass="entr" presetSubtype="1" fill="hold" grpId="0" nodeType="withEffect">
                                  <p:stCondLst>
                                    <p:cond delay="2500"/>
                                  </p:stCondLst>
                                  <p:childTnLst>
                                    <p:set>
                                      <p:cBhvr>
                                        <p:cTn id="25" dur="1" fill="hold">
                                          <p:stCondLst>
                                            <p:cond delay="0"/>
                                          </p:stCondLst>
                                        </p:cTn>
                                        <p:tgtEl>
                                          <p:spTgt spid="33"/>
                                        </p:tgtEl>
                                        <p:attrNameLst>
                                          <p:attrName>style.visibility</p:attrName>
                                        </p:attrNameLst>
                                      </p:cBhvr>
                                      <p:to>
                                        <p:strVal val="visible"/>
                                      </p:to>
                                    </p:set>
                                    <p:animEffect transition="in" filter="wipe(up)">
                                      <p:cBhvr>
                                        <p:cTn id="26" dur="500"/>
                                        <p:tgtEl>
                                          <p:spTgt spid="33"/>
                                        </p:tgtEl>
                                      </p:cBhvr>
                                    </p:animEffect>
                                  </p:childTnLst>
                                </p:cTn>
                              </p:par>
                              <p:par>
                                <p:cTn id="27" presetID="22" presetClass="entr" presetSubtype="1" fill="hold" grpId="0" nodeType="withEffect">
                                  <p:stCondLst>
                                    <p:cond delay="2500"/>
                                  </p:stCondLst>
                                  <p:childTnLst>
                                    <p:set>
                                      <p:cBhvr>
                                        <p:cTn id="28" dur="1" fill="hold">
                                          <p:stCondLst>
                                            <p:cond delay="0"/>
                                          </p:stCondLst>
                                        </p:cTn>
                                        <p:tgtEl>
                                          <p:spTgt spid="34"/>
                                        </p:tgtEl>
                                        <p:attrNameLst>
                                          <p:attrName>style.visibility</p:attrName>
                                        </p:attrNameLst>
                                      </p:cBhvr>
                                      <p:to>
                                        <p:strVal val="visible"/>
                                      </p:to>
                                    </p:set>
                                    <p:animEffect transition="in" filter="wipe(up)">
                                      <p:cBhvr>
                                        <p:cTn id="29" dur="500"/>
                                        <p:tgtEl>
                                          <p:spTgt spid="34"/>
                                        </p:tgtEl>
                                      </p:cBhvr>
                                    </p:animEffect>
                                  </p:childTnLst>
                                </p:cTn>
                              </p:par>
                              <p:par>
                                <p:cTn id="30" presetID="22" presetClass="entr" presetSubtype="1" fill="hold" grpId="0" nodeType="withEffect">
                                  <p:stCondLst>
                                    <p:cond delay="2500"/>
                                  </p:stCondLst>
                                  <p:childTnLst>
                                    <p:set>
                                      <p:cBhvr>
                                        <p:cTn id="31" dur="1" fill="hold">
                                          <p:stCondLst>
                                            <p:cond delay="0"/>
                                          </p:stCondLst>
                                        </p:cTn>
                                        <p:tgtEl>
                                          <p:spTgt spid="35"/>
                                        </p:tgtEl>
                                        <p:attrNameLst>
                                          <p:attrName>style.visibility</p:attrName>
                                        </p:attrNameLst>
                                      </p:cBhvr>
                                      <p:to>
                                        <p:strVal val="visible"/>
                                      </p:to>
                                    </p:set>
                                    <p:animEffect transition="in" filter="wipe(up)">
                                      <p:cBhvr>
                                        <p:cTn id="32" dur="500"/>
                                        <p:tgtEl>
                                          <p:spTgt spid="35"/>
                                        </p:tgtEl>
                                      </p:cBhvr>
                                    </p:animEffect>
                                  </p:childTnLst>
                                </p:cTn>
                              </p:par>
                              <p:par>
                                <p:cTn id="33" presetID="22" presetClass="entr" presetSubtype="1" fill="hold" grpId="0" nodeType="withEffect">
                                  <p:stCondLst>
                                    <p:cond delay="2500"/>
                                  </p:stCondLst>
                                  <p:childTnLst>
                                    <p:set>
                                      <p:cBhvr>
                                        <p:cTn id="34" dur="1" fill="hold">
                                          <p:stCondLst>
                                            <p:cond delay="0"/>
                                          </p:stCondLst>
                                        </p:cTn>
                                        <p:tgtEl>
                                          <p:spTgt spid="36"/>
                                        </p:tgtEl>
                                        <p:attrNameLst>
                                          <p:attrName>style.visibility</p:attrName>
                                        </p:attrNameLst>
                                      </p:cBhvr>
                                      <p:to>
                                        <p:strVal val="visible"/>
                                      </p:to>
                                    </p:set>
                                    <p:animEffect transition="in" filter="wipe(up)">
                                      <p:cBhvr>
                                        <p:cTn id="35" dur="500"/>
                                        <p:tgtEl>
                                          <p:spTgt spid="36"/>
                                        </p:tgtEl>
                                      </p:cBhvr>
                                    </p:animEffect>
                                  </p:childTnLst>
                                </p:cTn>
                              </p:par>
                              <p:par>
                                <p:cTn id="36" presetID="49" presetClass="entr" presetSubtype="0" decel="100000" fill="hold" nodeType="withEffect">
                                  <p:stCondLst>
                                    <p:cond delay="1250"/>
                                  </p:stCondLst>
                                  <p:childTnLst>
                                    <p:set>
                                      <p:cBhvr>
                                        <p:cTn id="37" dur="1" fill="hold">
                                          <p:stCondLst>
                                            <p:cond delay="0"/>
                                          </p:stCondLst>
                                        </p:cTn>
                                        <p:tgtEl>
                                          <p:spTgt spid="5"/>
                                        </p:tgtEl>
                                        <p:attrNameLst>
                                          <p:attrName>style.visibility</p:attrName>
                                        </p:attrNameLst>
                                      </p:cBhvr>
                                      <p:to>
                                        <p:strVal val="visible"/>
                                      </p:to>
                                    </p:set>
                                    <p:anim calcmode="lin" valueType="num">
                                      <p:cBhvr>
                                        <p:cTn id="38" dur="1000" fill="hold"/>
                                        <p:tgtEl>
                                          <p:spTgt spid="5"/>
                                        </p:tgtEl>
                                        <p:attrNameLst>
                                          <p:attrName>ppt_w</p:attrName>
                                        </p:attrNameLst>
                                      </p:cBhvr>
                                      <p:tavLst>
                                        <p:tav tm="0">
                                          <p:val>
                                            <p:fltVal val="0"/>
                                          </p:val>
                                        </p:tav>
                                        <p:tav tm="100000">
                                          <p:val>
                                            <p:strVal val="#ppt_w"/>
                                          </p:val>
                                        </p:tav>
                                      </p:tavLst>
                                    </p:anim>
                                    <p:anim calcmode="lin" valueType="num">
                                      <p:cBhvr>
                                        <p:cTn id="39" dur="1000" fill="hold"/>
                                        <p:tgtEl>
                                          <p:spTgt spid="5"/>
                                        </p:tgtEl>
                                        <p:attrNameLst>
                                          <p:attrName>ppt_h</p:attrName>
                                        </p:attrNameLst>
                                      </p:cBhvr>
                                      <p:tavLst>
                                        <p:tav tm="0">
                                          <p:val>
                                            <p:fltVal val="0"/>
                                          </p:val>
                                        </p:tav>
                                        <p:tav tm="100000">
                                          <p:val>
                                            <p:strVal val="#ppt_h"/>
                                          </p:val>
                                        </p:tav>
                                      </p:tavLst>
                                    </p:anim>
                                    <p:anim calcmode="lin" valueType="num">
                                      <p:cBhvr>
                                        <p:cTn id="40" dur="1000" fill="hold"/>
                                        <p:tgtEl>
                                          <p:spTgt spid="5"/>
                                        </p:tgtEl>
                                        <p:attrNameLst>
                                          <p:attrName>style.rotation</p:attrName>
                                        </p:attrNameLst>
                                      </p:cBhvr>
                                      <p:tavLst>
                                        <p:tav tm="0">
                                          <p:val>
                                            <p:fltVal val="360"/>
                                          </p:val>
                                        </p:tav>
                                        <p:tav tm="100000">
                                          <p:val>
                                            <p:fltVal val="0"/>
                                          </p:val>
                                        </p:tav>
                                      </p:tavLst>
                                    </p:anim>
                                    <p:animEffect transition="in" filter="fade">
                                      <p:cBhvr>
                                        <p:cTn id="41" dur="1000"/>
                                        <p:tgtEl>
                                          <p:spTgt spid="5"/>
                                        </p:tgtEl>
                                      </p:cBhvr>
                                    </p:animEffect>
                                  </p:childTnLst>
                                </p:cTn>
                              </p:par>
                              <p:par>
                                <p:cTn id="42" presetID="49" presetClass="entr" presetSubtype="0" decel="100000" fill="hold" nodeType="withEffect">
                                  <p:stCondLst>
                                    <p:cond delay="1500"/>
                                  </p:stCondLst>
                                  <p:childTnLst>
                                    <p:set>
                                      <p:cBhvr>
                                        <p:cTn id="43" dur="1" fill="hold">
                                          <p:stCondLst>
                                            <p:cond delay="0"/>
                                          </p:stCondLst>
                                        </p:cTn>
                                        <p:tgtEl>
                                          <p:spTgt spid="15"/>
                                        </p:tgtEl>
                                        <p:attrNameLst>
                                          <p:attrName>style.visibility</p:attrName>
                                        </p:attrNameLst>
                                      </p:cBhvr>
                                      <p:to>
                                        <p:strVal val="visible"/>
                                      </p:to>
                                    </p:set>
                                    <p:anim calcmode="lin" valueType="num">
                                      <p:cBhvr>
                                        <p:cTn id="44" dur="1000" fill="hold"/>
                                        <p:tgtEl>
                                          <p:spTgt spid="15"/>
                                        </p:tgtEl>
                                        <p:attrNameLst>
                                          <p:attrName>ppt_w</p:attrName>
                                        </p:attrNameLst>
                                      </p:cBhvr>
                                      <p:tavLst>
                                        <p:tav tm="0">
                                          <p:val>
                                            <p:fltVal val="0"/>
                                          </p:val>
                                        </p:tav>
                                        <p:tav tm="100000">
                                          <p:val>
                                            <p:strVal val="#ppt_w"/>
                                          </p:val>
                                        </p:tav>
                                      </p:tavLst>
                                    </p:anim>
                                    <p:anim calcmode="lin" valueType="num">
                                      <p:cBhvr>
                                        <p:cTn id="45" dur="1000" fill="hold"/>
                                        <p:tgtEl>
                                          <p:spTgt spid="15"/>
                                        </p:tgtEl>
                                        <p:attrNameLst>
                                          <p:attrName>ppt_h</p:attrName>
                                        </p:attrNameLst>
                                      </p:cBhvr>
                                      <p:tavLst>
                                        <p:tav tm="0">
                                          <p:val>
                                            <p:fltVal val="0"/>
                                          </p:val>
                                        </p:tav>
                                        <p:tav tm="100000">
                                          <p:val>
                                            <p:strVal val="#ppt_h"/>
                                          </p:val>
                                        </p:tav>
                                      </p:tavLst>
                                    </p:anim>
                                    <p:anim calcmode="lin" valueType="num">
                                      <p:cBhvr>
                                        <p:cTn id="46" dur="1000" fill="hold"/>
                                        <p:tgtEl>
                                          <p:spTgt spid="15"/>
                                        </p:tgtEl>
                                        <p:attrNameLst>
                                          <p:attrName>style.rotation</p:attrName>
                                        </p:attrNameLst>
                                      </p:cBhvr>
                                      <p:tavLst>
                                        <p:tav tm="0">
                                          <p:val>
                                            <p:fltVal val="360"/>
                                          </p:val>
                                        </p:tav>
                                        <p:tav tm="100000">
                                          <p:val>
                                            <p:fltVal val="0"/>
                                          </p:val>
                                        </p:tav>
                                      </p:tavLst>
                                    </p:anim>
                                    <p:animEffect transition="in" filter="fade">
                                      <p:cBhvr>
                                        <p:cTn id="47" dur="1000"/>
                                        <p:tgtEl>
                                          <p:spTgt spid="15"/>
                                        </p:tgtEl>
                                      </p:cBhvr>
                                    </p:animEffect>
                                  </p:childTnLst>
                                </p:cTn>
                              </p:par>
                              <p:par>
                                <p:cTn id="48" presetID="49" presetClass="entr" presetSubtype="0" decel="100000" fill="hold" nodeType="withEffect">
                                  <p:stCondLst>
                                    <p:cond delay="1750"/>
                                  </p:stCondLst>
                                  <p:childTnLst>
                                    <p:set>
                                      <p:cBhvr>
                                        <p:cTn id="49" dur="1" fill="hold">
                                          <p:stCondLst>
                                            <p:cond delay="0"/>
                                          </p:stCondLst>
                                        </p:cTn>
                                        <p:tgtEl>
                                          <p:spTgt spid="20"/>
                                        </p:tgtEl>
                                        <p:attrNameLst>
                                          <p:attrName>style.visibility</p:attrName>
                                        </p:attrNameLst>
                                      </p:cBhvr>
                                      <p:to>
                                        <p:strVal val="visible"/>
                                      </p:to>
                                    </p:set>
                                    <p:anim calcmode="lin" valueType="num">
                                      <p:cBhvr>
                                        <p:cTn id="50" dur="1000" fill="hold"/>
                                        <p:tgtEl>
                                          <p:spTgt spid="20"/>
                                        </p:tgtEl>
                                        <p:attrNameLst>
                                          <p:attrName>ppt_w</p:attrName>
                                        </p:attrNameLst>
                                      </p:cBhvr>
                                      <p:tavLst>
                                        <p:tav tm="0">
                                          <p:val>
                                            <p:fltVal val="0"/>
                                          </p:val>
                                        </p:tav>
                                        <p:tav tm="100000">
                                          <p:val>
                                            <p:strVal val="#ppt_w"/>
                                          </p:val>
                                        </p:tav>
                                      </p:tavLst>
                                    </p:anim>
                                    <p:anim calcmode="lin" valueType="num">
                                      <p:cBhvr>
                                        <p:cTn id="51" dur="1000" fill="hold"/>
                                        <p:tgtEl>
                                          <p:spTgt spid="20"/>
                                        </p:tgtEl>
                                        <p:attrNameLst>
                                          <p:attrName>ppt_h</p:attrName>
                                        </p:attrNameLst>
                                      </p:cBhvr>
                                      <p:tavLst>
                                        <p:tav tm="0">
                                          <p:val>
                                            <p:fltVal val="0"/>
                                          </p:val>
                                        </p:tav>
                                        <p:tav tm="100000">
                                          <p:val>
                                            <p:strVal val="#ppt_h"/>
                                          </p:val>
                                        </p:tav>
                                      </p:tavLst>
                                    </p:anim>
                                    <p:anim calcmode="lin" valueType="num">
                                      <p:cBhvr>
                                        <p:cTn id="52" dur="1000" fill="hold"/>
                                        <p:tgtEl>
                                          <p:spTgt spid="20"/>
                                        </p:tgtEl>
                                        <p:attrNameLst>
                                          <p:attrName>style.rotation</p:attrName>
                                        </p:attrNameLst>
                                      </p:cBhvr>
                                      <p:tavLst>
                                        <p:tav tm="0">
                                          <p:val>
                                            <p:fltVal val="360"/>
                                          </p:val>
                                        </p:tav>
                                        <p:tav tm="100000">
                                          <p:val>
                                            <p:fltVal val="0"/>
                                          </p:val>
                                        </p:tav>
                                      </p:tavLst>
                                    </p:anim>
                                    <p:animEffect transition="in" filter="fade">
                                      <p:cBhvr>
                                        <p:cTn id="53" dur="1000"/>
                                        <p:tgtEl>
                                          <p:spTgt spid="20"/>
                                        </p:tgtEl>
                                      </p:cBhvr>
                                    </p:animEffect>
                                  </p:childTnLst>
                                </p:cTn>
                              </p:par>
                              <p:par>
                                <p:cTn id="54" presetID="49" presetClass="entr" presetSubtype="0" decel="100000" fill="hold" nodeType="withEffect">
                                  <p:stCondLst>
                                    <p:cond delay="2000"/>
                                  </p:stCondLst>
                                  <p:childTnLst>
                                    <p:set>
                                      <p:cBhvr>
                                        <p:cTn id="55" dur="1" fill="hold">
                                          <p:stCondLst>
                                            <p:cond delay="0"/>
                                          </p:stCondLst>
                                        </p:cTn>
                                        <p:tgtEl>
                                          <p:spTgt spid="25"/>
                                        </p:tgtEl>
                                        <p:attrNameLst>
                                          <p:attrName>style.visibility</p:attrName>
                                        </p:attrNameLst>
                                      </p:cBhvr>
                                      <p:to>
                                        <p:strVal val="visible"/>
                                      </p:to>
                                    </p:set>
                                    <p:anim calcmode="lin" valueType="num">
                                      <p:cBhvr>
                                        <p:cTn id="56" dur="1000" fill="hold"/>
                                        <p:tgtEl>
                                          <p:spTgt spid="25"/>
                                        </p:tgtEl>
                                        <p:attrNameLst>
                                          <p:attrName>ppt_w</p:attrName>
                                        </p:attrNameLst>
                                      </p:cBhvr>
                                      <p:tavLst>
                                        <p:tav tm="0">
                                          <p:val>
                                            <p:fltVal val="0"/>
                                          </p:val>
                                        </p:tav>
                                        <p:tav tm="100000">
                                          <p:val>
                                            <p:strVal val="#ppt_w"/>
                                          </p:val>
                                        </p:tav>
                                      </p:tavLst>
                                    </p:anim>
                                    <p:anim calcmode="lin" valueType="num">
                                      <p:cBhvr>
                                        <p:cTn id="57" dur="1000" fill="hold"/>
                                        <p:tgtEl>
                                          <p:spTgt spid="25"/>
                                        </p:tgtEl>
                                        <p:attrNameLst>
                                          <p:attrName>ppt_h</p:attrName>
                                        </p:attrNameLst>
                                      </p:cBhvr>
                                      <p:tavLst>
                                        <p:tav tm="0">
                                          <p:val>
                                            <p:fltVal val="0"/>
                                          </p:val>
                                        </p:tav>
                                        <p:tav tm="100000">
                                          <p:val>
                                            <p:strVal val="#ppt_h"/>
                                          </p:val>
                                        </p:tav>
                                      </p:tavLst>
                                    </p:anim>
                                    <p:anim calcmode="lin" valueType="num">
                                      <p:cBhvr>
                                        <p:cTn id="58" dur="1000" fill="hold"/>
                                        <p:tgtEl>
                                          <p:spTgt spid="25"/>
                                        </p:tgtEl>
                                        <p:attrNameLst>
                                          <p:attrName>style.rotation</p:attrName>
                                        </p:attrNameLst>
                                      </p:cBhvr>
                                      <p:tavLst>
                                        <p:tav tm="0">
                                          <p:val>
                                            <p:fltVal val="360"/>
                                          </p:val>
                                        </p:tav>
                                        <p:tav tm="100000">
                                          <p:val>
                                            <p:fltVal val="0"/>
                                          </p:val>
                                        </p:tav>
                                      </p:tavLst>
                                    </p:anim>
                                    <p:animEffect transition="in" filter="fade">
                                      <p:cBhvr>
                                        <p:cTn id="59" dur="1000"/>
                                        <p:tgtEl>
                                          <p:spTgt spid="25"/>
                                        </p:tgtEl>
                                      </p:cBhvr>
                                    </p:animEffect>
                                  </p:childTnLst>
                                </p:cTn>
                              </p:par>
                              <p:par>
                                <p:cTn id="60" presetID="53" presetClass="entr" presetSubtype="16" fill="hold" nodeType="withEffect">
                                  <p:stCondLst>
                                    <p:cond delay="1750"/>
                                  </p:stCondLst>
                                  <p:childTnLst>
                                    <p:set>
                                      <p:cBhvr>
                                        <p:cTn id="61" dur="1" fill="hold">
                                          <p:stCondLst>
                                            <p:cond delay="0"/>
                                          </p:stCondLst>
                                        </p:cTn>
                                        <p:tgtEl>
                                          <p:spTgt spid="6"/>
                                        </p:tgtEl>
                                        <p:attrNameLst>
                                          <p:attrName>style.visibility</p:attrName>
                                        </p:attrNameLst>
                                      </p:cBhvr>
                                      <p:to>
                                        <p:strVal val="visible"/>
                                      </p:to>
                                    </p:set>
                                    <p:anim calcmode="lin" valueType="num">
                                      <p:cBhvr>
                                        <p:cTn id="62" dur="500" fill="hold"/>
                                        <p:tgtEl>
                                          <p:spTgt spid="6"/>
                                        </p:tgtEl>
                                        <p:attrNameLst>
                                          <p:attrName>ppt_w</p:attrName>
                                        </p:attrNameLst>
                                      </p:cBhvr>
                                      <p:tavLst>
                                        <p:tav tm="0">
                                          <p:val>
                                            <p:fltVal val="0"/>
                                          </p:val>
                                        </p:tav>
                                        <p:tav tm="100000">
                                          <p:val>
                                            <p:strVal val="#ppt_w"/>
                                          </p:val>
                                        </p:tav>
                                      </p:tavLst>
                                    </p:anim>
                                    <p:anim calcmode="lin" valueType="num">
                                      <p:cBhvr>
                                        <p:cTn id="63" dur="500" fill="hold"/>
                                        <p:tgtEl>
                                          <p:spTgt spid="6"/>
                                        </p:tgtEl>
                                        <p:attrNameLst>
                                          <p:attrName>ppt_h</p:attrName>
                                        </p:attrNameLst>
                                      </p:cBhvr>
                                      <p:tavLst>
                                        <p:tav tm="0">
                                          <p:val>
                                            <p:fltVal val="0"/>
                                          </p:val>
                                        </p:tav>
                                        <p:tav tm="100000">
                                          <p:val>
                                            <p:strVal val="#ppt_h"/>
                                          </p:val>
                                        </p:tav>
                                      </p:tavLst>
                                    </p:anim>
                                    <p:animEffect transition="in" filter="fade">
                                      <p:cBhvr>
                                        <p:cTn id="64" dur="500"/>
                                        <p:tgtEl>
                                          <p:spTgt spid="6"/>
                                        </p:tgtEl>
                                      </p:cBhvr>
                                    </p:animEffect>
                                  </p:childTnLst>
                                </p:cTn>
                              </p:par>
                              <p:par>
                                <p:cTn id="65" presetID="42" presetClass="path" presetSubtype="0" accel="50000" decel="50000" fill="hold" nodeType="withEffect">
                                  <p:stCondLst>
                                    <p:cond delay="1750"/>
                                  </p:stCondLst>
                                  <p:childTnLst>
                                    <p:animMotion origin="layout" path="M -0.00834 -0.05579 L 2.70833E-6 1.48148E-6 " pathEditMode="relative" rAng="0" ptsTypes="AA">
                                      <p:cBhvr>
                                        <p:cTn id="66" dur="1000" fill="hold"/>
                                        <p:tgtEl>
                                          <p:spTgt spid="6"/>
                                        </p:tgtEl>
                                        <p:attrNameLst>
                                          <p:attrName>ppt_x</p:attrName>
                                          <p:attrName>ppt_y</p:attrName>
                                        </p:attrNameLst>
                                      </p:cBhvr>
                                      <p:rCtr x="417" y="2778"/>
                                    </p:animMotion>
                                  </p:childTnLst>
                                </p:cTn>
                              </p:par>
                              <p:par>
                                <p:cTn id="67" presetID="53" presetClass="entr" presetSubtype="16" fill="hold" nodeType="withEffect">
                                  <p:stCondLst>
                                    <p:cond delay="1500"/>
                                  </p:stCondLst>
                                  <p:childTnLst>
                                    <p:set>
                                      <p:cBhvr>
                                        <p:cTn id="68" dur="1" fill="hold">
                                          <p:stCondLst>
                                            <p:cond delay="0"/>
                                          </p:stCondLst>
                                        </p:cTn>
                                        <p:tgtEl>
                                          <p:spTgt spid="10"/>
                                        </p:tgtEl>
                                        <p:attrNameLst>
                                          <p:attrName>style.visibility</p:attrName>
                                        </p:attrNameLst>
                                      </p:cBhvr>
                                      <p:to>
                                        <p:strVal val="visible"/>
                                      </p:to>
                                    </p:set>
                                    <p:anim calcmode="lin" valueType="num">
                                      <p:cBhvr>
                                        <p:cTn id="69" dur="500" fill="hold"/>
                                        <p:tgtEl>
                                          <p:spTgt spid="10"/>
                                        </p:tgtEl>
                                        <p:attrNameLst>
                                          <p:attrName>ppt_w</p:attrName>
                                        </p:attrNameLst>
                                      </p:cBhvr>
                                      <p:tavLst>
                                        <p:tav tm="0">
                                          <p:val>
                                            <p:fltVal val="0"/>
                                          </p:val>
                                        </p:tav>
                                        <p:tav tm="100000">
                                          <p:val>
                                            <p:strVal val="#ppt_w"/>
                                          </p:val>
                                        </p:tav>
                                      </p:tavLst>
                                    </p:anim>
                                    <p:anim calcmode="lin" valueType="num">
                                      <p:cBhvr>
                                        <p:cTn id="70" dur="500" fill="hold"/>
                                        <p:tgtEl>
                                          <p:spTgt spid="10"/>
                                        </p:tgtEl>
                                        <p:attrNameLst>
                                          <p:attrName>ppt_h</p:attrName>
                                        </p:attrNameLst>
                                      </p:cBhvr>
                                      <p:tavLst>
                                        <p:tav tm="0">
                                          <p:val>
                                            <p:fltVal val="0"/>
                                          </p:val>
                                        </p:tav>
                                        <p:tav tm="100000">
                                          <p:val>
                                            <p:strVal val="#ppt_h"/>
                                          </p:val>
                                        </p:tav>
                                      </p:tavLst>
                                    </p:anim>
                                    <p:animEffect transition="in" filter="fade">
                                      <p:cBhvr>
                                        <p:cTn id="71" dur="500"/>
                                        <p:tgtEl>
                                          <p:spTgt spid="10"/>
                                        </p:tgtEl>
                                      </p:cBhvr>
                                    </p:animEffect>
                                  </p:childTnLst>
                                </p:cTn>
                              </p:par>
                              <p:par>
                                <p:cTn id="72" presetID="42" presetClass="path" presetSubtype="0" accel="50000" decel="50000" fill="hold" nodeType="withEffect">
                                  <p:stCondLst>
                                    <p:cond delay="1500"/>
                                  </p:stCondLst>
                                  <p:childTnLst>
                                    <p:animMotion origin="layout" path="M -0.00833 -0.05579 L 1.04167E-6 5.55112E-17 " pathEditMode="relative" rAng="0" ptsTypes="AA">
                                      <p:cBhvr>
                                        <p:cTn id="73" dur="1000" fill="hold"/>
                                        <p:tgtEl>
                                          <p:spTgt spid="10"/>
                                        </p:tgtEl>
                                        <p:attrNameLst>
                                          <p:attrName>ppt_x</p:attrName>
                                          <p:attrName>ppt_y</p:attrName>
                                        </p:attrNameLst>
                                      </p:cBhvr>
                                      <p:rCtr x="417" y="2778"/>
                                    </p:animMotion>
                                  </p:childTnLst>
                                </p:cTn>
                              </p:par>
                              <p:par>
                                <p:cTn id="74" presetID="53" presetClass="entr" presetSubtype="16" fill="hold" nodeType="withEffect">
                                  <p:stCondLst>
                                    <p:cond delay="1250"/>
                                  </p:stCondLst>
                                  <p:childTnLst>
                                    <p:set>
                                      <p:cBhvr>
                                        <p:cTn id="75" dur="1" fill="hold">
                                          <p:stCondLst>
                                            <p:cond delay="0"/>
                                          </p:stCondLst>
                                        </p:cTn>
                                        <p:tgtEl>
                                          <p:spTgt spid="31"/>
                                        </p:tgtEl>
                                        <p:attrNameLst>
                                          <p:attrName>style.visibility</p:attrName>
                                        </p:attrNameLst>
                                      </p:cBhvr>
                                      <p:to>
                                        <p:strVal val="visible"/>
                                      </p:to>
                                    </p:set>
                                    <p:anim calcmode="lin" valueType="num">
                                      <p:cBhvr>
                                        <p:cTn id="76" dur="500" fill="hold"/>
                                        <p:tgtEl>
                                          <p:spTgt spid="31"/>
                                        </p:tgtEl>
                                        <p:attrNameLst>
                                          <p:attrName>ppt_w</p:attrName>
                                        </p:attrNameLst>
                                      </p:cBhvr>
                                      <p:tavLst>
                                        <p:tav tm="0">
                                          <p:val>
                                            <p:fltVal val="0"/>
                                          </p:val>
                                        </p:tav>
                                        <p:tav tm="100000">
                                          <p:val>
                                            <p:strVal val="#ppt_w"/>
                                          </p:val>
                                        </p:tav>
                                      </p:tavLst>
                                    </p:anim>
                                    <p:anim calcmode="lin" valueType="num">
                                      <p:cBhvr>
                                        <p:cTn id="77" dur="500" fill="hold"/>
                                        <p:tgtEl>
                                          <p:spTgt spid="31"/>
                                        </p:tgtEl>
                                        <p:attrNameLst>
                                          <p:attrName>ppt_h</p:attrName>
                                        </p:attrNameLst>
                                      </p:cBhvr>
                                      <p:tavLst>
                                        <p:tav tm="0">
                                          <p:val>
                                            <p:fltVal val="0"/>
                                          </p:val>
                                        </p:tav>
                                        <p:tav tm="100000">
                                          <p:val>
                                            <p:strVal val="#ppt_h"/>
                                          </p:val>
                                        </p:tav>
                                      </p:tavLst>
                                    </p:anim>
                                    <p:animEffect transition="in" filter="fade">
                                      <p:cBhvr>
                                        <p:cTn id="78" dur="500"/>
                                        <p:tgtEl>
                                          <p:spTgt spid="31"/>
                                        </p:tgtEl>
                                      </p:cBhvr>
                                    </p:animEffect>
                                  </p:childTnLst>
                                </p:cTn>
                              </p:par>
                              <p:par>
                                <p:cTn id="79" presetID="42" presetClass="path" presetSubtype="0" accel="50000" decel="50000" fill="hold" nodeType="withEffect">
                                  <p:stCondLst>
                                    <p:cond delay="1250"/>
                                  </p:stCondLst>
                                  <p:childTnLst>
                                    <p:animMotion origin="layout" path="M -0.00833 -0.05578 L 4.16667E-7 -4.44444E-6 " pathEditMode="relative" rAng="0" ptsTypes="AA">
                                      <p:cBhvr>
                                        <p:cTn id="80" dur="1000" fill="hold"/>
                                        <p:tgtEl>
                                          <p:spTgt spid="31"/>
                                        </p:tgtEl>
                                        <p:attrNameLst>
                                          <p:attrName>ppt_x</p:attrName>
                                          <p:attrName>ppt_y</p:attrName>
                                        </p:attrNameLst>
                                      </p:cBhvr>
                                      <p:rCtr x="417" y="2778"/>
                                    </p:animMotion>
                                  </p:childTnLst>
                                </p:cTn>
                              </p:par>
                              <p:par>
                                <p:cTn id="81" presetID="53" presetClass="entr" presetSubtype="16" fill="hold" nodeType="withEffect">
                                  <p:stCondLst>
                                    <p:cond delay="1000"/>
                                  </p:stCondLst>
                                  <p:childTnLst>
                                    <p:set>
                                      <p:cBhvr>
                                        <p:cTn id="82" dur="1" fill="hold">
                                          <p:stCondLst>
                                            <p:cond delay="0"/>
                                          </p:stCondLst>
                                        </p:cTn>
                                        <p:tgtEl>
                                          <p:spTgt spid="40"/>
                                        </p:tgtEl>
                                        <p:attrNameLst>
                                          <p:attrName>style.visibility</p:attrName>
                                        </p:attrNameLst>
                                      </p:cBhvr>
                                      <p:to>
                                        <p:strVal val="visible"/>
                                      </p:to>
                                    </p:set>
                                    <p:anim calcmode="lin" valueType="num">
                                      <p:cBhvr>
                                        <p:cTn id="83" dur="500" fill="hold"/>
                                        <p:tgtEl>
                                          <p:spTgt spid="40"/>
                                        </p:tgtEl>
                                        <p:attrNameLst>
                                          <p:attrName>ppt_w</p:attrName>
                                        </p:attrNameLst>
                                      </p:cBhvr>
                                      <p:tavLst>
                                        <p:tav tm="0">
                                          <p:val>
                                            <p:fltVal val="0"/>
                                          </p:val>
                                        </p:tav>
                                        <p:tav tm="100000">
                                          <p:val>
                                            <p:strVal val="#ppt_w"/>
                                          </p:val>
                                        </p:tav>
                                      </p:tavLst>
                                    </p:anim>
                                    <p:anim calcmode="lin" valueType="num">
                                      <p:cBhvr>
                                        <p:cTn id="84" dur="500" fill="hold"/>
                                        <p:tgtEl>
                                          <p:spTgt spid="40"/>
                                        </p:tgtEl>
                                        <p:attrNameLst>
                                          <p:attrName>ppt_h</p:attrName>
                                        </p:attrNameLst>
                                      </p:cBhvr>
                                      <p:tavLst>
                                        <p:tav tm="0">
                                          <p:val>
                                            <p:fltVal val="0"/>
                                          </p:val>
                                        </p:tav>
                                        <p:tav tm="100000">
                                          <p:val>
                                            <p:strVal val="#ppt_h"/>
                                          </p:val>
                                        </p:tav>
                                      </p:tavLst>
                                    </p:anim>
                                    <p:animEffect transition="in" filter="fade">
                                      <p:cBhvr>
                                        <p:cTn id="85" dur="500"/>
                                        <p:tgtEl>
                                          <p:spTgt spid="40"/>
                                        </p:tgtEl>
                                      </p:cBhvr>
                                    </p:animEffect>
                                  </p:childTnLst>
                                </p:cTn>
                              </p:par>
                              <p:par>
                                <p:cTn id="86" presetID="42" presetClass="path" presetSubtype="0" accel="50000" decel="50000" fill="hold" nodeType="withEffect">
                                  <p:stCondLst>
                                    <p:cond delay="1000"/>
                                  </p:stCondLst>
                                  <p:childTnLst>
                                    <p:animMotion origin="layout" path="M -0.00833 -0.05579 L 6.25E-7 1.48148E-6 " pathEditMode="relative" rAng="0" ptsTypes="AA">
                                      <p:cBhvr>
                                        <p:cTn id="87" dur="1000" fill="hold"/>
                                        <p:tgtEl>
                                          <p:spTgt spid="40"/>
                                        </p:tgtEl>
                                        <p:attrNameLst>
                                          <p:attrName>ppt_x</p:attrName>
                                          <p:attrName>ppt_y</p:attrName>
                                        </p:attrNameLst>
                                      </p:cBhvr>
                                      <p:rCtr x="417" y="27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3" grpId="0"/>
      <p:bldP spid="34" grpId="0"/>
      <p:bldP spid="35"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51"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52"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56" name="矩形 5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601192" y="584129"/>
            <a:ext cx="1087226" cy="768350"/>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1200" cap="none" spc="0" normalizeH="0" baseline="0" noProof="0" dirty="0">
              <a:ln>
                <a:noFill/>
              </a:ln>
              <a:solidFill>
                <a:srgbClr val="A0DAE4"/>
              </a:solidFill>
              <a:effectLst>
                <a:outerShdw blurRad="38100" dist="38100" dir="2700000" algn="tl">
                  <a:srgbClr val="000000">
                    <a:alpha val="43137"/>
                  </a:srgbClr>
                </a:outerShdw>
              </a:effectLst>
              <a:uLnTx/>
              <a:uFillTx/>
              <a:latin typeface="方正兰亭中黑_GBK" panose="02000000000000000000" pitchFamily="2" charset="-122"/>
              <a:ea typeface="方正兰亭中黑_GBK" panose="02000000000000000000" pitchFamily="2" charset="-122"/>
              <a:cs typeface="Open Sans" panose="020B0606030504020204" pitchFamily="34" charset="0"/>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088515" y="509905"/>
            <a:ext cx="6977380"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信息安全学科的发展历程</a:t>
            </a:r>
          </a:p>
        </p:txBody>
      </p:sp>
      <p:grpSp>
        <p:nvGrpSpPr>
          <p:cNvPr id="3" name="组合 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
            </p:custDataLst>
          </p:nvPr>
        </p:nvGrpSpPr>
        <p:grpSpPr>
          <a:xfrm>
            <a:off x="1055076" y="3159311"/>
            <a:ext cx="2581644" cy="773020"/>
            <a:chOff x="1055076" y="3159311"/>
            <a:chExt cx="2581644" cy="773020"/>
          </a:xfrm>
        </p:grpSpPr>
        <p:sp>
          <p:nvSpPr>
            <p:cNvPr id="6" name="Freeform 5"/>
            <p:cNvSpPr>
              <a:spLocks noEditPoints="1"/>
            </p:cNvSpPr>
            <p:nvPr>
              <p:custDataLst>
                <p:tags r:id="rId42"/>
              </p:custDataLst>
            </p:nvPr>
          </p:nvSpPr>
          <p:spPr bwMode="auto">
            <a:xfrm>
              <a:off x="2148743" y="3446161"/>
              <a:ext cx="389110" cy="118293"/>
            </a:xfrm>
            <a:custGeom>
              <a:avLst/>
              <a:gdLst>
                <a:gd name="T0" fmla="*/ 191 w 380"/>
                <a:gd name="T1" fmla="*/ 110 h 115"/>
                <a:gd name="T2" fmla="*/ 78 w 380"/>
                <a:gd name="T3" fmla="*/ 94 h 115"/>
                <a:gd name="T4" fmla="*/ 78 w 380"/>
                <a:gd name="T5" fmla="*/ 19 h 115"/>
                <a:gd name="T6" fmla="*/ 188 w 380"/>
                <a:gd name="T7" fmla="*/ 4 h 115"/>
                <a:gd name="T8" fmla="*/ 299 w 380"/>
                <a:gd name="T9" fmla="*/ 19 h 115"/>
                <a:gd name="T10" fmla="*/ 303 w 380"/>
                <a:gd name="T11" fmla="*/ 94 h 115"/>
                <a:gd name="T12" fmla="*/ 191 w 380"/>
                <a:gd name="T13" fmla="*/ 110 h 115"/>
                <a:gd name="T14" fmla="*/ 188 w 380"/>
                <a:gd name="T15" fmla="*/ 0 h 115"/>
                <a:gd name="T16" fmla="*/ 68 w 380"/>
                <a:gd name="T17" fmla="*/ 16 h 115"/>
                <a:gd name="T18" fmla="*/ 68 w 380"/>
                <a:gd name="T19" fmla="*/ 98 h 115"/>
                <a:gd name="T20" fmla="*/ 191 w 380"/>
                <a:gd name="T21" fmla="*/ 115 h 115"/>
                <a:gd name="T22" fmla="*/ 314 w 380"/>
                <a:gd name="T23" fmla="*/ 98 h 115"/>
                <a:gd name="T24" fmla="*/ 308 w 380"/>
                <a:gd name="T25" fmla="*/ 16 h 115"/>
                <a:gd name="T26" fmla="*/ 188 w 380"/>
                <a:gd name="T2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0" h="115">
                  <a:moveTo>
                    <a:pt x="191" y="110"/>
                  </a:moveTo>
                  <a:cubicBezTo>
                    <a:pt x="150" y="110"/>
                    <a:pt x="109" y="105"/>
                    <a:pt x="78" y="94"/>
                  </a:cubicBezTo>
                  <a:cubicBezTo>
                    <a:pt x="16" y="73"/>
                    <a:pt x="17" y="40"/>
                    <a:pt x="78" y="19"/>
                  </a:cubicBezTo>
                  <a:cubicBezTo>
                    <a:pt x="108" y="9"/>
                    <a:pt x="148" y="4"/>
                    <a:pt x="188" y="4"/>
                  </a:cubicBezTo>
                  <a:cubicBezTo>
                    <a:pt x="228" y="4"/>
                    <a:pt x="268" y="9"/>
                    <a:pt x="299" y="19"/>
                  </a:cubicBezTo>
                  <a:cubicBezTo>
                    <a:pt x="361" y="40"/>
                    <a:pt x="364" y="73"/>
                    <a:pt x="303" y="94"/>
                  </a:cubicBezTo>
                  <a:cubicBezTo>
                    <a:pt x="273" y="105"/>
                    <a:pt x="232" y="110"/>
                    <a:pt x="191" y="110"/>
                  </a:cubicBezTo>
                  <a:moveTo>
                    <a:pt x="188" y="0"/>
                  </a:moveTo>
                  <a:cubicBezTo>
                    <a:pt x="144" y="0"/>
                    <a:pt x="101" y="5"/>
                    <a:pt x="68" y="16"/>
                  </a:cubicBezTo>
                  <a:cubicBezTo>
                    <a:pt x="1" y="38"/>
                    <a:pt x="0" y="75"/>
                    <a:pt x="68" y="98"/>
                  </a:cubicBezTo>
                  <a:cubicBezTo>
                    <a:pt x="102" y="109"/>
                    <a:pt x="147" y="115"/>
                    <a:pt x="191" y="115"/>
                  </a:cubicBezTo>
                  <a:cubicBezTo>
                    <a:pt x="236" y="115"/>
                    <a:pt x="280" y="109"/>
                    <a:pt x="314" y="98"/>
                  </a:cubicBezTo>
                  <a:cubicBezTo>
                    <a:pt x="380" y="75"/>
                    <a:pt x="377" y="38"/>
                    <a:pt x="308" y="16"/>
                  </a:cubicBezTo>
                  <a:cubicBezTo>
                    <a:pt x="275" y="5"/>
                    <a:pt x="231" y="0"/>
                    <a:pt x="188"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 name="Freeform 6"/>
            <p:cNvSpPr>
              <a:spLocks noEditPoints="1"/>
            </p:cNvSpPr>
            <p:nvPr>
              <p:custDataLst>
                <p:tags r:id="rId43"/>
              </p:custDataLst>
            </p:nvPr>
          </p:nvSpPr>
          <p:spPr bwMode="auto">
            <a:xfrm>
              <a:off x="1971087" y="3395030"/>
              <a:ext cx="745288" cy="225753"/>
            </a:xfrm>
            <a:custGeom>
              <a:avLst/>
              <a:gdLst>
                <a:gd name="T0" fmla="*/ 366 w 727"/>
                <a:gd name="T1" fmla="*/ 215 h 220"/>
                <a:gd name="T2" fmla="*/ 138 w 727"/>
                <a:gd name="T3" fmla="*/ 183 h 220"/>
                <a:gd name="T4" fmla="*/ 143 w 727"/>
                <a:gd name="T5" fmla="*/ 33 h 220"/>
                <a:gd name="T6" fmla="*/ 359 w 727"/>
                <a:gd name="T7" fmla="*/ 4 h 220"/>
                <a:gd name="T8" fmla="*/ 578 w 727"/>
                <a:gd name="T9" fmla="*/ 33 h 220"/>
                <a:gd name="T10" fmla="*/ 592 w 727"/>
                <a:gd name="T11" fmla="*/ 183 h 220"/>
                <a:gd name="T12" fmla="*/ 366 w 727"/>
                <a:gd name="T13" fmla="*/ 215 h 220"/>
                <a:gd name="T14" fmla="*/ 359 w 727"/>
                <a:gd name="T15" fmla="*/ 0 h 220"/>
                <a:gd name="T16" fmla="*/ 133 w 727"/>
                <a:gd name="T17" fmla="*/ 30 h 220"/>
                <a:gd name="T18" fmla="*/ 127 w 727"/>
                <a:gd name="T19" fmla="*/ 186 h 220"/>
                <a:gd name="T20" fmla="*/ 366 w 727"/>
                <a:gd name="T21" fmla="*/ 220 h 220"/>
                <a:gd name="T22" fmla="*/ 602 w 727"/>
                <a:gd name="T23" fmla="*/ 186 h 220"/>
                <a:gd name="T24" fmla="*/ 587 w 727"/>
                <a:gd name="T25" fmla="*/ 30 h 220"/>
                <a:gd name="T26" fmla="*/ 359 w 727"/>
                <a:gd name="T27"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7" h="220">
                  <a:moveTo>
                    <a:pt x="366" y="215"/>
                  </a:moveTo>
                  <a:cubicBezTo>
                    <a:pt x="283" y="215"/>
                    <a:pt x="200" y="204"/>
                    <a:pt x="138" y="183"/>
                  </a:cubicBezTo>
                  <a:cubicBezTo>
                    <a:pt x="16" y="140"/>
                    <a:pt x="20" y="73"/>
                    <a:pt x="143" y="33"/>
                  </a:cubicBezTo>
                  <a:cubicBezTo>
                    <a:pt x="203" y="14"/>
                    <a:pt x="281" y="4"/>
                    <a:pt x="359" y="4"/>
                  </a:cubicBezTo>
                  <a:cubicBezTo>
                    <a:pt x="438" y="4"/>
                    <a:pt x="517" y="14"/>
                    <a:pt x="578" y="33"/>
                  </a:cubicBezTo>
                  <a:cubicBezTo>
                    <a:pt x="703" y="73"/>
                    <a:pt x="711" y="140"/>
                    <a:pt x="592" y="183"/>
                  </a:cubicBezTo>
                  <a:cubicBezTo>
                    <a:pt x="530" y="204"/>
                    <a:pt x="448" y="215"/>
                    <a:pt x="366" y="215"/>
                  </a:cubicBezTo>
                  <a:moveTo>
                    <a:pt x="359" y="0"/>
                  </a:moveTo>
                  <a:cubicBezTo>
                    <a:pt x="277" y="0"/>
                    <a:pt x="196" y="10"/>
                    <a:pt x="133" y="30"/>
                  </a:cubicBezTo>
                  <a:cubicBezTo>
                    <a:pt x="5" y="72"/>
                    <a:pt x="0" y="142"/>
                    <a:pt x="127" y="186"/>
                  </a:cubicBezTo>
                  <a:cubicBezTo>
                    <a:pt x="193" y="209"/>
                    <a:pt x="279" y="220"/>
                    <a:pt x="366" y="220"/>
                  </a:cubicBezTo>
                  <a:cubicBezTo>
                    <a:pt x="452" y="220"/>
                    <a:pt x="538" y="209"/>
                    <a:pt x="602" y="186"/>
                  </a:cubicBezTo>
                  <a:cubicBezTo>
                    <a:pt x="727" y="142"/>
                    <a:pt x="718" y="72"/>
                    <a:pt x="587" y="30"/>
                  </a:cubicBezTo>
                  <a:cubicBezTo>
                    <a:pt x="524" y="10"/>
                    <a:pt x="441" y="0"/>
                    <a:pt x="35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Freeform 7"/>
            <p:cNvSpPr>
              <a:spLocks noEditPoints="1"/>
            </p:cNvSpPr>
            <p:nvPr>
              <p:custDataLst>
                <p:tags r:id="rId44"/>
              </p:custDataLst>
            </p:nvPr>
          </p:nvSpPr>
          <p:spPr bwMode="auto">
            <a:xfrm>
              <a:off x="1791698" y="3344767"/>
              <a:ext cx="1104933" cy="334513"/>
            </a:xfrm>
            <a:custGeom>
              <a:avLst/>
              <a:gdLst>
                <a:gd name="T0" fmla="*/ 542 w 1078"/>
                <a:gd name="T1" fmla="*/ 321 h 326"/>
                <a:gd name="T2" fmla="*/ 197 w 1078"/>
                <a:gd name="T3" fmla="*/ 271 h 326"/>
                <a:gd name="T4" fmla="*/ 212 w 1078"/>
                <a:gd name="T5" fmla="*/ 47 h 326"/>
                <a:gd name="T6" fmla="*/ 533 w 1078"/>
                <a:gd name="T7" fmla="*/ 5 h 326"/>
                <a:gd name="T8" fmla="*/ 857 w 1078"/>
                <a:gd name="T9" fmla="*/ 47 h 326"/>
                <a:gd name="T10" fmla="*/ 884 w 1078"/>
                <a:gd name="T11" fmla="*/ 271 h 326"/>
                <a:gd name="T12" fmla="*/ 542 w 1078"/>
                <a:gd name="T13" fmla="*/ 321 h 326"/>
                <a:gd name="T14" fmla="*/ 533 w 1078"/>
                <a:gd name="T15" fmla="*/ 0 h 326"/>
                <a:gd name="T16" fmla="*/ 202 w 1078"/>
                <a:gd name="T17" fmla="*/ 44 h 326"/>
                <a:gd name="T18" fmla="*/ 187 w 1078"/>
                <a:gd name="T19" fmla="*/ 274 h 326"/>
                <a:gd name="T20" fmla="*/ 542 w 1078"/>
                <a:gd name="T21" fmla="*/ 326 h 326"/>
                <a:gd name="T22" fmla="*/ 895 w 1078"/>
                <a:gd name="T23" fmla="*/ 274 h 326"/>
                <a:gd name="T24" fmla="*/ 866 w 1078"/>
                <a:gd name="T25" fmla="*/ 44 h 326"/>
                <a:gd name="T26" fmla="*/ 533 w 1078"/>
                <a:gd name="T2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8" h="326">
                  <a:moveTo>
                    <a:pt x="542" y="321"/>
                  </a:moveTo>
                  <a:cubicBezTo>
                    <a:pt x="417" y="321"/>
                    <a:pt x="292" y="304"/>
                    <a:pt x="197" y="271"/>
                  </a:cubicBezTo>
                  <a:cubicBezTo>
                    <a:pt x="15" y="206"/>
                    <a:pt x="27" y="106"/>
                    <a:pt x="212" y="47"/>
                  </a:cubicBezTo>
                  <a:cubicBezTo>
                    <a:pt x="301" y="19"/>
                    <a:pt x="417" y="5"/>
                    <a:pt x="533" y="5"/>
                  </a:cubicBezTo>
                  <a:cubicBezTo>
                    <a:pt x="649" y="5"/>
                    <a:pt x="766" y="19"/>
                    <a:pt x="857" y="47"/>
                  </a:cubicBezTo>
                  <a:cubicBezTo>
                    <a:pt x="1045" y="106"/>
                    <a:pt x="1062" y="206"/>
                    <a:pt x="884" y="271"/>
                  </a:cubicBezTo>
                  <a:cubicBezTo>
                    <a:pt x="792" y="304"/>
                    <a:pt x="667" y="321"/>
                    <a:pt x="542" y="321"/>
                  </a:cubicBezTo>
                  <a:moveTo>
                    <a:pt x="533" y="0"/>
                  </a:moveTo>
                  <a:cubicBezTo>
                    <a:pt x="413" y="0"/>
                    <a:pt x="294" y="15"/>
                    <a:pt x="202" y="44"/>
                  </a:cubicBezTo>
                  <a:cubicBezTo>
                    <a:pt x="12" y="105"/>
                    <a:pt x="0" y="208"/>
                    <a:pt x="187" y="274"/>
                  </a:cubicBezTo>
                  <a:cubicBezTo>
                    <a:pt x="284" y="309"/>
                    <a:pt x="413" y="326"/>
                    <a:pt x="542" y="326"/>
                  </a:cubicBezTo>
                  <a:cubicBezTo>
                    <a:pt x="671" y="326"/>
                    <a:pt x="800" y="309"/>
                    <a:pt x="895" y="274"/>
                  </a:cubicBezTo>
                  <a:cubicBezTo>
                    <a:pt x="1078" y="208"/>
                    <a:pt x="1060" y="105"/>
                    <a:pt x="866" y="44"/>
                  </a:cubicBezTo>
                  <a:cubicBezTo>
                    <a:pt x="773" y="15"/>
                    <a:pt x="653" y="0"/>
                    <a:pt x="533"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Freeform 8"/>
            <p:cNvSpPr>
              <a:spLocks noEditPoints="1"/>
            </p:cNvSpPr>
            <p:nvPr>
              <p:custDataLst>
                <p:tags r:id="rId45"/>
              </p:custDataLst>
            </p:nvPr>
          </p:nvSpPr>
          <p:spPr bwMode="auto">
            <a:xfrm>
              <a:off x="1610576" y="3296670"/>
              <a:ext cx="1468478" cy="442840"/>
            </a:xfrm>
            <a:custGeom>
              <a:avLst/>
              <a:gdLst>
                <a:gd name="T0" fmla="*/ 721 w 1433"/>
                <a:gd name="T1" fmla="*/ 426 h 432"/>
                <a:gd name="T2" fmla="*/ 256 w 1433"/>
                <a:gd name="T3" fmla="*/ 358 h 432"/>
                <a:gd name="T4" fmla="*/ 285 w 1433"/>
                <a:gd name="T5" fmla="*/ 60 h 432"/>
                <a:gd name="T6" fmla="*/ 709 w 1433"/>
                <a:gd name="T7" fmla="*/ 4 h 432"/>
                <a:gd name="T8" fmla="*/ 1136 w 1433"/>
                <a:gd name="T9" fmla="*/ 60 h 432"/>
                <a:gd name="T10" fmla="*/ 1181 w 1433"/>
                <a:gd name="T11" fmla="*/ 358 h 432"/>
                <a:gd name="T12" fmla="*/ 721 w 1433"/>
                <a:gd name="T13" fmla="*/ 426 h 432"/>
                <a:gd name="T14" fmla="*/ 709 w 1433"/>
                <a:gd name="T15" fmla="*/ 0 h 432"/>
                <a:gd name="T16" fmla="*/ 276 w 1433"/>
                <a:gd name="T17" fmla="*/ 57 h 432"/>
                <a:gd name="T18" fmla="*/ 246 w 1433"/>
                <a:gd name="T19" fmla="*/ 361 h 432"/>
                <a:gd name="T20" fmla="*/ 721 w 1433"/>
                <a:gd name="T21" fmla="*/ 432 h 432"/>
                <a:gd name="T22" fmla="*/ 1193 w 1433"/>
                <a:gd name="T23" fmla="*/ 361 h 432"/>
                <a:gd name="T24" fmla="*/ 1145 w 1433"/>
                <a:gd name="T25" fmla="*/ 57 h 432"/>
                <a:gd name="T26" fmla="*/ 709 w 1433"/>
                <a:gd name="T27"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3" h="432">
                  <a:moveTo>
                    <a:pt x="721" y="426"/>
                  </a:moveTo>
                  <a:cubicBezTo>
                    <a:pt x="552" y="426"/>
                    <a:pt x="383" y="404"/>
                    <a:pt x="256" y="358"/>
                  </a:cubicBezTo>
                  <a:cubicBezTo>
                    <a:pt x="16" y="270"/>
                    <a:pt x="38" y="137"/>
                    <a:pt x="285" y="60"/>
                  </a:cubicBezTo>
                  <a:cubicBezTo>
                    <a:pt x="403" y="23"/>
                    <a:pt x="556" y="4"/>
                    <a:pt x="709" y="4"/>
                  </a:cubicBezTo>
                  <a:cubicBezTo>
                    <a:pt x="862" y="4"/>
                    <a:pt x="1015" y="23"/>
                    <a:pt x="1136" y="60"/>
                  </a:cubicBezTo>
                  <a:cubicBezTo>
                    <a:pt x="1388" y="137"/>
                    <a:pt x="1417" y="270"/>
                    <a:pt x="1181" y="358"/>
                  </a:cubicBezTo>
                  <a:cubicBezTo>
                    <a:pt x="1058" y="404"/>
                    <a:pt x="890" y="426"/>
                    <a:pt x="721" y="426"/>
                  </a:cubicBezTo>
                  <a:moveTo>
                    <a:pt x="709" y="0"/>
                  </a:moveTo>
                  <a:cubicBezTo>
                    <a:pt x="552" y="0"/>
                    <a:pt x="397" y="19"/>
                    <a:pt x="276" y="57"/>
                  </a:cubicBezTo>
                  <a:cubicBezTo>
                    <a:pt x="23" y="136"/>
                    <a:pt x="0" y="272"/>
                    <a:pt x="246" y="361"/>
                  </a:cubicBezTo>
                  <a:cubicBezTo>
                    <a:pt x="375" y="408"/>
                    <a:pt x="548" y="432"/>
                    <a:pt x="721" y="432"/>
                  </a:cubicBezTo>
                  <a:cubicBezTo>
                    <a:pt x="894" y="432"/>
                    <a:pt x="1066" y="408"/>
                    <a:pt x="1193" y="361"/>
                  </a:cubicBezTo>
                  <a:cubicBezTo>
                    <a:pt x="1433" y="272"/>
                    <a:pt x="1402" y="136"/>
                    <a:pt x="1145" y="57"/>
                  </a:cubicBezTo>
                  <a:cubicBezTo>
                    <a:pt x="1022" y="19"/>
                    <a:pt x="865" y="0"/>
                    <a:pt x="70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Freeform 9"/>
            <p:cNvSpPr>
              <a:spLocks noEditPoints="1"/>
            </p:cNvSpPr>
            <p:nvPr>
              <p:custDataLst>
                <p:tags r:id="rId46"/>
              </p:custDataLst>
            </p:nvPr>
          </p:nvSpPr>
          <p:spPr bwMode="auto">
            <a:xfrm>
              <a:off x="1426854" y="3249439"/>
              <a:ext cx="1836789" cy="551600"/>
            </a:xfrm>
            <a:custGeom>
              <a:avLst/>
              <a:gdLst>
                <a:gd name="T0" fmla="*/ 902 w 1792"/>
                <a:gd name="T1" fmla="*/ 533 h 538"/>
                <a:gd name="T2" fmla="*/ 315 w 1792"/>
                <a:gd name="T3" fmla="*/ 445 h 538"/>
                <a:gd name="T4" fmla="*/ 362 w 1792"/>
                <a:gd name="T5" fmla="*/ 72 h 538"/>
                <a:gd name="T6" fmla="*/ 886 w 1792"/>
                <a:gd name="T7" fmla="*/ 4 h 538"/>
                <a:gd name="T8" fmla="*/ 1415 w 1792"/>
                <a:gd name="T9" fmla="*/ 72 h 538"/>
                <a:gd name="T10" fmla="*/ 1483 w 1792"/>
                <a:gd name="T11" fmla="*/ 445 h 538"/>
                <a:gd name="T12" fmla="*/ 902 w 1792"/>
                <a:gd name="T13" fmla="*/ 533 h 538"/>
                <a:gd name="T14" fmla="*/ 886 w 1792"/>
                <a:gd name="T15" fmla="*/ 0 h 538"/>
                <a:gd name="T16" fmla="*/ 353 w 1792"/>
                <a:gd name="T17" fmla="*/ 69 h 538"/>
                <a:gd name="T18" fmla="*/ 304 w 1792"/>
                <a:gd name="T19" fmla="*/ 448 h 538"/>
                <a:gd name="T20" fmla="*/ 902 w 1792"/>
                <a:gd name="T21" fmla="*/ 538 h 538"/>
                <a:gd name="T22" fmla="*/ 1495 w 1792"/>
                <a:gd name="T23" fmla="*/ 448 h 538"/>
                <a:gd name="T24" fmla="*/ 1424 w 1792"/>
                <a:gd name="T25" fmla="*/ 69 h 538"/>
                <a:gd name="T26" fmla="*/ 886 w 1792"/>
                <a:gd name="T27"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2" h="538">
                  <a:moveTo>
                    <a:pt x="902" y="533"/>
                  </a:moveTo>
                  <a:cubicBezTo>
                    <a:pt x="688" y="533"/>
                    <a:pt x="473" y="503"/>
                    <a:pt x="315" y="445"/>
                  </a:cubicBezTo>
                  <a:cubicBezTo>
                    <a:pt x="16" y="334"/>
                    <a:pt x="52" y="167"/>
                    <a:pt x="362" y="72"/>
                  </a:cubicBezTo>
                  <a:cubicBezTo>
                    <a:pt x="509" y="27"/>
                    <a:pt x="697" y="4"/>
                    <a:pt x="886" y="4"/>
                  </a:cubicBezTo>
                  <a:cubicBezTo>
                    <a:pt x="1075" y="4"/>
                    <a:pt x="1265" y="27"/>
                    <a:pt x="1415" y="72"/>
                  </a:cubicBezTo>
                  <a:cubicBezTo>
                    <a:pt x="1731" y="167"/>
                    <a:pt x="1776" y="334"/>
                    <a:pt x="1483" y="445"/>
                  </a:cubicBezTo>
                  <a:cubicBezTo>
                    <a:pt x="1328" y="503"/>
                    <a:pt x="1115" y="533"/>
                    <a:pt x="902" y="533"/>
                  </a:cubicBezTo>
                  <a:moveTo>
                    <a:pt x="886" y="0"/>
                  </a:moveTo>
                  <a:cubicBezTo>
                    <a:pt x="694" y="0"/>
                    <a:pt x="502" y="23"/>
                    <a:pt x="353" y="69"/>
                  </a:cubicBezTo>
                  <a:cubicBezTo>
                    <a:pt x="37" y="166"/>
                    <a:pt x="0" y="335"/>
                    <a:pt x="304" y="448"/>
                  </a:cubicBezTo>
                  <a:cubicBezTo>
                    <a:pt x="465" y="508"/>
                    <a:pt x="684" y="538"/>
                    <a:pt x="902" y="538"/>
                  </a:cubicBezTo>
                  <a:cubicBezTo>
                    <a:pt x="1120" y="538"/>
                    <a:pt x="1337" y="508"/>
                    <a:pt x="1495" y="448"/>
                  </a:cubicBezTo>
                  <a:cubicBezTo>
                    <a:pt x="1792" y="335"/>
                    <a:pt x="1745" y="166"/>
                    <a:pt x="1424" y="69"/>
                  </a:cubicBezTo>
                  <a:cubicBezTo>
                    <a:pt x="1271" y="23"/>
                    <a:pt x="1079" y="0"/>
                    <a:pt x="886"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Freeform 10"/>
            <p:cNvSpPr>
              <a:spLocks noEditPoints="1"/>
            </p:cNvSpPr>
            <p:nvPr>
              <p:custDataLst>
                <p:tags r:id="rId47"/>
              </p:custDataLst>
            </p:nvPr>
          </p:nvSpPr>
          <p:spPr bwMode="auto">
            <a:xfrm>
              <a:off x="1242265" y="3204375"/>
              <a:ext cx="2206833" cy="661226"/>
            </a:xfrm>
            <a:custGeom>
              <a:avLst/>
              <a:gdLst>
                <a:gd name="T0" fmla="*/ 1083 w 2153"/>
                <a:gd name="T1" fmla="*/ 639 h 645"/>
                <a:gd name="T2" fmla="*/ 372 w 2153"/>
                <a:gd name="T3" fmla="*/ 530 h 645"/>
                <a:gd name="T4" fmla="*/ 442 w 2153"/>
                <a:gd name="T5" fmla="*/ 83 h 645"/>
                <a:gd name="T6" fmla="*/ 1065 w 2153"/>
                <a:gd name="T7" fmla="*/ 4 h 645"/>
                <a:gd name="T8" fmla="*/ 1693 w 2153"/>
                <a:gd name="T9" fmla="*/ 83 h 645"/>
                <a:gd name="T10" fmla="*/ 1789 w 2153"/>
                <a:gd name="T11" fmla="*/ 530 h 645"/>
                <a:gd name="T12" fmla="*/ 1083 w 2153"/>
                <a:gd name="T13" fmla="*/ 639 h 645"/>
                <a:gd name="T14" fmla="*/ 1065 w 2153"/>
                <a:gd name="T15" fmla="*/ 0 h 645"/>
                <a:gd name="T16" fmla="*/ 433 w 2153"/>
                <a:gd name="T17" fmla="*/ 80 h 645"/>
                <a:gd name="T18" fmla="*/ 360 w 2153"/>
                <a:gd name="T19" fmla="*/ 534 h 645"/>
                <a:gd name="T20" fmla="*/ 1084 w 2153"/>
                <a:gd name="T21" fmla="*/ 645 h 645"/>
                <a:gd name="T22" fmla="*/ 1801 w 2153"/>
                <a:gd name="T23" fmla="*/ 534 h 645"/>
                <a:gd name="T24" fmla="*/ 1701 w 2153"/>
                <a:gd name="T25" fmla="*/ 80 h 645"/>
                <a:gd name="T26" fmla="*/ 1065 w 2153"/>
                <a:gd name="T27" fmla="*/ 0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53" h="645">
                  <a:moveTo>
                    <a:pt x="1083" y="639"/>
                  </a:moveTo>
                  <a:cubicBezTo>
                    <a:pt x="824" y="639"/>
                    <a:pt x="563" y="603"/>
                    <a:pt x="372" y="530"/>
                  </a:cubicBezTo>
                  <a:cubicBezTo>
                    <a:pt x="16" y="395"/>
                    <a:pt x="68" y="195"/>
                    <a:pt x="442" y="83"/>
                  </a:cubicBezTo>
                  <a:cubicBezTo>
                    <a:pt x="618" y="30"/>
                    <a:pt x="841" y="4"/>
                    <a:pt x="1065" y="4"/>
                  </a:cubicBezTo>
                  <a:cubicBezTo>
                    <a:pt x="1289" y="4"/>
                    <a:pt x="1514" y="30"/>
                    <a:pt x="1693" y="83"/>
                  </a:cubicBezTo>
                  <a:cubicBezTo>
                    <a:pt x="2073" y="195"/>
                    <a:pt x="2137" y="395"/>
                    <a:pt x="1789" y="530"/>
                  </a:cubicBezTo>
                  <a:cubicBezTo>
                    <a:pt x="1602" y="603"/>
                    <a:pt x="1343" y="639"/>
                    <a:pt x="1083" y="639"/>
                  </a:cubicBezTo>
                  <a:moveTo>
                    <a:pt x="1065" y="0"/>
                  </a:moveTo>
                  <a:cubicBezTo>
                    <a:pt x="838" y="0"/>
                    <a:pt x="611" y="26"/>
                    <a:pt x="433" y="80"/>
                  </a:cubicBezTo>
                  <a:cubicBezTo>
                    <a:pt x="53" y="194"/>
                    <a:pt x="0" y="397"/>
                    <a:pt x="360" y="534"/>
                  </a:cubicBezTo>
                  <a:cubicBezTo>
                    <a:pt x="555" y="608"/>
                    <a:pt x="820" y="645"/>
                    <a:pt x="1084" y="645"/>
                  </a:cubicBezTo>
                  <a:cubicBezTo>
                    <a:pt x="1348" y="645"/>
                    <a:pt x="1610" y="608"/>
                    <a:pt x="1801" y="534"/>
                  </a:cubicBezTo>
                  <a:cubicBezTo>
                    <a:pt x="2153" y="397"/>
                    <a:pt x="2088" y="194"/>
                    <a:pt x="1701" y="80"/>
                  </a:cubicBezTo>
                  <a:cubicBezTo>
                    <a:pt x="1521" y="26"/>
                    <a:pt x="1292" y="0"/>
                    <a:pt x="1065"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5" name="Freeform 11"/>
            <p:cNvSpPr>
              <a:spLocks noEditPoints="1"/>
            </p:cNvSpPr>
            <p:nvPr>
              <p:custDataLst>
                <p:tags r:id="rId48"/>
              </p:custDataLst>
            </p:nvPr>
          </p:nvSpPr>
          <p:spPr bwMode="auto">
            <a:xfrm>
              <a:off x="1055076" y="3159311"/>
              <a:ext cx="2581644" cy="773020"/>
            </a:xfrm>
            <a:custGeom>
              <a:avLst/>
              <a:gdLst>
                <a:gd name="T0" fmla="*/ 1268 w 2519"/>
                <a:gd name="T1" fmla="*/ 748 h 754"/>
                <a:gd name="T2" fmla="*/ 429 w 2519"/>
                <a:gd name="T3" fmla="*/ 617 h 754"/>
                <a:gd name="T4" fmla="*/ 527 w 2519"/>
                <a:gd name="T5" fmla="*/ 94 h 754"/>
                <a:gd name="T6" fmla="*/ 1247 w 2519"/>
                <a:gd name="T7" fmla="*/ 4 h 754"/>
                <a:gd name="T8" fmla="*/ 1972 w 2519"/>
                <a:gd name="T9" fmla="*/ 94 h 754"/>
                <a:gd name="T10" fmla="*/ 2101 w 2519"/>
                <a:gd name="T11" fmla="*/ 617 h 754"/>
                <a:gd name="T12" fmla="*/ 1268 w 2519"/>
                <a:gd name="T13" fmla="*/ 748 h 754"/>
                <a:gd name="T14" fmla="*/ 1247 w 2519"/>
                <a:gd name="T15" fmla="*/ 0 h 754"/>
                <a:gd name="T16" fmla="*/ 519 w 2519"/>
                <a:gd name="T17" fmla="*/ 91 h 754"/>
                <a:gd name="T18" fmla="*/ 417 w 2519"/>
                <a:gd name="T19" fmla="*/ 621 h 754"/>
                <a:gd name="T20" fmla="*/ 1269 w 2519"/>
                <a:gd name="T21" fmla="*/ 754 h 754"/>
                <a:gd name="T22" fmla="*/ 2112 w 2519"/>
                <a:gd name="T23" fmla="*/ 621 h 754"/>
                <a:gd name="T24" fmla="*/ 1980 w 2519"/>
                <a:gd name="T25" fmla="*/ 91 h 754"/>
                <a:gd name="T26" fmla="*/ 1247 w 2519"/>
                <a:gd name="T27" fmla="*/ 0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9" h="754">
                  <a:moveTo>
                    <a:pt x="1268" y="748"/>
                  </a:moveTo>
                  <a:cubicBezTo>
                    <a:pt x="961" y="748"/>
                    <a:pt x="653" y="704"/>
                    <a:pt x="429" y="617"/>
                  </a:cubicBezTo>
                  <a:cubicBezTo>
                    <a:pt x="17" y="457"/>
                    <a:pt x="89" y="224"/>
                    <a:pt x="527" y="94"/>
                  </a:cubicBezTo>
                  <a:cubicBezTo>
                    <a:pt x="731" y="34"/>
                    <a:pt x="988" y="4"/>
                    <a:pt x="1247" y="4"/>
                  </a:cubicBezTo>
                  <a:cubicBezTo>
                    <a:pt x="1505" y="4"/>
                    <a:pt x="1765" y="34"/>
                    <a:pt x="1972" y="94"/>
                  </a:cubicBezTo>
                  <a:cubicBezTo>
                    <a:pt x="2417" y="224"/>
                    <a:pt x="2503" y="457"/>
                    <a:pt x="2101" y="617"/>
                  </a:cubicBezTo>
                  <a:cubicBezTo>
                    <a:pt x="1881" y="704"/>
                    <a:pt x="1575" y="748"/>
                    <a:pt x="1268" y="748"/>
                  </a:cubicBezTo>
                  <a:moveTo>
                    <a:pt x="1247" y="0"/>
                  </a:moveTo>
                  <a:cubicBezTo>
                    <a:pt x="985" y="0"/>
                    <a:pt x="724" y="31"/>
                    <a:pt x="519" y="91"/>
                  </a:cubicBezTo>
                  <a:cubicBezTo>
                    <a:pt x="75" y="222"/>
                    <a:pt x="0" y="459"/>
                    <a:pt x="417" y="621"/>
                  </a:cubicBezTo>
                  <a:cubicBezTo>
                    <a:pt x="645" y="710"/>
                    <a:pt x="957" y="754"/>
                    <a:pt x="1269" y="754"/>
                  </a:cubicBezTo>
                  <a:cubicBezTo>
                    <a:pt x="1580" y="754"/>
                    <a:pt x="1890" y="710"/>
                    <a:pt x="2112" y="621"/>
                  </a:cubicBezTo>
                  <a:cubicBezTo>
                    <a:pt x="2519" y="459"/>
                    <a:pt x="2432" y="222"/>
                    <a:pt x="1980" y="91"/>
                  </a:cubicBezTo>
                  <a:cubicBezTo>
                    <a:pt x="1771" y="31"/>
                    <a:pt x="1508" y="0"/>
                    <a:pt x="1247"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0" name="组合 1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2"/>
            </p:custDataLst>
          </p:nvPr>
        </p:nvGrpSpPr>
        <p:grpSpPr>
          <a:xfrm>
            <a:off x="2102379" y="2260633"/>
            <a:ext cx="492237" cy="1279122"/>
            <a:chOff x="2102379" y="2260633"/>
            <a:chExt cx="492237" cy="1279122"/>
          </a:xfrm>
        </p:grpSpPr>
        <p:sp>
          <p:nvSpPr>
            <p:cNvPr id="16" name="Oval 12"/>
            <p:cNvSpPr>
              <a:spLocks noChangeArrowheads="1"/>
            </p:cNvSpPr>
            <p:nvPr>
              <p:custDataLst>
                <p:tags r:id="rId40"/>
              </p:custDataLst>
            </p:nvPr>
          </p:nvSpPr>
          <p:spPr bwMode="auto">
            <a:xfrm>
              <a:off x="2217206" y="2260633"/>
              <a:ext cx="264317" cy="264751"/>
            </a:xfrm>
            <a:prstGeom prst="ellipse">
              <a:avLst/>
            </a:pr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Freeform 13"/>
            <p:cNvSpPr/>
            <p:nvPr>
              <p:custDataLst>
                <p:tags r:id="rId41"/>
              </p:custDataLst>
            </p:nvPr>
          </p:nvSpPr>
          <p:spPr bwMode="auto">
            <a:xfrm>
              <a:off x="2102379" y="2548782"/>
              <a:ext cx="492237" cy="990973"/>
            </a:xfrm>
            <a:custGeom>
              <a:avLst/>
              <a:gdLst>
                <a:gd name="T0" fmla="*/ 479 w 480"/>
                <a:gd name="T1" fmla="*/ 32 h 966"/>
                <a:gd name="T2" fmla="*/ 444 w 480"/>
                <a:gd name="T3" fmla="*/ 0 h 966"/>
                <a:gd name="T4" fmla="*/ 32 w 480"/>
                <a:gd name="T5" fmla="*/ 0 h 966"/>
                <a:gd name="T6" fmla="*/ 5 w 480"/>
                <a:gd name="T7" fmla="*/ 57 h 966"/>
                <a:gd name="T8" fmla="*/ 5 w 480"/>
                <a:gd name="T9" fmla="*/ 413 h 966"/>
                <a:gd name="T10" fmla="*/ 47 w 480"/>
                <a:gd name="T11" fmla="*/ 455 h 966"/>
                <a:gd name="T12" fmla="*/ 89 w 480"/>
                <a:gd name="T13" fmla="*/ 413 h 966"/>
                <a:gd name="T14" fmla="*/ 89 w 480"/>
                <a:gd name="T15" fmla="*/ 115 h 966"/>
                <a:gd name="T16" fmla="*/ 110 w 480"/>
                <a:gd name="T17" fmla="*/ 115 h 966"/>
                <a:gd name="T18" fmla="*/ 110 w 480"/>
                <a:gd name="T19" fmla="*/ 897 h 966"/>
                <a:gd name="T20" fmla="*/ 172 w 480"/>
                <a:gd name="T21" fmla="*/ 966 h 966"/>
                <a:gd name="T22" fmla="*/ 234 w 480"/>
                <a:gd name="T23" fmla="*/ 897 h 966"/>
                <a:gd name="T24" fmla="*/ 234 w 480"/>
                <a:gd name="T25" fmla="*/ 454 h 966"/>
                <a:gd name="T26" fmla="*/ 251 w 480"/>
                <a:gd name="T27" fmla="*/ 454 h 966"/>
                <a:gd name="T28" fmla="*/ 251 w 480"/>
                <a:gd name="T29" fmla="*/ 897 h 966"/>
                <a:gd name="T30" fmla="*/ 313 w 480"/>
                <a:gd name="T31" fmla="*/ 966 h 966"/>
                <a:gd name="T32" fmla="*/ 375 w 480"/>
                <a:gd name="T33" fmla="*/ 897 h 966"/>
                <a:gd name="T34" fmla="*/ 376 w 480"/>
                <a:gd name="T35" fmla="*/ 115 h 966"/>
                <a:gd name="T36" fmla="*/ 396 w 480"/>
                <a:gd name="T37" fmla="*/ 115 h 966"/>
                <a:gd name="T38" fmla="*/ 396 w 480"/>
                <a:gd name="T39" fmla="*/ 413 h 966"/>
                <a:gd name="T40" fmla="*/ 438 w 480"/>
                <a:gd name="T41" fmla="*/ 455 h 966"/>
                <a:gd name="T42" fmla="*/ 480 w 480"/>
                <a:gd name="T43" fmla="*/ 413 h 966"/>
                <a:gd name="T44" fmla="*/ 480 w 480"/>
                <a:gd name="T45" fmla="*/ 43 h 966"/>
                <a:gd name="T46" fmla="*/ 479 w 480"/>
                <a:gd name="T47" fmla="*/ 32 h 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0" h="966">
                  <a:moveTo>
                    <a:pt x="479" y="32"/>
                  </a:moveTo>
                  <a:cubicBezTo>
                    <a:pt x="476" y="13"/>
                    <a:pt x="467" y="0"/>
                    <a:pt x="444" y="0"/>
                  </a:cubicBezTo>
                  <a:cubicBezTo>
                    <a:pt x="32" y="0"/>
                    <a:pt x="32" y="0"/>
                    <a:pt x="32" y="0"/>
                  </a:cubicBezTo>
                  <a:cubicBezTo>
                    <a:pt x="0" y="0"/>
                    <a:pt x="5" y="25"/>
                    <a:pt x="5" y="57"/>
                  </a:cubicBezTo>
                  <a:cubicBezTo>
                    <a:pt x="5" y="413"/>
                    <a:pt x="5" y="413"/>
                    <a:pt x="5" y="413"/>
                  </a:cubicBezTo>
                  <a:cubicBezTo>
                    <a:pt x="5" y="436"/>
                    <a:pt x="23" y="455"/>
                    <a:pt x="47" y="455"/>
                  </a:cubicBezTo>
                  <a:cubicBezTo>
                    <a:pt x="70" y="455"/>
                    <a:pt x="89" y="436"/>
                    <a:pt x="89" y="413"/>
                  </a:cubicBezTo>
                  <a:cubicBezTo>
                    <a:pt x="89" y="115"/>
                    <a:pt x="89" y="115"/>
                    <a:pt x="89" y="115"/>
                  </a:cubicBezTo>
                  <a:cubicBezTo>
                    <a:pt x="110" y="115"/>
                    <a:pt x="110" y="115"/>
                    <a:pt x="110" y="115"/>
                  </a:cubicBezTo>
                  <a:cubicBezTo>
                    <a:pt x="110" y="897"/>
                    <a:pt x="110" y="897"/>
                    <a:pt x="110" y="897"/>
                  </a:cubicBezTo>
                  <a:cubicBezTo>
                    <a:pt x="110" y="935"/>
                    <a:pt x="137" y="966"/>
                    <a:pt x="172" y="966"/>
                  </a:cubicBezTo>
                  <a:cubicBezTo>
                    <a:pt x="206" y="966"/>
                    <a:pt x="234" y="935"/>
                    <a:pt x="234" y="897"/>
                  </a:cubicBezTo>
                  <a:cubicBezTo>
                    <a:pt x="234" y="454"/>
                    <a:pt x="234" y="454"/>
                    <a:pt x="234" y="454"/>
                  </a:cubicBezTo>
                  <a:cubicBezTo>
                    <a:pt x="251" y="454"/>
                    <a:pt x="251" y="454"/>
                    <a:pt x="251" y="454"/>
                  </a:cubicBezTo>
                  <a:cubicBezTo>
                    <a:pt x="251" y="897"/>
                    <a:pt x="251" y="897"/>
                    <a:pt x="251" y="897"/>
                  </a:cubicBezTo>
                  <a:cubicBezTo>
                    <a:pt x="251" y="935"/>
                    <a:pt x="279" y="966"/>
                    <a:pt x="313" y="966"/>
                  </a:cubicBezTo>
                  <a:cubicBezTo>
                    <a:pt x="347" y="966"/>
                    <a:pt x="375" y="935"/>
                    <a:pt x="375" y="897"/>
                  </a:cubicBezTo>
                  <a:cubicBezTo>
                    <a:pt x="376" y="115"/>
                    <a:pt x="376" y="115"/>
                    <a:pt x="376" y="115"/>
                  </a:cubicBezTo>
                  <a:cubicBezTo>
                    <a:pt x="396" y="115"/>
                    <a:pt x="396" y="115"/>
                    <a:pt x="396" y="115"/>
                  </a:cubicBezTo>
                  <a:cubicBezTo>
                    <a:pt x="396" y="413"/>
                    <a:pt x="396" y="413"/>
                    <a:pt x="396" y="413"/>
                  </a:cubicBezTo>
                  <a:cubicBezTo>
                    <a:pt x="396" y="436"/>
                    <a:pt x="415" y="455"/>
                    <a:pt x="438" y="455"/>
                  </a:cubicBezTo>
                  <a:cubicBezTo>
                    <a:pt x="462" y="455"/>
                    <a:pt x="480" y="436"/>
                    <a:pt x="480" y="413"/>
                  </a:cubicBezTo>
                  <a:cubicBezTo>
                    <a:pt x="480" y="43"/>
                    <a:pt x="480" y="43"/>
                    <a:pt x="480" y="43"/>
                  </a:cubicBezTo>
                  <a:cubicBezTo>
                    <a:pt x="480" y="39"/>
                    <a:pt x="480" y="35"/>
                    <a:pt x="479" y="32"/>
                  </a:cubicBezTo>
                  <a:close/>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5" name="组合 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3"/>
            </p:custDataLst>
          </p:nvPr>
        </p:nvGrpSpPr>
        <p:grpSpPr>
          <a:xfrm>
            <a:off x="3533272" y="5240050"/>
            <a:ext cx="2581644" cy="773020"/>
            <a:chOff x="3533272" y="5240050"/>
            <a:chExt cx="2581644" cy="773020"/>
          </a:xfrm>
        </p:grpSpPr>
        <p:sp>
          <p:nvSpPr>
            <p:cNvPr id="22" name="Freeform 5"/>
            <p:cNvSpPr>
              <a:spLocks noEditPoints="1"/>
            </p:cNvSpPr>
            <p:nvPr>
              <p:custDataLst>
                <p:tags r:id="rId33"/>
              </p:custDataLst>
            </p:nvPr>
          </p:nvSpPr>
          <p:spPr bwMode="auto">
            <a:xfrm>
              <a:off x="4626939" y="5526900"/>
              <a:ext cx="389110" cy="118293"/>
            </a:xfrm>
            <a:custGeom>
              <a:avLst/>
              <a:gdLst>
                <a:gd name="T0" fmla="*/ 191 w 380"/>
                <a:gd name="T1" fmla="*/ 110 h 115"/>
                <a:gd name="T2" fmla="*/ 78 w 380"/>
                <a:gd name="T3" fmla="*/ 94 h 115"/>
                <a:gd name="T4" fmla="*/ 78 w 380"/>
                <a:gd name="T5" fmla="*/ 19 h 115"/>
                <a:gd name="T6" fmla="*/ 188 w 380"/>
                <a:gd name="T7" fmla="*/ 4 h 115"/>
                <a:gd name="T8" fmla="*/ 299 w 380"/>
                <a:gd name="T9" fmla="*/ 19 h 115"/>
                <a:gd name="T10" fmla="*/ 303 w 380"/>
                <a:gd name="T11" fmla="*/ 94 h 115"/>
                <a:gd name="T12" fmla="*/ 191 w 380"/>
                <a:gd name="T13" fmla="*/ 110 h 115"/>
                <a:gd name="T14" fmla="*/ 188 w 380"/>
                <a:gd name="T15" fmla="*/ 0 h 115"/>
                <a:gd name="T16" fmla="*/ 68 w 380"/>
                <a:gd name="T17" fmla="*/ 16 h 115"/>
                <a:gd name="T18" fmla="*/ 68 w 380"/>
                <a:gd name="T19" fmla="*/ 98 h 115"/>
                <a:gd name="T20" fmla="*/ 191 w 380"/>
                <a:gd name="T21" fmla="*/ 115 h 115"/>
                <a:gd name="T22" fmla="*/ 314 w 380"/>
                <a:gd name="T23" fmla="*/ 98 h 115"/>
                <a:gd name="T24" fmla="*/ 308 w 380"/>
                <a:gd name="T25" fmla="*/ 16 h 115"/>
                <a:gd name="T26" fmla="*/ 188 w 380"/>
                <a:gd name="T2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0" h="115">
                  <a:moveTo>
                    <a:pt x="191" y="110"/>
                  </a:moveTo>
                  <a:cubicBezTo>
                    <a:pt x="150" y="110"/>
                    <a:pt x="109" y="105"/>
                    <a:pt x="78" y="94"/>
                  </a:cubicBezTo>
                  <a:cubicBezTo>
                    <a:pt x="16" y="73"/>
                    <a:pt x="17" y="40"/>
                    <a:pt x="78" y="19"/>
                  </a:cubicBezTo>
                  <a:cubicBezTo>
                    <a:pt x="108" y="9"/>
                    <a:pt x="148" y="4"/>
                    <a:pt x="188" y="4"/>
                  </a:cubicBezTo>
                  <a:cubicBezTo>
                    <a:pt x="228" y="4"/>
                    <a:pt x="268" y="9"/>
                    <a:pt x="299" y="19"/>
                  </a:cubicBezTo>
                  <a:cubicBezTo>
                    <a:pt x="361" y="40"/>
                    <a:pt x="364" y="73"/>
                    <a:pt x="303" y="94"/>
                  </a:cubicBezTo>
                  <a:cubicBezTo>
                    <a:pt x="273" y="105"/>
                    <a:pt x="232" y="110"/>
                    <a:pt x="191" y="110"/>
                  </a:cubicBezTo>
                  <a:moveTo>
                    <a:pt x="188" y="0"/>
                  </a:moveTo>
                  <a:cubicBezTo>
                    <a:pt x="144" y="0"/>
                    <a:pt x="101" y="5"/>
                    <a:pt x="68" y="16"/>
                  </a:cubicBezTo>
                  <a:cubicBezTo>
                    <a:pt x="1" y="38"/>
                    <a:pt x="0" y="75"/>
                    <a:pt x="68" y="98"/>
                  </a:cubicBezTo>
                  <a:cubicBezTo>
                    <a:pt x="102" y="109"/>
                    <a:pt x="147" y="115"/>
                    <a:pt x="191" y="115"/>
                  </a:cubicBezTo>
                  <a:cubicBezTo>
                    <a:pt x="236" y="115"/>
                    <a:pt x="280" y="109"/>
                    <a:pt x="314" y="98"/>
                  </a:cubicBezTo>
                  <a:cubicBezTo>
                    <a:pt x="380" y="75"/>
                    <a:pt x="377" y="38"/>
                    <a:pt x="308" y="16"/>
                  </a:cubicBezTo>
                  <a:cubicBezTo>
                    <a:pt x="275" y="5"/>
                    <a:pt x="231" y="0"/>
                    <a:pt x="188"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Freeform 6"/>
            <p:cNvSpPr>
              <a:spLocks noEditPoints="1"/>
            </p:cNvSpPr>
            <p:nvPr>
              <p:custDataLst>
                <p:tags r:id="rId34"/>
              </p:custDataLst>
            </p:nvPr>
          </p:nvSpPr>
          <p:spPr bwMode="auto">
            <a:xfrm>
              <a:off x="4449283" y="5475769"/>
              <a:ext cx="745288" cy="225753"/>
            </a:xfrm>
            <a:custGeom>
              <a:avLst/>
              <a:gdLst>
                <a:gd name="T0" fmla="*/ 366 w 727"/>
                <a:gd name="T1" fmla="*/ 215 h 220"/>
                <a:gd name="T2" fmla="*/ 138 w 727"/>
                <a:gd name="T3" fmla="*/ 183 h 220"/>
                <a:gd name="T4" fmla="*/ 143 w 727"/>
                <a:gd name="T5" fmla="*/ 33 h 220"/>
                <a:gd name="T6" fmla="*/ 359 w 727"/>
                <a:gd name="T7" fmla="*/ 4 h 220"/>
                <a:gd name="T8" fmla="*/ 578 w 727"/>
                <a:gd name="T9" fmla="*/ 33 h 220"/>
                <a:gd name="T10" fmla="*/ 592 w 727"/>
                <a:gd name="T11" fmla="*/ 183 h 220"/>
                <a:gd name="T12" fmla="*/ 366 w 727"/>
                <a:gd name="T13" fmla="*/ 215 h 220"/>
                <a:gd name="T14" fmla="*/ 359 w 727"/>
                <a:gd name="T15" fmla="*/ 0 h 220"/>
                <a:gd name="T16" fmla="*/ 133 w 727"/>
                <a:gd name="T17" fmla="*/ 30 h 220"/>
                <a:gd name="T18" fmla="*/ 127 w 727"/>
                <a:gd name="T19" fmla="*/ 186 h 220"/>
                <a:gd name="T20" fmla="*/ 366 w 727"/>
                <a:gd name="T21" fmla="*/ 220 h 220"/>
                <a:gd name="T22" fmla="*/ 602 w 727"/>
                <a:gd name="T23" fmla="*/ 186 h 220"/>
                <a:gd name="T24" fmla="*/ 587 w 727"/>
                <a:gd name="T25" fmla="*/ 30 h 220"/>
                <a:gd name="T26" fmla="*/ 359 w 727"/>
                <a:gd name="T27"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7" h="220">
                  <a:moveTo>
                    <a:pt x="366" y="215"/>
                  </a:moveTo>
                  <a:cubicBezTo>
                    <a:pt x="283" y="215"/>
                    <a:pt x="200" y="204"/>
                    <a:pt x="138" y="183"/>
                  </a:cubicBezTo>
                  <a:cubicBezTo>
                    <a:pt x="16" y="140"/>
                    <a:pt x="20" y="73"/>
                    <a:pt x="143" y="33"/>
                  </a:cubicBezTo>
                  <a:cubicBezTo>
                    <a:pt x="203" y="14"/>
                    <a:pt x="281" y="4"/>
                    <a:pt x="359" y="4"/>
                  </a:cubicBezTo>
                  <a:cubicBezTo>
                    <a:pt x="438" y="4"/>
                    <a:pt x="517" y="14"/>
                    <a:pt x="578" y="33"/>
                  </a:cubicBezTo>
                  <a:cubicBezTo>
                    <a:pt x="703" y="73"/>
                    <a:pt x="711" y="140"/>
                    <a:pt x="592" y="183"/>
                  </a:cubicBezTo>
                  <a:cubicBezTo>
                    <a:pt x="530" y="204"/>
                    <a:pt x="448" y="215"/>
                    <a:pt x="366" y="215"/>
                  </a:cubicBezTo>
                  <a:moveTo>
                    <a:pt x="359" y="0"/>
                  </a:moveTo>
                  <a:cubicBezTo>
                    <a:pt x="277" y="0"/>
                    <a:pt x="196" y="10"/>
                    <a:pt x="133" y="30"/>
                  </a:cubicBezTo>
                  <a:cubicBezTo>
                    <a:pt x="5" y="72"/>
                    <a:pt x="0" y="142"/>
                    <a:pt x="127" y="186"/>
                  </a:cubicBezTo>
                  <a:cubicBezTo>
                    <a:pt x="193" y="209"/>
                    <a:pt x="279" y="220"/>
                    <a:pt x="366" y="220"/>
                  </a:cubicBezTo>
                  <a:cubicBezTo>
                    <a:pt x="452" y="220"/>
                    <a:pt x="538" y="209"/>
                    <a:pt x="602" y="186"/>
                  </a:cubicBezTo>
                  <a:cubicBezTo>
                    <a:pt x="727" y="142"/>
                    <a:pt x="718" y="72"/>
                    <a:pt x="587" y="30"/>
                  </a:cubicBezTo>
                  <a:cubicBezTo>
                    <a:pt x="524" y="10"/>
                    <a:pt x="441" y="0"/>
                    <a:pt x="35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4" name="Freeform 7"/>
            <p:cNvSpPr>
              <a:spLocks noEditPoints="1"/>
            </p:cNvSpPr>
            <p:nvPr>
              <p:custDataLst>
                <p:tags r:id="rId35"/>
              </p:custDataLst>
            </p:nvPr>
          </p:nvSpPr>
          <p:spPr bwMode="auto">
            <a:xfrm>
              <a:off x="4269894" y="5425506"/>
              <a:ext cx="1104933" cy="334513"/>
            </a:xfrm>
            <a:custGeom>
              <a:avLst/>
              <a:gdLst>
                <a:gd name="T0" fmla="*/ 542 w 1078"/>
                <a:gd name="T1" fmla="*/ 321 h 326"/>
                <a:gd name="T2" fmla="*/ 197 w 1078"/>
                <a:gd name="T3" fmla="*/ 271 h 326"/>
                <a:gd name="T4" fmla="*/ 212 w 1078"/>
                <a:gd name="T5" fmla="*/ 47 h 326"/>
                <a:gd name="T6" fmla="*/ 533 w 1078"/>
                <a:gd name="T7" fmla="*/ 5 h 326"/>
                <a:gd name="T8" fmla="*/ 857 w 1078"/>
                <a:gd name="T9" fmla="*/ 47 h 326"/>
                <a:gd name="T10" fmla="*/ 884 w 1078"/>
                <a:gd name="T11" fmla="*/ 271 h 326"/>
                <a:gd name="T12" fmla="*/ 542 w 1078"/>
                <a:gd name="T13" fmla="*/ 321 h 326"/>
                <a:gd name="T14" fmla="*/ 533 w 1078"/>
                <a:gd name="T15" fmla="*/ 0 h 326"/>
                <a:gd name="T16" fmla="*/ 202 w 1078"/>
                <a:gd name="T17" fmla="*/ 44 h 326"/>
                <a:gd name="T18" fmla="*/ 187 w 1078"/>
                <a:gd name="T19" fmla="*/ 274 h 326"/>
                <a:gd name="T20" fmla="*/ 542 w 1078"/>
                <a:gd name="T21" fmla="*/ 326 h 326"/>
                <a:gd name="T22" fmla="*/ 895 w 1078"/>
                <a:gd name="T23" fmla="*/ 274 h 326"/>
                <a:gd name="T24" fmla="*/ 866 w 1078"/>
                <a:gd name="T25" fmla="*/ 44 h 326"/>
                <a:gd name="T26" fmla="*/ 533 w 1078"/>
                <a:gd name="T2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8" h="326">
                  <a:moveTo>
                    <a:pt x="542" y="321"/>
                  </a:moveTo>
                  <a:cubicBezTo>
                    <a:pt x="417" y="321"/>
                    <a:pt x="292" y="304"/>
                    <a:pt x="197" y="271"/>
                  </a:cubicBezTo>
                  <a:cubicBezTo>
                    <a:pt x="15" y="206"/>
                    <a:pt x="27" y="106"/>
                    <a:pt x="212" y="47"/>
                  </a:cubicBezTo>
                  <a:cubicBezTo>
                    <a:pt x="301" y="19"/>
                    <a:pt x="417" y="5"/>
                    <a:pt x="533" y="5"/>
                  </a:cubicBezTo>
                  <a:cubicBezTo>
                    <a:pt x="649" y="5"/>
                    <a:pt x="766" y="19"/>
                    <a:pt x="857" y="47"/>
                  </a:cubicBezTo>
                  <a:cubicBezTo>
                    <a:pt x="1045" y="106"/>
                    <a:pt x="1062" y="206"/>
                    <a:pt x="884" y="271"/>
                  </a:cubicBezTo>
                  <a:cubicBezTo>
                    <a:pt x="792" y="304"/>
                    <a:pt x="667" y="321"/>
                    <a:pt x="542" y="321"/>
                  </a:cubicBezTo>
                  <a:moveTo>
                    <a:pt x="533" y="0"/>
                  </a:moveTo>
                  <a:cubicBezTo>
                    <a:pt x="413" y="0"/>
                    <a:pt x="294" y="15"/>
                    <a:pt x="202" y="44"/>
                  </a:cubicBezTo>
                  <a:cubicBezTo>
                    <a:pt x="12" y="105"/>
                    <a:pt x="0" y="208"/>
                    <a:pt x="187" y="274"/>
                  </a:cubicBezTo>
                  <a:cubicBezTo>
                    <a:pt x="284" y="309"/>
                    <a:pt x="413" y="326"/>
                    <a:pt x="542" y="326"/>
                  </a:cubicBezTo>
                  <a:cubicBezTo>
                    <a:pt x="671" y="326"/>
                    <a:pt x="800" y="309"/>
                    <a:pt x="895" y="274"/>
                  </a:cubicBezTo>
                  <a:cubicBezTo>
                    <a:pt x="1078" y="208"/>
                    <a:pt x="1060" y="105"/>
                    <a:pt x="866" y="44"/>
                  </a:cubicBezTo>
                  <a:cubicBezTo>
                    <a:pt x="773" y="15"/>
                    <a:pt x="653" y="0"/>
                    <a:pt x="533"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5" name="Freeform 8"/>
            <p:cNvSpPr>
              <a:spLocks noEditPoints="1"/>
            </p:cNvSpPr>
            <p:nvPr>
              <p:custDataLst>
                <p:tags r:id="rId36"/>
              </p:custDataLst>
            </p:nvPr>
          </p:nvSpPr>
          <p:spPr bwMode="auto">
            <a:xfrm>
              <a:off x="4088772" y="5377409"/>
              <a:ext cx="1468478" cy="442840"/>
            </a:xfrm>
            <a:custGeom>
              <a:avLst/>
              <a:gdLst>
                <a:gd name="T0" fmla="*/ 721 w 1433"/>
                <a:gd name="T1" fmla="*/ 426 h 432"/>
                <a:gd name="T2" fmla="*/ 256 w 1433"/>
                <a:gd name="T3" fmla="*/ 358 h 432"/>
                <a:gd name="T4" fmla="*/ 285 w 1433"/>
                <a:gd name="T5" fmla="*/ 60 h 432"/>
                <a:gd name="T6" fmla="*/ 709 w 1433"/>
                <a:gd name="T7" fmla="*/ 4 h 432"/>
                <a:gd name="T8" fmla="*/ 1136 w 1433"/>
                <a:gd name="T9" fmla="*/ 60 h 432"/>
                <a:gd name="T10" fmla="*/ 1181 w 1433"/>
                <a:gd name="T11" fmla="*/ 358 h 432"/>
                <a:gd name="T12" fmla="*/ 721 w 1433"/>
                <a:gd name="T13" fmla="*/ 426 h 432"/>
                <a:gd name="T14" fmla="*/ 709 w 1433"/>
                <a:gd name="T15" fmla="*/ 0 h 432"/>
                <a:gd name="T16" fmla="*/ 276 w 1433"/>
                <a:gd name="T17" fmla="*/ 57 h 432"/>
                <a:gd name="T18" fmla="*/ 246 w 1433"/>
                <a:gd name="T19" fmla="*/ 361 h 432"/>
                <a:gd name="T20" fmla="*/ 721 w 1433"/>
                <a:gd name="T21" fmla="*/ 432 h 432"/>
                <a:gd name="T22" fmla="*/ 1193 w 1433"/>
                <a:gd name="T23" fmla="*/ 361 h 432"/>
                <a:gd name="T24" fmla="*/ 1145 w 1433"/>
                <a:gd name="T25" fmla="*/ 57 h 432"/>
                <a:gd name="T26" fmla="*/ 709 w 1433"/>
                <a:gd name="T27"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3" h="432">
                  <a:moveTo>
                    <a:pt x="721" y="426"/>
                  </a:moveTo>
                  <a:cubicBezTo>
                    <a:pt x="552" y="426"/>
                    <a:pt x="383" y="404"/>
                    <a:pt x="256" y="358"/>
                  </a:cubicBezTo>
                  <a:cubicBezTo>
                    <a:pt x="16" y="270"/>
                    <a:pt x="38" y="137"/>
                    <a:pt x="285" y="60"/>
                  </a:cubicBezTo>
                  <a:cubicBezTo>
                    <a:pt x="403" y="23"/>
                    <a:pt x="556" y="4"/>
                    <a:pt x="709" y="4"/>
                  </a:cubicBezTo>
                  <a:cubicBezTo>
                    <a:pt x="862" y="4"/>
                    <a:pt x="1015" y="23"/>
                    <a:pt x="1136" y="60"/>
                  </a:cubicBezTo>
                  <a:cubicBezTo>
                    <a:pt x="1388" y="137"/>
                    <a:pt x="1417" y="270"/>
                    <a:pt x="1181" y="358"/>
                  </a:cubicBezTo>
                  <a:cubicBezTo>
                    <a:pt x="1058" y="404"/>
                    <a:pt x="890" y="426"/>
                    <a:pt x="721" y="426"/>
                  </a:cubicBezTo>
                  <a:moveTo>
                    <a:pt x="709" y="0"/>
                  </a:moveTo>
                  <a:cubicBezTo>
                    <a:pt x="552" y="0"/>
                    <a:pt x="397" y="19"/>
                    <a:pt x="276" y="57"/>
                  </a:cubicBezTo>
                  <a:cubicBezTo>
                    <a:pt x="23" y="136"/>
                    <a:pt x="0" y="272"/>
                    <a:pt x="246" y="361"/>
                  </a:cubicBezTo>
                  <a:cubicBezTo>
                    <a:pt x="375" y="408"/>
                    <a:pt x="548" y="432"/>
                    <a:pt x="721" y="432"/>
                  </a:cubicBezTo>
                  <a:cubicBezTo>
                    <a:pt x="894" y="432"/>
                    <a:pt x="1066" y="408"/>
                    <a:pt x="1193" y="361"/>
                  </a:cubicBezTo>
                  <a:cubicBezTo>
                    <a:pt x="1433" y="272"/>
                    <a:pt x="1402" y="136"/>
                    <a:pt x="1145" y="57"/>
                  </a:cubicBezTo>
                  <a:cubicBezTo>
                    <a:pt x="1022" y="19"/>
                    <a:pt x="865" y="0"/>
                    <a:pt x="70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Freeform 9"/>
            <p:cNvSpPr>
              <a:spLocks noEditPoints="1"/>
            </p:cNvSpPr>
            <p:nvPr>
              <p:custDataLst>
                <p:tags r:id="rId37"/>
              </p:custDataLst>
            </p:nvPr>
          </p:nvSpPr>
          <p:spPr bwMode="auto">
            <a:xfrm>
              <a:off x="3905050" y="5330178"/>
              <a:ext cx="1836789" cy="551600"/>
            </a:xfrm>
            <a:custGeom>
              <a:avLst/>
              <a:gdLst>
                <a:gd name="T0" fmla="*/ 902 w 1792"/>
                <a:gd name="T1" fmla="*/ 533 h 538"/>
                <a:gd name="T2" fmla="*/ 315 w 1792"/>
                <a:gd name="T3" fmla="*/ 445 h 538"/>
                <a:gd name="T4" fmla="*/ 362 w 1792"/>
                <a:gd name="T5" fmla="*/ 72 h 538"/>
                <a:gd name="T6" fmla="*/ 886 w 1792"/>
                <a:gd name="T7" fmla="*/ 4 h 538"/>
                <a:gd name="T8" fmla="*/ 1415 w 1792"/>
                <a:gd name="T9" fmla="*/ 72 h 538"/>
                <a:gd name="T10" fmla="*/ 1483 w 1792"/>
                <a:gd name="T11" fmla="*/ 445 h 538"/>
                <a:gd name="T12" fmla="*/ 902 w 1792"/>
                <a:gd name="T13" fmla="*/ 533 h 538"/>
                <a:gd name="T14" fmla="*/ 886 w 1792"/>
                <a:gd name="T15" fmla="*/ 0 h 538"/>
                <a:gd name="T16" fmla="*/ 353 w 1792"/>
                <a:gd name="T17" fmla="*/ 69 h 538"/>
                <a:gd name="T18" fmla="*/ 304 w 1792"/>
                <a:gd name="T19" fmla="*/ 448 h 538"/>
                <a:gd name="T20" fmla="*/ 902 w 1792"/>
                <a:gd name="T21" fmla="*/ 538 h 538"/>
                <a:gd name="T22" fmla="*/ 1495 w 1792"/>
                <a:gd name="T23" fmla="*/ 448 h 538"/>
                <a:gd name="T24" fmla="*/ 1424 w 1792"/>
                <a:gd name="T25" fmla="*/ 69 h 538"/>
                <a:gd name="T26" fmla="*/ 886 w 1792"/>
                <a:gd name="T27"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2" h="538">
                  <a:moveTo>
                    <a:pt x="902" y="533"/>
                  </a:moveTo>
                  <a:cubicBezTo>
                    <a:pt x="688" y="533"/>
                    <a:pt x="473" y="503"/>
                    <a:pt x="315" y="445"/>
                  </a:cubicBezTo>
                  <a:cubicBezTo>
                    <a:pt x="16" y="334"/>
                    <a:pt x="52" y="167"/>
                    <a:pt x="362" y="72"/>
                  </a:cubicBezTo>
                  <a:cubicBezTo>
                    <a:pt x="509" y="27"/>
                    <a:pt x="697" y="4"/>
                    <a:pt x="886" y="4"/>
                  </a:cubicBezTo>
                  <a:cubicBezTo>
                    <a:pt x="1075" y="4"/>
                    <a:pt x="1265" y="27"/>
                    <a:pt x="1415" y="72"/>
                  </a:cubicBezTo>
                  <a:cubicBezTo>
                    <a:pt x="1731" y="167"/>
                    <a:pt x="1776" y="334"/>
                    <a:pt x="1483" y="445"/>
                  </a:cubicBezTo>
                  <a:cubicBezTo>
                    <a:pt x="1328" y="503"/>
                    <a:pt x="1115" y="533"/>
                    <a:pt x="902" y="533"/>
                  </a:cubicBezTo>
                  <a:moveTo>
                    <a:pt x="886" y="0"/>
                  </a:moveTo>
                  <a:cubicBezTo>
                    <a:pt x="694" y="0"/>
                    <a:pt x="502" y="23"/>
                    <a:pt x="353" y="69"/>
                  </a:cubicBezTo>
                  <a:cubicBezTo>
                    <a:pt x="37" y="166"/>
                    <a:pt x="0" y="335"/>
                    <a:pt x="304" y="448"/>
                  </a:cubicBezTo>
                  <a:cubicBezTo>
                    <a:pt x="465" y="508"/>
                    <a:pt x="684" y="538"/>
                    <a:pt x="902" y="538"/>
                  </a:cubicBezTo>
                  <a:cubicBezTo>
                    <a:pt x="1120" y="538"/>
                    <a:pt x="1337" y="508"/>
                    <a:pt x="1495" y="448"/>
                  </a:cubicBezTo>
                  <a:cubicBezTo>
                    <a:pt x="1792" y="335"/>
                    <a:pt x="1745" y="166"/>
                    <a:pt x="1424" y="69"/>
                  </a:cubicBezTo>
                  <a:cubicBezTo>
                    <a:pt x="1271" y="23"/>
                    <a:pt x="1079" y="0"/>
                    <a:pt x="886"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7" name="Freeform 10"/>
            <p:cNvSpPr>
              <a:spLocks noEditPoints="1"/>
            </p:cNvSpPr>
            <p:nvPr>
              <p:custDataLst>
                <p:tags r:id="rId38"/>
              </p:custDataLst>
            </p:nvPr>
          </p:nvSpPr>
          <p:spPr bwMode="auto">
            <a:xfrm>
              <a:off x="3720461" y="5285114"/>
              <a:ext cx="2206833" cy="661226"/>
            </a:xfrm>
            <a:custGeom>
              <a:avLst/>
              <a:gdLst>
                <a:gd name="T0" fmla="*/ 1083 w 2153"/>
                <a:gd name="T1" fmla="*/ 639 h 645"/>
                <a:gd name="T2" fmla="*/ 372 w 2153"/>
                <a:gd name="T3" fmla="*/ 530 h 645"/>
                <a:gd name="T4" fmla="*/ 442 w 2153"/>
                <a:gd name="T5" fmla="*/ 83 h 645"/>
                <a:gd name="T6" fmla="*/ 1065 w 2153"/>
                <a:gd name="T7" fmla="*/ 4 h 645"/>
                <a:gd name="T8" fmla="*/ 1693 w 2153"/>
                <a:gd name="T9" fmla="*/ 83 h 645"/>
                <a:gd name="T10" fmla="*/ 1789 w 2153"/>
                <a:gd name="T11" fmla="*/ 530 h 645"/>
                <a:gd name="T12" fmla="*/ 1083 w 2153"/>
                <a:gd name="T13" fmla="*/ 639 h 645"/>
                <a:gd name="T14" fmla="*/ 1065 w 2153"/>
                <a:gd name="T15" fmla="*/ 0 h 645"/>
                <a:gd name="T16" fmla="*/ 433 w 2153"/>
                <a:gd name="T17" fmla="*/ 80 h 645"/>
                <a:gd name="T18" fmla="*/ 360 w 2153"/>
                <a:gd name="T19" fmla="*/ 534 h 645"/>
                <a:gd name="T20" fmla="*/ 1084 w 2153"/>
                <a:gd name="T21" fmla="*/ 645 h 645"/>
                <a:gd name="T22" fmla="*/ 1801 w 2153"/>
                <a:gd name="T23" fmla="*/ 534 h 645"/>
                <a:gd name="T24" fmla="*/ 1701 w 2153"/>
                <a:gd name="T25" fmla="*/ 80 h 645"/>
                <a:gd name="T26" fmla="*/ 1065 w 2153"/>
                <a:gd name="T27" fmla="*/ 0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53" h="645">
                  <a:moveTo>
                    <a:pt x="1083" y="639"/>
                  </a:moveTo>
                  <a:cubicBezTo>
                    <a:pt x="824" y="639"/>
                    <a:pt x="563" y="603"/>
                    <a:pt x="372" y="530"/>
                  </a:cubicBezTo>
                  <a:cubicBezTo>
                    <a:pt x="16" y="395"/>
                    <a:pt x="68" y="195"/>
                    <a:pt x="442" y="83"/>
                  </a:cubicBezTo>
                  <a:cubicBezTo>
                    <a:pt x="618" y="30"/>
                    <a:pt x="841" y="4"/>
                    <a:pt x="1065" y="4"/>
                  </a:cubicBezTo>
                  <a:cubicBezTo>
                    <a:pt x="1289" y="4"/>
                    <a:pt x="1514" y="30"/>
                    <a:pt x="1693" y="83"/>
                  </a:cubicBezTo>
                  <a:cubicBezTo>
                    <a:pt x="2073" y="195"/>
                    <a:pt x="2137" y="395"/>
                    <a:pt x="1789" y="530"/>
                  </a:cubicBezTo>
                  <a:cubicBezTo>
                    <a:pt x="1602" y="603"/>
                    <a:pt x="1343" y="639"/>
                    <a:pt x="1083" y="639"/>
                  </a:cubicBezTo>
                  <a:moveTo>
                    <a:pt x="1065" y="0"/>
                  </a:moveTo>
                  <a:cubicBezTo>
                    <a:pt x="838" y="0"/>
                    <a:pt x="611" y="26"/>
                    <a:pt x="433" y="80"/>
                  </a:cubicBezTo>
                  <a:cubicBezTo>
                    <a:pt x="53" y="194"/>
                    <a:pt x="0" y="397"/>
                    <a:pt x="360" y="534"/>
                  </a:cubicBezTo>
                  <a:cubicBezTo>
                    <a:pt x="555" y="608"/>
                    <a:pt x="820" y="645"/>
                    <a:pt x="1084" y="645"/>
                  </a:cubicBezTo>
                  <a:cubicBezTo>
                    <a:pt x="1348" y="645"/>
                    <a:pt x="1610" y="608"/>
                    <a:pt x="1801" y="534"/>
                  </a:cubicBezTo>
                  <a:cubicBezTo>
                    <a:pt x="2153" y="397"/>
                    <a:pt x="2088" y="194"/>
                    <a:pt x="1701" y="80"/>
                  </a:cubicBezTo>
                  <a:cubicBezTo>
                    <a:pt x="1521" y="26"/>
                    <a:pt x="1292" y="0"/>
                    <a:pt x="1065"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8" name="Freeform 11"/>
            <p:cNvSpPr>
              <a:spLocks noEditPoints="1"/>
            </p:cNvSpPr>
            <p:nvPr>
              <p:custDataLst>
                <p:tags r:id="rId39"/>
              </p:custDataLst>
            </p:nvPr>
          </p:nvSpPr>
          <p:spPr bwMode="auto">
            <a:xfrm>
              <a:off x="3533272" y="5240050"/>
              <a:ext cx="2581644" cy="773020"/>
            </a:xfrm>
            <a:custGeom>
              <a:avLst/>
              <a:gdLst>
                <a:gd name="T0" fmla="*/ 1268 w 2519"/>
                <a:gd name="T1" fmla="*/ 748 h 754"/>
                <a:gd name="T2" fmla="*/ 429 w 2519"/>
                <a:gd name="T3" fmla="*/ 617 h 754"/>
                <a:gd name="T4" fmla="*/ 527 w 2519"/>
                <a:gd name="T5" fmla="*/ 94 h 754"/>
                <a:gd name="T6" fmla="*/ 1247 w 2519"/>
                <a:gd name="T7" fmla="*/ 4 h 754"/>
                <a:gd name="T8" fmla="*/ 1972 w 2519"/>
                <a:gd name="T9" fmla="*/ 94 h 754"/>
                <a:gd name="T10" fmla="*/ 2101 w 2519"/>
                <a:gd name="T11" fmla="*/ 617 h 754"/>
                <a:gd name="T12" fmla="*/ 1268 w 2519"/>
                <a:gd name="T13" fmla="*/ 748 h 754"/>
                <a:gd name="T14" fmla="*/ 1247 w 2519"/>
                <a:gd name="T15" fmla="*/ 0 h 754"/>
                <a:gd name="T16" fmla="*/ 519 w 2519"/>
                <a:gd name="T17" fmla="*/ 91 h 754"/>
                <a:gd name="T18" fmla="*/ 417 w 2519"/>
                <a:gd name="T19" fmla="*/ 621 h 754"/>
                <a:gd name="T20" fmla="*/ 1269 w 2519"/>
                <a:gd name="T21" fmla="*/ 754 h 754"/>
                <a:gd name="T22" fmla="*/ 2112 w 2519"/>
                <a:gd name="T23" fmla="*/ 621 h 754"/>
                <a:gd name="T24" fmla="*/ 1980 w 2519"/>
                <a:gd name="T25" fmla="*/ 91 h 754"/>
                <a:gd name="T26" fmla="*/ 1247 w 2519"/>
                <a:gd name="T27" fmla="*/ 0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9" h="754">
                  <a:moveTo>
                    <a:pt x="1268" y="748"/>
                  </a:moveTo>
                  <a:cubicBezTo>
                    <a:pt x="961" y="748"/>
                    <a:pt x="653" y="704"/>
                    <a:pt x="429" y="617"/>
                  </a:cubicBezTo>
                  <a:cubicBezTo>
                    <a:pt x="17" y="457"/>
                    <a:pt x="89" y="224"/>
                    <a:pt x="527" y="94"/>
                  </a:cubicBezTo>
                  <a:cubicBezTo>
                    <a:pt x="731" y="34"/>
                    <a:pt x="988" y="4"/>
                    <a:pt x="1247" y="4"/>
                  </a:cubicBezTo>
                  <a:cubicBezTo>
                    <a:pt x="1505" y="4"/>
                    <a:pt x="1765" y="34"/>
                    <a:pt x="1972" y="94"/>
                  </a:cubicBezTo>
                  <a:cubicBezTo>
                    <a:pt x="2417" y="224"/>
                    <a:pt x="2503" y="457"/>
                    <a:pt x="2101" y="617"/>
                  </a:cubicBezTo>
                  <a:cubicBezTo>
                    <a:pt x="1881" y="704"/>
                    <a:pt x="1575" y="748"/>
                    <a:pt x="1268" y="748"/>
                  </a:cubicBezTo>
                  <a:moveTo>
                    <a:pt x="1247" y="0"/>
                  </a:moveTo>
                  <a:cubicBezTo>
                    <a:pt x="985" y="0"/>
                    <a:pt x="724" y="31"/>
                    <a:pt x="519" y="91"/>
                  </a:cubicBezTo>
                  <a:cubicBezTo>
                    <a:pt x="75" y="222"/>
                    <a:pt x="0" y="459"/>
                    <a:pt x="417" y="621"/>
                  </a:cubicBezTo>
                  <a:cubicBezTo>
                    <a:pt x="645" y="710"/>
                    <a:pt x="957" y="754"/>
                    <a:pt x="1269" y="754"/>
                  </a:cubicBezTo>
                  <a:cubicBezTo>
                    <a:pt x="1580" y="754"/>
                    <a:pt x="1890" y="710"/>
                    <a:pt x="2112" y="621"/>
                  </a:cubicBezTo>
                  <a:cubicBezTo>
                    <a:pt x="2519" y="459"/>
                    <a:pt x="2432" y="222"/>
                    <a:pt x="1980" y="91"/>
                  </a:cubicBezTo>
                  <a:cubicBezTo>
                    <a:pt x="1771" y="31"/>
                    <a:pt x="1508" y="0"/>
                    <a:pt x="1247"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58" name="组合 5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4"/>
            </p:custDataLst>
          </p:nvPr>
        </p:nvGrpSpPr>
        <p:grpSpPr>
          <a:xfrm>
            <a:off x="4580575" y="4341372"/>
            <a:ext cx="492237" cy="1279122"/>
            <a:chOff x="4580575" y="4341372"/>
            <a:chExt cx="492237" cy="1279122"/>
          </a:xfrm>
        </p:grpSpPr>
        <p:sp>
          <p:nvSpPr>
            <p:cNvPr id="29" name="Oval 12"/>
            <p:cNvSpPr>
              <a:spLocks noChangeArrowheads="1"/>
            </p:cNvSpPr>
            <p:nvPr>
              <p:custDataLst>
                <p:tags r:id="rId31"/>
              </p:custDataLst>
            </p:nvPr>
          </p:nvSpPr>
          <p:spPr bwMode="auto">
            <a:xfrm>
              <a:off x="4695402" y="4341372"/>
              <a:ext cx="264317" cy="264751"/>
            </a:xfrm>
            <a:prstGeom prst="ellipse">
              <a:avLst/>
            </a:pr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0" name="Freeform 13"/>
            <p:cNvSpPr/>
            <p:nvPr>
              <p:custDataLst>
                <p:tags r:id="rId32"/>
              </p:custDataLst>
            </p:nvPr>
          </p:nvSpPr>
          <p:spPr bwMode="auto">
            <a:xfrm>
              <a:off x="4580575" y="4629521"/>
              <a:ext cx="492237" cy="990973"/>
            </a:xfrm>
            <a:custGeom>
              <a:avLst/>
              <a:gdLst>
                <a:gd name="T0" fmla="*/ 479 w 480"/>
                <a:gd name="T1" fmla="*/ 32 h 966"/>
                <a:gd name="T2" fmla="*/ 444 w 480"/>
                <a:gd name="T3" fmla="*/ 0 h 966"/>
                <a:gd name="T4" fmla="*/ 32 w 480"/>
                <a:gd name="T5" fmla="*/ 0 h 966"/>
                <a:gd name="T6" fmla="*/ 5 w 480"/>
                <a:gd name="T7" fmla="*/ 57 h 966"/>
                <a:gd name="T8" fmla="*/ 5 w 480"/>
                <a:gd name="T9" fmla="*/ 413 h 966"/>
                <a:gd name="T10" fmla="*/ 47 w 480"/>
                <a:gd name="T11" fmla="*/ 455 h 966"/>
                <a:gd name="T12" fmla="*/ 89 w 480"/>
                <a:gd name="T13" fmla="*/ 413 h 966"/>
                <a:gd name="T14" fmla="*/ 89 w 480"/>
                <a:gd name="T15" fmla="*/ 115 h 966"/>
                <a:gd name="T16" fmla="*/ 110 w 480"/>
                <a:gd name="T17" fmla="*/ 115 h 966"/>
                <a:gd name="T18" fmla="*/ 110 w 480"/>
                <a:gd name="T19" fmla="*/ 897 h 966"/>
                <a:gd name="T20" fmla="*/ 172 w 480"/>
                <a:gd name="T21" fmla="*/ 966 h 966"/>
                <a:gd name="T22" fmla="*/ 234 w 480"/>
                <a:gd name="T23" fmla="*/ 897 h 966"/>
                <a:gd name="T24" fmla="*/ 234 w 480"/>
                <a:gd name="T25" fmla="*/ 454 h 966"/>
                <a:gd name="T26" fmla="*/ 251 w 480"/>
                <a:gd name="T27" fmla="*/ 454 h 966"/>
                <a:gd name="T28" fmla="*/ 251 w 480"/>
                <a:gd name="T29" fmla="*/ 897 h 966"/>
                <a:gd name="T30" fmla="*/ 313 w 480"/>
                <a:gd name="T31" fmla="*/ 966 h 966"/>
                <a:gd name="T32" fmla="*/ 375 w 480"/>
                <a:gd name="T33" fmla="*/ 897 h 966"/>
                <a:gd name="T34" fmla="*/ 376 w 480"/>
                <a:gd name="T35" fmla="*/ 115 h 966"/>
                <a:gd name="T36" fmla="*/ 396 w 480"/>
                <a:gd name="T37" fmla="*/ 115 h 966"/>
                <a:gd name="T38" fmla="*/ 396 w 480"/>
                <a:gd name="T39" fmla="*/ 413 h 966"/>
                <a:gd name="T40" fmla="*/ 438 w 480"/>
                <a:gd name="T41" fmla="*/ 455 h 966"/>
                <a:gd name="T42" fmla="*/ 480 w 480"/>
                <a:gd name="T43" fmla="*/ 413 h 966"/>
                <a:gd name="T44" fmla="*/ 480 w 480"/>
                <a:gd name="T45" fmla="*/ 43 h 966"/>
                <a:gd name="T46" fmla="*/ 479 w 480"/>
                <a:gd name="T47" fmla="*/ 32 h 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0" h="966">
                  <a:moveTo>
                    <a:pt x="479" y="32"/>
                  </a:moveTo>
                  <a:cubicBezTo>
                    <a:pt x="476" y="13"/>
                    <a:pt x="467" y="0"/>
                    <a:pt x="444" y="0"/>
                  </a:cubicBezTo>
                  <a:cubicBezTo>
                    <a:pt x="32" y="0"/>
                    <a:pt x="32" y="0"/>
                    <a:pt x="32" y="0"/>
                  </a:cubicBezTo>
                  <a:cubicBezTo>
                    <a:pt x="0" y="0"/>
                    <a:pt x="5" y="25"/>
                    <a:pt x="5" y="57"/>
                  </a:cubicBezTo>
                  <a:cubicBezTo>
                    <a:pt x="5" y="413"/>
                    <a:pt x="5" y="413"/>
                    <a:pt x="5" y="413"/>
                  </a:cubicBezTo>
                  <a:cubicBezTo>
                    <a:pt x="5" y="436"/>
                    <a:pt x="23" y="455"/>
                    <a:pt x="47" y="455"/>
                  </a:cubicBezTo>
                  <a:cubicBezTo>
                    <a:pt x="70" y="455"/>
                    <a:pt x="89" y="436"/>
                    <a:pt x="89" y="413"/>
                  </a:cubicBezTo>
                  <a:cubicBezTo>
                    <a:pt x="89" y="115"/>
                    <a:pt x="89" y="115"/>
                    <a:pt x="89" y="115"/>
                  </a:cubicBezTo>
                  <a:cubicBezTo>
                    <a:pt x="110" y="115"/>
                    <a:pt x="110" y="115"/>
                    <a:pt x="110" y="115"/>
                  </a:cubicBezTo>
                  <a:cubicBezTo>
                    <a:pt x="110" y="897"/>
                    <a:pt x="110" y="897"/>
                    <a:pt x="110" y="897"/>
                  </a:cubicBezTo>
                  <a:cubicBezTo>
                    <a:pt x="110" y="935"/>
                    <a:pt x="137" y="966"/>
                    <a:pt x="172" y="966"/>
                  </a:cubicBezTo>
                  <a:cubicBezTo>
                    <a:pt x="206" y="966"/>
                    <a:pt x="234" y="935"/>
                    <a:pt x="234" y="897"/>
                  </a:cubicBezTo>
                  <a:cubicBezTo>
                    <a:pt x="234" y="454"/>
                    <a:pt x="234" y="454"/>
                    <a:pt x="234" y="454"/>
                  </a:cubicBezTo>
                  <a:cubicBezTo>
                    <a:pt x="251" y="454"/>
                    <a:pt x="251" y="454"/>
                    <a:pt x="251" y="454"/>
                  </a:cubicBezTo>
                  <a:cubicBezTo>
                    <a:pt x="251" y="897"/>
                    <a:pt x="251" y="897"/>
                    <a:pt x="251" y="897"/>
                  </a:cubicBezTo>
                  <a:cubicBezTo>
                    <a:pt x="251" y="935"/>
                    <a:pt x="279" y="966"/>
                    <a:pt x="313" y="966"/>
                  </a:cubicBezTo>
                  <a:cubicBezTo>
                    <a:pt x="347" y="966"/>
                    <a:pt x="375" y="935"/>
                    <a:pt x="375" y="897"/>
                  </a:cubicBezTo>
                  <a:cubicBezTo>
                    <a:pt x="376" y="115"/>
                    <a:pt x="376" y="115"/>
                    <a:pt x="376" y="115"/>
                  </a:cubicBezTo>
                  <a:cubicBezTo>
                    <a:pt x="396" y="115"/>
                    <a:pt x="396" y="115"/>
                    <a:pt x="396" y="115"/>
                  </a:cubicBezTo>
                  <a:cubicBezTo>
                    <a:pt x="396" y="413"/>
                    <a:pt x="396" y="413"/>
                    <a:pt x="396" y="413"/>
                  </a:cubicBezTo>
                  <a:cubicBezTo>
                    <a:pt x="396" y="436"/>
                    <a:pt x="415" y="455"/>
                    <a:pt x="438" y="455"/>
                  </a:cubicBezTo>
                  <a:cubicBezTo>
                    <a:pt x="462" y="455"/>
                    <a:pt x="480" y="436"/>
                    <a:pt x="480" y="413"/>
                  </a:cubicBezTo>
                  <a:cubicBezTo>
                    <a:pt x="480" y="43"/>
                    <a:pt x="480" y="43"/>
                    <a:pt x="480" y="43"/>
                  </a:cubicBezTo>
                  <a:cubicBezTo>
                    <a:pt x="480" y="39"/>
                    <a:pt x="480" y="35"/>
                    <a:pt x="479" y="32"/>
                  </a:cubicBezTo>
                  <a:close/>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9" name="组合 1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5"/>
            </p:custDataLst>
          </p:nvPr>
        </p:nvGrpSpPr>
        <p:grpSpPr>
          <a:xfrm>
            <a:off x="8510668" y="4716580"/>
            <a:ext cx="2581644" cy="773020"/>
            <a:chOff x="8510668" y="4716580"/>
            <a:chExt cx="2581644" cy="773020"/>
          </a:xfrm>
        </p:grpSpPr>
        <p:sp>
          <p:nvSpPr>
            <p:cNvPr id="32" name="Freeform 5"/>
            <p:cNvSpPr>
              <a:spLocks noEditPoints="1"/>
            </p:cNvSpPr>
            <p:nvPr>
              <p:custDataLst>
                <p:tags r:id="rId24"/>
              </p:custDataLst>
            </p:nvPr>
          </p:nvSpPr>
          <p:spPr bwMode="auto">
            <a:xfrm>
              <a:off x="9604335" y="5003430"/>
              <a:ext cx="389110" cy="118293"/>
            </a:xfrm>
            <a:custGeom>
              <a:avLst/>
              <a:gdLst>
                <a:gd name="T0" fmla="*/ 191 w 380"/>
                <a:gd name="T1" fmla="*/ 110 h 115"/>
                <a:gd name="T2" fmla="*/ 78 w 380"/>
                <a:gd name="T3" fmla="*/ 94 h 115"/>
                <a:gd name="T4" fmla="*/ 78 w 380"/>
                <a:gd name="T5" fmla="*/ 19 h 115"/>
                <a:gd name="T6" fmla="*/ 188 w 380"/>
                <a:gd name="T7" fmla="*/ 4 h 115"/>
                <a:gd name="T8" fmla="*/ 299 w 380"/>
                <a:gd name="T9" fmla="*/ 19 h 115"/>
                <a:gd name="T10" fmla="*/ 303 w 380"/>
                <a:gd name="T11" fmla="*/ 94 h 115"/>
                <a:gd name="T12" fmla="*/ 191 w 380"/>
                <a:gd name="T13" fmla="*/ 110 h 115"/>
                <a:gd name="T14" fmla="*/ 188 w 380"/>
                <a:gd name="T15" fmla="*/ 0 h 115"/>
                <a:gd name="T16" fmla="*/ 68 w 380"/>
                <a:gd name="T17" fmla="*/ 16 h 115"/>
                <a:gd name="T18" fmla="*/ 68 w 380"/>
                <a:gd name="T19" fmla="*/ 98 h 115"/>
                <a:gd name="T20" fmla="*/ 191 w 380"/>
                <a:gd name="T21" fmla="*/ 115 h 115"/>
                <a:gd name="T22" fmla="*/ 314 w 380"/>
                <a:gd name="T23" fmla="*/ 98 h 115"/>
                <a:gd name="T24" fmla="*/ 308 w 380"/>
                <a:gd name="T25" fmla="*/ 16 h 115"/>
                <a:gd name="T26" fmla="*/ 188 w 380"/>
                <a:gd name="T2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0" h="115">
                  <a:moveTo>
                    <a:pt x="191" y="110"/>
                  </a:moveTo>
                  <a:cubicBezTo>
                    <a:pt x="150" y="110"/>
                    <a:pt x="109" y="105"/>
                    <a:pt x="78" y="94"/>
                  </a:cubicBezTo>
                  <a:cubicBezTo>
                    <a:pt x="16" y="73"/>
                    <a:pt x="17" y="40"/>
                    <a:pt x="78" y="19"/>
                  </a:cubicBezTo>
                  <a:cubicBezTo>
                    <a:pt x="108" y="9"/>
                    <a:pt x="148" y="4"/>
                    <a:pt x="188" y="4"/>
                  </a:cubicBezTo>
                  <a:cubicBezTo>
                    <a:pt x="228" y="4"/>
                    <a:pt x="268" y="9"/>
                    <a:pt x="299" y="19"/>
                  </a:cubicBezTo>
                  <a:cubicBezTo>
                    <a:pt x="361" y="40"/>
                    <a:pt x="364" y="73"/>
                    <a:pt x="303" y="94"/>
                  </a:cubicBezTo>
                  <a:cubicBezTo>
                    <a:pt x="273" y="105"/>
                    <a:pt x="232" y="110"/>
                    <a:pt x="191" y="110"/>
                  </a:cubicBezTo>
                  <a:moveTo>
                    <a:pt x="188" y="0"/>
                  </a:moveTo>
                  <a:cubicBezTo>
                    <a:pt x="144" y="0"/>
                    <a:pt x="101" y="5"/>
                    <a:pt x="68" y="16"/>
                  </a:cubicBezTo>
                  <a:cubicBezTo>
                    <a:pt x="1" y="38"/>
                    <a:pt x="0" y="75"/>
                    <a:pt x="68" y="98"/>
                  </a:cubicBezTo>
                  <a:cubicBezTo>
                    <a:pt x="102" y="109"/>
                    <a:pt x="147" y="115"/>
                    <a:pt x="191" y="115"/>
                  </a:cubicBezTo>
                  <a:cubicBezTo>
                    <a:pt x="236" y="115"/>
                    <a:pt x="280" y="109"/>
                    <a:pt x="314" y="98"/>
                  </a:cubicBezTo>
                  <a:cubicBezTo>
                    <a:pt x="380" y="75"/>
                    <a:pt x="377" y="38"/>
                    <a:pt x="308" y="16"/>
                  </a:cubicBezTo>
                  <a:cubicBezTo>
                    <a:pt x="275" y="5"/>
                    <a:pt x="231" y="0"/>
                    <a:pt x="188"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3" name="Freeform 6"/>
            <p:cNvSpPr>
              <a:spLocks noEditPoints="1"/>
            </p:cNvSpPr>
            <p:nvPr>
              <p:custDataLst>
                <p:tags r:id="rId25"/>
              </p:custDataLst>
            </p:nvPr>
          </p:nvSpPr>
          <p:spPr bwMode="auto">
            <a:xfrm>
              <a:off x="9426679" y="4952299"/>
              <a:ext cx="745288" cy="225753"/>
            </a:xfrm>
            <a:custGeom>
              <a:avLst/>
              <a:gdLst>
                <a:gd name="T0" fmla="*/ 366 w 727"/>
                <a:gd name="T1" fmla="*/ 215 h 220"/>
                <a:gd name="T2" fmla="*/ 138 w 727"/>
                <a:gd name="T3" fmla="*/ 183 h 220"/>
                <a:gd name="T4" fmla="*/ 143 w 727"/>
                <a:gd name="T5" fmla="*/ 33 h 220"/>
                <a:gd name="T6" fmla="*/ 359 w 727"/>
                <a:gd name="T7" fmla="*/ 4 h 220"/>
                <a:gd name="T8" fmla="*/ 578 w 727"/>
                <a:gd name="T9" fmla="*/ 33 h 220"/>
                <a:gd name="T10" fmla="*/ 592 w 727"/>
                <a:gd name="T11" fmla="*/ 183 h 220"/>
                <a:gd name="T12" fmla="*/ 366 w 727"/>
                <a:gd name="T13" fmla="*/ 215 h 220"/>
                <a:gd name="T14" fmla="*/ 359 w 727"/>
                <a:gd name="T15" fmla="*/ 0 h 220"/>
                <a:gd name="T16" fmla="*/ 133 w 727"/>
                <a:gd name="T17" fmla="*/ 30 h 220"/>
                <a:gd name="T18" fmla="*/ 127 w 727"/>
                <a:gd name="T19" fmla="*/ 186 h 220"/>
                <a:gd name="T20" fmla="*/ 366 w 727"/>
                <a:gd name="T21" fmla="*/ 220 h 220"/>
                <a:gd name="T22" fmla="*/ 602 w 727"/>
                <a:gd name="T23" fmla="*/ 186 h 220"/>
                <a:gd name="T24" fmla="*/ 587 w 727"/>
                <a:gd name="T25" fmla="*/ 30 h 220"/>
                <a:gd name="T26" fmla="*/ 359 w 727"/>
                <a:gd name="T27"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7" h="220">
                  <a:moveTo>
                    <a:pt x="366" y="215"/>
                  </a:moveTo>
                  <a:cubicBezTo>
                    <a:pt x="283" y="215"/>
                    <a:pt x="200" y="204"/>
                    <a:pt x="138" y="183"/>
                  </a:cubicBezTo>
                  <a:cubicBezTo>
                    <a:pt x="16" y="140"/>
                    <a:pt x="20" y="73"/>
                    <a:pt x="143" y="33"/>
                  </a:cubicBezTo>
                  <a:cubicBezTo>
                    <a:pt x="203" y="14"/>
                    <a:pt x="281" y="4"/>
                    <a:pt x="359" y="4"/>
                  </a:cubicBezTo>
                  <a:cubicBezTo>
                    <a:pt x="438" y="4"/>
                    <a:pt x="517" y="14"/>
                    <a:pt x="578" y="33"/>
                  </a:cubicBezTo>
                  <a:cubicBezTo>
                    <a:pt x="703" y="73"/>
                    <a:pt x="711" y="140"/>
                    <a:pt x="592" y="183"/>
                  </a:cubicBezTo>
                  <a:cubicBezTo>
                    <a:pt x="530" y="204"/>
                    <a:pt x="448" y="215"/>
                    <a:pt x="366" y="215"/>
                  </a:cubicBezTo>
                  <a:moveTo>
                    <a:pt x="359" y="0"/>
                  </a:moveTo>
                  <a:cubicBezTo>
                    <a:pt x="277" y="0"/>
                    <a:pt x="196" y="10"/>
                    <a:pt x="133" y="30"/>
                  </a:cubicBezTo>
                  <a:cubicBezTo>
                    <a:pt x="5" y="72"/>
                    <a:pt x="0" y="142"/>
                    <a:pt x="127" y="186"/>
                  </a:cubicBezTo>
                  <a:cubicBezTo>
                    <a:pt x="193" y="209"/>
                    <a:pt x="279" y="220"/>
                    <a:pt x="366" y="220"/>
                  </a:cubicBezTo>
                  <a:cubicBezTo>
                    <a:pt x="452" y="220"/>
                    <a:pt x="538" y="209"/>
                    <a:pt x="602" y="186"/>
                  </a:cubicBezTo>
                  <a:cubicBezTo>
                    <a:pt x="727" y="142"/>
                    <a:pt x="718" y="72"/>
                    <a:pt x="587" y="30"/>
                  </a:cubicBezTo>
                  <a:cubicBezTo>
                    <a:pt x="524" y="10"/>
                    <a:pt x="441" y="0"/>
                    <a:pt x="35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4" name="Freeform 7"/>
            <p:cNvSpPr>
              <a:spLocks noEditPoints="1"/>
            </p:cNvSpPr>
            <p:nvPr>
              <p:custDataLst>
                <p:tags r:id="rId26"/>
              </p:custDataLst>
            </p:nvPr>
          </p:nvSpPr>
          <p:spPr bwMode="auto">
            <a:xfrm>
              <a:off x="9247290" y="4902036"/>
              <a:ext cx="1104933" cy="334513"/>
            </a:xfrm>
            <a:custGeom>
              <a:avLst/>
              <a:gdLst>
                <a:gd name="T0" fmla="*/ 542 w 1078"/>
                <a:gd name="T1" fmla="*/ 321 h 326"/>
                <a:gd name="T2" fmla="*/ 197 w 1078"/>
                <a:gd name="T3" fmla="*/ 271 h 326"/>
                <a:gd name="T4" fmla="*/ 212 w 1078"/>
                <a:gd name="T5" fmla="*/ 47 h 326"/>
                <a:gd name="T6" fmla="*/ 533 w 1078"/>
                <a:gd name="T7" fmla="*/ 5 h 326"/>
                <a:gd name="T8" fmla="*/ 857 w 1078"/>
                <a:gd name="T9" fmla="*/ 47 h 326"/>
                <a:gd name="T10" fmla="*/ 884 w 1078"/>
                <a:gd name="T11" fmla="*/ 271 h 326"/>
                <a:gd name="T12" fmla="*/ 542 w 1078"/>
                <a:gd name="T13" fmla="*/ 321 h 326"/>
                <a:gd name="T14" fmla="*/ 533 w 1078"/>
                <a:gd name="T15" fmla="*/ 0 h 326"/>
                <a:gd name="T16" fmla="*/ 202 w 1078"/>
                <a:gd name="T17" fmla="*/ 44 h 326"/>
                <a:gd name="T18" fmla="*/ 187 w 1078"/>
                <a:gd name="T19" fmla="*/ 274 h 326"/>
                <a:gd name="T20" fmla="*/ 542 w 1078"/>
                <a:gd name="T21" fmla="*/ 326 h 326"/>
                <a:gd name="T22" fmla="*/ 895 w 1078"/>
                <a:gd name="T23" fmla="*/ 274 h 326"/>
                <a:gd name="T24" fmla="*/ 866 w 1078"/>
                <a:gd name="T25" fmla="*/ 44 h 326"/>
                <a:gd name="T26" fmla="*/ 533 w 1078"/>
                <a:gd name="T2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8" h="326">
                  <a:moveTo>
                    <a:pt x="542" y="321"/>
                  </a:moveTo>
                  <a:cubicBezTo>
                    <a:pt x="417" y="321"/>
                    <a:pt x="292" y="304"/>
                    <a:pt x="197" y="271"/>
                  </a:cubicBezTo>
                  <a:cubicBezTo>
                    <a:pt x="15" y="206"/>
                    <a:pt x="27" y="106"/>
                    <a:pt x="212" y="47"/>
                  </a:cubicBezTo>
                  <a:cubicBezTo>
                    <a:pt x="301" y="19"/>
                    <a:pt x="417" y="5"/>
                    <a:pt x="533" y="5"/>
                  </a:cubicBezTo>
                  <a:cubicBezTo>
                    <a:pt x="649" y="5"/>
                    <a:pt x="766" y="19"/>
                    <a:pt x="857" y="47"/>
                  </a:cubicBezTo>
                  <a:cubicBezTo>
                    <a:pt x="1045" y="106"/>
                    <a:pt x="1062" y="206"/>
                    <a:pt x="884" y="271"/>
                  </a:cubicBezTo>
                  <a:cubicBezTo>
                    <a:pt x="792" y="304"/>
                    <a:pt x="667" y="321"/>
                    <a:pt x="542" y="321"/>
                  </a:cubicBezTo>
                  <a:moveTo>
                    <a:pt x="533" y="0"/>
                  </a:moveTo>
                  <a:cubicBezTo>
                    <a:pt x="413" y="0"/>
                    <a:pt x="294" y="15"/>
                    <a:pt x="202" y="44"/>
                  </a:cubicBezTo>
                  <a:cubicBezTo>
                    <a:pt x="12" y="105"/>
                    <a:pt x="0" y="208"/>
                    <a:pt x="187" y="274"/>
                  </a:cubicBezTo>
                  <a:cubicBezTo>
                    <a:pt x="284" y="309"/>
                    <a:pt x="413" y="326"/>
                    <a:pt x="542" y="326"/>
                  </a:cubicBezTo>
                  <a:cubicBezTo>
                    <a:pt x="671" y="326"/>
                    <a:pt x="800" y="309"/>
                    <a:pt x="895" y="274"/>
                  </a:cubicBezTo>
                  <a:cubicBezTo>
                    <a:pt x="1078" y="208"/>
                    <a:pt x="1060" y="105"/>
                    <a:pt x="866" y="44"/>
                  </a:cubicBezTo>
                  <a:cubicBezTo>
                    <a:pt x="773" y="15"/>
                    <a:pt x="653" y="0"/>
                    <a:pt x="533"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5" name="Freeform 8"/>
            <p:cNvSpPr>
              <a:spLocks noEditPoints="1"/>
            </p:cNvSpPr>
            <p:nvPr>
              <p:custDataLst>
                <p:tags r:id="rId27"/>
              </p:custDataLst>
            </p:nvPr>
          </p:nvSpPr>
          <p:spPr bwMode="auto">
            <a:xfrm>
              <a:off x="9066168" y="4853939"/>
              <a:ext cx="1468478" cy="442840"/>
            </a:xfrm>
            <a:custGeom>
              <a:avLst/>
              <a:gdLst>
                <a:gd name="T0" fmla="*/ 721 w 1433"/>
                <a:gd name="T1" fmla="*/ 426 h 432"/>
                <a:gd name="T2" fmla="*/ 256 w 1433"/>
                <a:gd name="T3" fmla="*/ 358 h 432"/>
                <a:gd name="T4" fmla="*/ 285 w 1433"/>
                <a:gd name="T5" fmla="*/ 60 h 432"/>
                <a:gd name="T6" fmla="*/ 709 w 1433"/>
                <a:gd name="T7" fmla="*/ 4 h 432"/>
                <a:gd name="T8" fmla="*/ 1136 w 1433"/>
                <a:gd name="T9" fmla="*/ 60 h 432"/>
                <a:gd name="T10" fmla="*/ 1181 w 1433"/>
                <a:gd name="T11" fmla="*/ 358 h 432"/>
                <a:gd name="T12" fmla="*/ 721 w 1433"/>
                <a:gd name="T13" fmla="*/ 426 h 432"/>
                <a:gd name="T14" fmla="*/ 709 w 1433"/>
                <a:gd name="T15" fmla="*/ 0 h 432"/>
                <a:gd name="T16" fmla="*/ 276 w 1433"/>
                <a:gd name="T17" fmla="*/ 57 h 432"/>
                <a:gd name="T18" fmla="*/ 246 w 1433"/>
                <a:gd name="T19" fmla="*/ 361 h 432"/>
                <a:gd name="T20" fmla="*/ 721 w 1433"/>
                <a:gd name="T21" fmla="*/ 432 h 432"/>
                <a:gd name="T22" fmla="*/ 1193 w 1433"/>
                <a:gd name="T23" fmla="*/ 361 h 432"/>
                <a:gd name="T24" fmla="*/ 1145 w 1433"/>
                <a:gd name="T25" fmla="*/ 57 h 432"/>
                <a:gd name="T26" fmla="*/ 709 w 1433"/>
                <a:gd name="T27"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3" h="432">
                  <a:moveTo>
                    <a:pt x="721" y="426"/>
                  </a:moveTo>
                  <a:cubicBezTo>
                    <a:pt x="552" y="426"/>
                    <a:pt x="383" y="404"/>
                    <a:pt x="256" y="358"/>
                  </a:cubicBezTo>
                  <a:cubicBezTo>
                    <a:pt x="16" y="270"/>
                    <a:pt x="38" y="137"/>
                    <a:pt x="285" y="60"/>
                  </a:cubicBezTo>
                  <a:cubicBezTo>
                    <a:pt x="403" y="23"/>
                    <a:pt x="556" y="4"/>
                    <a:pt x="709" y="4"/>
                  </a:cubicBezTo>
                  <a:cubicBezTo>
                    <a:pt x="862" y="4"/>
                    <a:pt x="1015" y="23"/>
                    <a:pt x="1136" y="60"/>
                  </a:cubicBezTo>
                  <a:cubicBezTo>
                    <a:pt x="1388" y="137"/>
                    <a:pt x="1417" y="270"/>
                    <a:pt x="1181" y="358"/>
                  </a:cubicBezTo>
                  <a:cubicBezTo>
                    <a:pt x="1058" y="404"/>
                    <a:pt x="890" y="426"/>
                    <a:pt x="721" y="426"/>
                  </a:cubicBezTo>
                  <a:moveTo>
                    <a:pt x="709" y="0"/>
                  </a:moveTo>
                  <a:cubicBezTo>
                    <a:pt x="552" y="0"/>
                    <a:pt x="397" y="19"/>
                    <a:pt x="276" y="57"/>
                  </a:cubicBezTo>
                  <a:cubicBezTo>
                    <a:pt x="23" y="136"/>
                    <a:pt x="0" y="272"/>
                    <a:pt x="246" y="361"/>
                  </a:cubicBezTo>
                  <a:cubicBezTo>
                    <a:pt x="375" y="408"/>
                    <a:pt x="548" y="432"/>
                    <a:pt x="721" y="432"/>
                  </a:cubicBezTo>
                  <a:cubicBezTo>
                    <a:pt x="894" y="432"/>
                    <a:pt x="1066" y="408"/>
                    <a:pt x="1193" y="361"/>
                  </a:cubicBezTo>
                  <a:cubicBezTo>
                    <a:pt x="1433" y="272"/>
                    <a:pt x="1402" y="136"/>
                    <a:pt x="1145" y="57"/>
                  </a:cubicBezTo>
                  <a:cubicBezTo>
                    <a:pt x="1022" y="19"/>
                    <a:pt x="865" y="0"/>
                    <a:pt x="70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6" name="Freeform 9"/>
            <p:cNvSpPr>
              <a:spLocks noEditPoints="1"/>
            </p:cNvSpPr>
            <p:nvPr>
              <p:custDataLst>
                <p:tags r:id="rId28"/>
              </p:custDataLst>
            </p:nvPr>
          </p:nvSpPr>
          <p:spPr bwMode="auto">
            <a:xfrm>
              <a:off x="8882446" y="4806708"/>
              <a:ext cx="1836789" cy="551600"/>
            </a:xfrm>
            <a:custGeom>
              <a:avLst/>
              <a:gdLst>
                <a:gd name="T0" fmla="*/ 902 w 1792"/>
                <a:gd name="T1" fmla="*/ 533 h 538"/>
                <a:gd name="T2" fmla="*/ 315 w 1792"/>
                <a:gd name="T3" fmla="*/ 445 h 538"/>
                <a:gd name="T4" fmla="*/ 362 w 1792"/>
                <a:gd name="T5" fmla="*/ 72 h 538"/>
                <a:gd name="T6" fmla="*/ 886 w 1792"/>
                <a:gd name="T7" fmla="*/ 4 h 538"/>
                <a:gd name="T8" fmla="*/ 1415 w 1792"/>
                <a:gd name="T9" fmla="*/ 72 h 538"/>
                <a:gd name="T10" fmla="*/ 1483 w 1792"/>
                <a:gd name="T11" fmla="*/ 445 h 538"/>
                <a:gd name="T12" fmla="*/ 902 w 1792"/>
                <a:gd name="T13" fmla="*/ 533 h 538"/>
                <a:gd name="T14" fmla="*/ 886 w 1792"/>
                <a:gd name="T15" fmla="*/ 0 h 538"/>
                <a:gd name="T16" fmla="*/ 353 w 1792"/>
                <a:gd name="T17" fmla="*/ 69 h 538"/>
                <a:gd name="T18" fmla="*/ 304 w 1792"/>
                <a:gd name="T19" fmla="*/ 448 h 538"/>
                <a:gd name="T20" fmla="*/ 902 w 1792"/>
                <a:gd name="T21" fmla="*/ 538 h 538"/>
                <a:gd name="T22" fmla="*/ 1495 w 1792"/>
                <a:gd name="T23" fmla="*/ 448 h 538"/>
                <a:gd name="T24" fmla="*/ 1424 w 1792"/>
                <a:gd name="T25" fmla="*/ 69 h 538"/>
                <a:gd name="T26" fmla="*/ 886 w 1792"/>
                <a:gd name="T27"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2" h="538">
                  <a:moveTo>
                    <a:pt x="902" y="533"/>
                  </a:moveTo>
                  <a:cubicBezTo>
                    <a:pt x="688" y="533"/>
                    <a:pt x="473" y="503"/>
                    <a:pt x="315" y="445"/>
                  </a:cubicBezTo>
                  <a:cubicBezTo>
                    <a:pt x="16" y="334"/>
                    <a:pt x="52" y="167"/>
                    <a:pt x="362" y="72"/>
                  </a:cubicBezTo>
                  <a:cubicBezTo>
                    <a:pt x="509" y="27"/>
                    <a:pt x="697" y="4"/>
                    <a:pt x="886" y="4"/>
                  </a:cubicBezTo>
                  <a:cubicBezTo>
                    <a:pt x="1075" y="4"/>
                    <a:pt x="1265" y="27"/>
                    <a:pt x="1415" y="72"/>
                  </a:cubicBezTo>
                  <a:cubicBezTo>
                    <a:pt x="1731" y="167"/>
                    <a:pt x="1776" y="334"/>
                    <a:pt x="1483" y="445"/>
                  </a:cubicBezTo>
                  <a:cubicBezTo>
                    <a:pt x="1328" y="503"/>
                    <a:pt x="1115" y="533"/>
                    <a:pt x="902" y="533"/>
                  </a:cubicBezTo>
                  <a:moveTo>
                    <a:pt x="886" y="0"/>
                  </a:moveTo>
                  <a:cubicBezTo>
                    <a:pt x="694" y="0"/>
                    <a:pt x="502" y="23"/>
                    <a:pt x="353" y="69"/>
                  </a:cubicBezTo>
                  <a:cubicBezTo>
                    <a:pt x="37" y="166"/>
                    <a:pt x="0" y="335"/>
                    <a:pt x="304" y="448"/>
                  </a:cubicBezTo>
                  <a:cubicBezTo>
                    <a:pt x="465" y="508"/>
                    <a:pt x="684" y="538"/>
                    <a:pt x="902" y="538"/>
                  </a:cubicBezTo>
                  <a:cubicBezTo>
                    <a:pt x="1120" y="538"/>
                    <a:pt x="1337" y="508"/>
                    <a:pt x="1495" y="448"/>
                  </a:cubicBezTo>
                  <a:cubicBezTo>
                    <a:pt x="1792" y="335"/>
                    <a:pt x="1745" y="166"/>
                    <a:pt x="1424" y="69"/>
                  </a:cubicBezTo>
                  <a:cubicBezTo>
                    <a:pt x="1271" y="23"/>
                    <a:pt x="1079" y="0"/>
                    <a:pt x="886"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7" name="Freeform 10"/>
            <p:cNvSpPr>
              <a:spLocks noEditPoints="1"/>
            </p:cNvSpPr>
            <p:nvPr>
              <p:custDataLst>
                <p:tags r:id="rId29"/>
              </p:custDataLst>
            </p:nvPr>
          </p:nvSpPr>
          <p:spPr bwMode="auto">
            <a:xfrm>
              <a:off x="8697857" y="4761644"/>
              <a:ext cx="2206833" cy="661226"/>
            </a:xfrm>
            <a:custGeom>
              <a:avLst/>
              <a:gdLst>
                <a:gd name="T0" fmla="*/ 1083 w 2153"/>
                <a:gd name="T1" fmla="*/ 639 h 645"/>
                <a:gd name="T2" fmla="*/ 372 w 2153"/>
                <a:gd name="T3" fmla="*/ 530 h 645"/>
                <a:gd name="T4" fmla="*/ 442 w 2153"/>
                <a:gd name="T5" fmla="*/ 83 h 645"/>
                <a:gd name="T6" fmla="*/ 1065 w 2153"/>
                <a:gd name="T7" fmla="*/ 4 h 645"/>
                <a:gd name="T8" fmla="*/ 1693 w 2153"/>
                <a:gd name="T9" fmla="*/ 83 h 645"/>
                <a:gd name="T10" fmla="*/ 1789 w 2153"/>
                <a:gd name="T11" fmla="*/ 530 h 645"/>
                <a:gd name="T12" fmla="*/ 1083 w 2153"/>
                <a:gd name="T13" fmla="*/ 639 h 645"/>
                <a:gd name="T14" fmla="*/ 1065 w 2153"/>
                <a:gd name="T15" fmla="*/ 0 h 645"/>
                <a:gd name="T16" fmla="*/ 433 w 2153"/>
                <a:gd name="T17" fmla="*/ 80 h 645"/>
                <a:gd name="T18" fmla="*/ 360 w 2153"/>
                <a:gd name="T19" fmla="*/ 534 h 645"/>
                <a:gd name="T20" fmla="*/ 1084 w 2153"/>
                <a:gd name="T21" fmla="*/ 645 h 645"/>
                <a:gd name="T22" fmla="*/ 1801 w 2153"/>
                <a:gd name="T23" fmla="*/ 534 h 645"/>
                <a:gd name="T24" fmla="*/ 1701 w 2153"/>
                <a:gd name="T25" fmla="*/ 80 h 645"/>
                <a:gd name="T26" fmla="*/ 1065 w 2153"/>
                <a:gd name="T27" fmla="*/ 0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53" h="645">
                  <a:moveTo>
                    <a:pt x="1083" y="639"/>
                  </a:moveTo>
                  <a:cubicBezTo>
                    <a:pt x="824" y="639"/>
                    <a:pt x="563" y="603"/>
                    <a:pt x="372" y="530"/>
                  </a:cubicBezTo>
                  <a:cubicBezTo>
                    <a:pt x="16" y="395"/>
                    <a:pt x="68" y="195"/>
                    <a:pt x="442" y="83"/>
                  </a:cubicBezTo>
                  <a:cubicBezTo>
                    <a:pt x="618" y="30"/>
                    <a:pt x="841" y="4"/>
                    <a:pt x="1065" y="4"/>
                  </a:cubicBezTo>
                  <a:cubicBezTo>
                    <a:pt x="1289" y="4"/>
                    <a:pt x="1514" y="30"/>
                    <a:pt x="1693" y="83"/>
                  </a:cubicBezTo>
                  <a:cubicBezTo>
                    <a:pt x="2073" y="195"/>
                    <a:pt x="2137" y="395"/>
                    <a:pt x="1789" y="530"/>
                  </a:cubicBezTo>
                  <a:cubicBezTo>
                    <a:pt x="1602" y="603"/>
                    <a:pt x="1343" y="639"/>
                    <a:pt x="1083" y="639"/>
                  </a:cubicBezTo>
                  <a:moveTo>
                    <a:pt x="1065" y="0"/>
                  </a:moveTo>
                  <a:cubicBezTo>
                    <a:pt x="838" y="0"/>
                    <a:pt x="611" y="26"/>
                    <a:pt x="433" y="80"/>
                  </a:cubicBezTo>
                  <a:cubicBezTo>
                    <a:pt x="53" y="194"/>
                    <a:pt x="0" y="397"/>
                    <a:pt x="360" y="534"/>
                  </a:cubicBezTo>
                  <a:cubicBezTo>
                    <a:pt x="555" y="608"/>
                    <a:pt x="820" y="645"/>
                    <a:pt x="1084" y="645"/>
                  </a:cubicBezTo>
                  <a:cubicBezTo>
                    <a:pt x="1348" y="645"/>
                    <a:pt x="1610" y="608"/>
                    <a:pt x="1801" y="534"/>
                  </a:cubicBezTo>
                  <a:cubicBezTo>
                    <a:pt x="2153" y="397"/>
                    <a:pt x="2088" y="194"/>
                    <a:pt x="1701" y="80"/>
                  </a:cubicBezTo>
                  <a:cubicBezTo>
                    <a:pt x="1521" y="26"/>
                    <a:pt x="1292" y="0"/>
                    <a:pt x="1065"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8" name="Freeform 11"/>
            <p:cNvSpPr>
              <a:spLocks noEditPoints="1"/>
            </p:cNvSpPr>
            <p:nvPr>
              <p:custDataLst>
                <p:tags r:id="rId30"/>
              </p:custDataLst>
            </p:nvPr>
          </p:nvSpPr>
          <p:spPr bwMode="auto">
            <a:xfrm>
              <a:off x="8510668" y="4716580"/>
              <a:ext cx="2581644" cy="773020"/>
            </a:xfrm>
            <a:custGeom>
              <a:avLst/>
              <a:gdLst>
                <a:gd name="T0" fmla="*/ 1268 w 2519"/>
                <a:gd name="T1" fmla="*/ 748 h 754"/>
                <a:gd name="T2" fmla="*/ 429 w 2519"/>
                <a:gd name="T3" fmla="*/ 617 h 754"/>
                <a:gd name="T4" fmla="*/ 527 w 2519"/>
                <a:gd name="T5" fmla="*/ 94 h 754"/>
                <a:gd name="T6" fmla="*/ 1247 w 2519"/>
                <a:gd name="T7" fmla="*/ 4 h 754"/>
                <a:gd name="T8" fmla="*/ 1972 w 2519"/>
                <a:gd name="T9" fmla="*/ 94 h 754"/>
                <a:gd name="T10" fmla="*/ 2101 w 2519"/>
                <a:gd name="T11" fmla="*/ 617 h 754"/>
                <a:gd name="T12" fmla="*/ 1268 w 2519"/>
                <a:gd name="T13" fmla="*/ 748 h 754"/>
                <a:gd name="T14" fmla="*/ 1247 w 2519"/>
                <a:gd name="T15" fmla="*/ 0 h 754"/>
                <a:gd name="T16" fmla="*/ 519 w 2519"/>
                <a:gd name="T17" fmla="*/ 91 h 754"/>
                <a:gd name="T18" fmla="*/ 417 w 2519"/>
                <a:gd name="T19" fmla="*/ 621 h 754"/>
                <a:gd name="T20" fmla="*/ 1269 w 2519"/>
                <a:gd name="T21" fmla="*/ 754 h 754"/>
                <a:gd name="T22" fmla="*/ 2112 w 2519"/>
                <a:gd name="T23" fmla="*/ 621 h 754"/>
                <a:gd name="T24" fmla="*/ 1980 w 2519"/>
                <a:gd name="T25" fmla="*/ 91 h 754"/>
                <a:gd name="T26" fmla="*/ 1247 w 2519"/>
                <a:gd name="T27" fmla="*/ 0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9" h="754">
                  <a:moveTo>
                    <a:pt x="1268" y="748"/>
                  </a:moveTo>
                  <a:cubicBezTo>
                    <a:pt x="961" y="748"/>
                    <a:pt x="653" y="704"/>
                    <a:pt x="429" y="617"/>
                  </a:cubicBezTo>
                  <a:cubicBezTo>
                    <a:pt x="17" y="457"/>
                    <a:pt x="89" y="224"/>
                    <a:pt x="527" y="94"/>
                  </a:cubicBezTo>
                  <a:cubicBezTo>
                    <a:pt x="731" y="34"/>
                    <a:pt x="988" y="4"/>
                    <a:pt x="1247" y="4"/>
                  </a:cubicBezTo>
                  <a:cubicBezTo>
                    <a:pt x="1505" y="4"/>
                    <a:pt x="1765" y="34"/>
                    <a:pt x="1972" y="94"/>
                  </a:cubicBezTo>
                  <a:cubicBezTo>
                    <a:pt x="2417" y="224"/>
                    <a:pt x="2503" y="457"/>
                    <a:pt x="2101" y="617"/>
                  </a:cubicBezTo>
                  <a:cubicBezTo>
                    <a:pt x="1881" y="704"/>
                    <a:pt x="1575" y="748"/>
                    <a:pt x="1268" y="748"/>
                  </a:cubicBezTo>
                  <a:moveTo>
                    <a:pt x="1247" y="0"/>
                  </a:moveTo>
                  <a:cubicBezTo>
                    <a:pt x="985" y="0"/>
                    <a:pt x="724" y="31"/>
                    <a:pt x="519" y="91"/>
                  </a:cubicBezTo>
                  <a:cubicBezTo>
                    <a:pt x="75" y="222"/>
                    <a:pt x="0" y="459"/>
                    <a:pt x="417" y="621"/>
                  </a:cubicBezTo>
                  <a:cubicBezTo>
                    <a:pt x="645" y="710"/>
                    <a:pt x="957" y="754"/>
                    <a:pt x="1269" y="754"/>
                  </a:cubicBezTo>
                  <a:cubicBezTo>
                    <a:pt x="1580" y="754"/>
                    <a:pt x="1890" y="710"/>
                    <a:pt x="2112" y="621"/>
                  </a:cubicBezTo>
                  <a:cubicBezTo>
                    <a:pt x="2519" y="459"/>
                    <a:pt x="2432" y="222"/>
                    <a:pt x="1980" y="91"/>
                  </a:cubicBezTo>
                  <a:cubicBezTo>
                    <a:pt x="1771" y="31"/>
                    <a:pt x="1508" y="0"/>
                    <a:pt x="1247"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60" name="组合 5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6"/>
            </p:custDataLst>
          </p:nvPr>
        </p:nvGrpSpPr>
        <p:grpSpPr>
          <a:xfrm>
            <a:off x="9557971" y="3817902"/>
            <a:ext cx="492237" cy="1279122"/>
            <a:chOff x="9557971" y="3817902"/>
            <a:chExt cx="492237" cy="1279122"/>
          </a:xfrm>
        </p:grpSpPr>
        <p:sp>
          <p:nvSpPr>
            <p:cNvPr id="39" name="Oval 12"/>
            <p:cNvSpPr>
              <a:spLocks noChangeArrowheads="1"/>
            </p:cNvSpPr>
            <p:nvPr>
              <p:custDataLst>
                <p:tags r:id="rId22"/>
              </p:custDataLst>
            </p:nvPr>
          </p:nvSpPr>
          <p:spPr bwMode="auto">
            <a:xfrm>
              <a:off x="9672798" y="3817902"/>
              <a:ext cx="264317" cy="264751"/>
            </a:xfrm>
            <a:prstGeom prst="ellipse">
              <a:avLst/>
            </a:pr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Freeform 13"/>
            <p:cNvSpPr/>
            <p:nvPr>
              <p:custDataLst>
                <p:tags r:id="rId23"/>
              </p:custDataLst>
            </p:nvPr>
          </p:nvSpPr>
          <p:spPr bwMode="auto">
            <a:xfrm>
              <a:off x="9557971" y="4106051"/>
              <a:ext cx="492237" cy="990973"/>
            </a:xfrm>
            <a:custGeom>
              <a:avLst/>
              <a:gdLst>
                <a:gd name="T0" fmla="*/ 479 w 480"/>
                <a:gd name="T1" fmla="*/ 32 h 966"/>
                <a:gd name="T2" fmla="*/ 444 w 480"/>
                <a:gd name="T3" fmla="*/ 0 h 966"/>
                <a:gd name="T4" fmla="*/ 32 w 480"/>
                <a:gd name="T5" fmla="*/ 0 h 966"/>
                <a:gd name="T6" fmla="*/ 5 w 480"/>
                <a:gd name="T7" fmla="*/ 57 h 966"/>
                <a:gd name="T8" fmla="*/ 5 w 480"/>
                <a:gd name="T9" fmla="*/ 413 h 966"/>
                <a:gd name="T10" fmla="*/ 47 w 480"/>
                <a:gd name="T11" fmla="*/ 455 h 966"/>
                <a:gd name="T12" fmla="*/ 89 w 480"/>
                <a:gd name="T13" fmla="*/ 413 h 966"/>
                <a:gd name="T14" fmla="*/ 89 w 480"/>
                <a:gd name="T15" fmla="*/ 115 h 966"/>
                <a:gd name="T16" fmla="*/ 110 w 480"/>
                <a:gd name="T17" fmla="*/ 115 h 966"/>
                <a:gd name="T18" fmla="*/ 110 w 480"/>
                <a:gd name="T19" fmla="*/ 897 h 966"/>
                <a:gd name="T20" fmla="*/ 172 w 480"/>
                <a:gd name="T21" fmla="*/ 966 h 966"/>
                <a:gd name="T22" fmla="*/ 234 w 480"/>
                <a:gd name="T23" fmla="*/ 897 h 966"/>
                <a:gd name="T24" fmla="*/ 234 w 480"/>
                <a:gd name="T25" fmla="*/ 454 h 966"/>
                <a:gd name="T26" fmla="*/ 251 w 480"/>
                <a:gd name="T27" fmla="*/ 454 h 966"/>
                <a:gd name="T28" fmla="*/ 251 w 480"/>
                <a:gd name="T29" fmla="*/ 897 h 966"/>
                <a:gd name="T30" fmla="*/ 313 w 480"/>
                <a:gd name="T31" fmla="*/ 966 h 966"/>
                <a:gd name="T32" fmla="*/ 375 w 480"/>
                <a:gd name="T33" fmla="*/ 897 h 966"/>
                <a:gd name="T34" fmla="*/ 376 w 480"/>
                <a:gd name="T35" fmla="*/ 115 h 966"/>
                <a:gd name="T36" fmla="*/ 396 w 480"/>
                <a:gd name="T37" fmla="*/ 115 h 966"/>
                <a:gd name="T38" fmla="*/ 396 w 480"/>
                <a:gd name="T39" fmla="*/ 413 h 966"/>
                <a:gd name="T40" fmla="*/ 438 w 480"/>
                <a:gd name="T41" fmla="*/ 455 h 966"/>
                <a:gd name="T42" fmla="*/ 480 w 480"/>
                <a:gd name="T43" fmla="*/ 413 h 966"/>
                <a:gd name="T44" fmla="*/ 480 w 480"/>
                <a:gd name="T45" fmla="*/ 43 h 966"/>
                <a:gd name="T46" fmla="*/ 479 w 480"/>
                <a:gd name="T47" fmla="*/ 32 h 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0" h="966">
                  <a:moveTo>
                    <a:pt x="479" y="32"/>
                  </a:moveTo>
                  <a:cubicBezTo>
                    <a:pt x="476" y="13"/>
                    <a:pt x="467" y="0"/>
                    <a:pt x="444" y="0"/>
                  </a:cubicBezTo>
                  <a:cubicBezTo>
                    <a:pt x="32" y="0"/>
                    <a:pt x="32" y="0"/>
                    <a:pt x="32" y="0"/>
                  </a:cubicBezTo>
                  <a:cubicBezTo>
                    <a:pt x="0" y="0"/>
                    <a:pt x="5" y="25"/>
                    <a:pt x="5" y="57"/>
                  </a:cubicBezTo>
                  <a:cubicBezTo>
                    <a:pt x="5" y="413"/>
                    <a:pt x="5" y="413"/>
                    <a:pt x="5" y="413"/>
                  </a:cubicBezTo>
                  <a:cubicBezTo>
                    <a:pt x="5" y="436"/>
                    <a:pt x="23" y="455"/>
                    <a:pt x="47" y="455"/>
                  </a:cubicBezTo>
                  <a:cubicBezTo>
                    <a:pt x="70" y="455"/>
                    <a:pt x="89" y="436"/>
                    <a:pt x="89" y="413"/>
                  </a:cubicBezTo>
                  <a:cubicBezTo>
                    <a:pt x="89" y="115"/>
                    <a:pt x="89" y="115"/>
                    <a:pt x="89" y="115"/>
                  </a:cubicBezTo>
                  <a:cubicBezTo>
                    <a:pt x="110" y="115"/>
                    <a:pt x="110" y="115"/>
                    <a:pt x="110" y="115"/>
                  </a:cubicBezTo>
                  <a:cubicBezTo>
                    <a:pt x="110" y="897"/>
                    <a:pt x="110" y="897"/>
                    <a:pt x="110" y="897"/>
                  </a:cubicBezTo>
                  <a:cubicBezTo>
                    <a:pt x="110" y="935"/>
                    <a:pt x="137" y="966"/>
                    <a:pt x="172" y="966"/>
                  </a:cubicBezTo>
                  <a:cubicBezTo>
                    <a:pt x="206" y="966"/>
                    <a:pt x="234" y="935"/>
                    <a:pt x="234" y="897"/>
                  </a:cubicBezTo>
                  <a:cubicBezTo>
                    <a:pt x="234" y="454"/>
                    <a:pt x="234" y="454"/>
                    <a:pt x="234" y="454"/>
                  </a:cubicBezTo>
                  <a:cubicBezTo>
                    <a:pt x="251" y="454"/>
                    <a:pt x="251" y="454"/>
                    <a:pt x="251" y="454"/>
                  </a:cubicBezTo>
                  <a:cubicBezTo>
                    <a:pt x="251" y="897"/>
                    <a:pt x="251" y="897"/>
                    <a:pt x="251" y="897"/>
                  </a:cubicBezTo>
                  <a:cubicBezTo>
                    <a:pt x="251" y="935"/>
                    <a:pt x="279" y="966"/>
                    <a:pt x="313" y="966"/>
                  </a:cubicBezTo>
                  <a:cubicBezTo>
                    <a:pt x="347" y="966"/>
                    <a:pt x="375" y="935"/>
                    <a:pt x="375" y="897"/>
                  </a:cubicBezTo>
                  <a:cubicBezTo>
                    <a:pt x="376" y="115"/>
                    <a:pt x="376" y="115"/>
                    <a:pt x="376" y="115"/>
                  </a:cubicBezTo>
                  <a:cubicBezTo>
                    <a:pt x="396" y="115"/>
                    <a:pt x="396" y="115"/>
                    <a:pt x="396" y="115"/>
                  </a:cubicBezTo>
                  <a:cubicBezTo>
                    <a:pt x="396" y="413"/>
                    <a:pt x="396" y="413"/>
                    <a:pt x="396" y="413"/>
                  </a:cubicBezTo>
                  <a:cubicBezTo>
                    <a:pt x="396" y="436"/>
                    <a:pt x="415" y="455"/>
                    <a:pt x="438" y="455"/>
                  </a:cubicBezTo>
                  <a:cubicBezTo>
                    <a:pt x="462" y="455"/>
                    <a:pt x="480" y="436"/>
                    <a:pt x="480" y="413"/>
                  </a:cubicBezTo>
                  <a:cubicBezTo>
                    <a:pt x="480" y="43"/>
                    <a:pt x="480" y="43"/>
                    <a:pt x="480" y="43"/>
                  </a:cubicBezTo>
                  <a:cubicBezTo>
                    <a:pt x="480" y="39"/>
                    <a:pt x="480" y="35"/>
                    <a:pt x="479" y="32"/>
                  </a:cubicBezTo>
                  <a:close/>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8" name="组合 1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7"/>
            </p:custDataLst>
          </p:nvPr>
        </p:nvGrpSpPr>
        <p:grpSpPr>
          <a:xfrm>
            <a:off x="6049053" y="2809632"/>
            <a:ext cx="2581644" cy="773020"/>
            <a:chOff x="6049053" y="2809632"/>
            <a:chExt cx="2581644" cy="773020"/>
          </a:xfrm>
        </p:grpSpPr>
        <p:sp>
          <p:nvSpPr>
            <p:cNvPr id="42" name="Freeform 5"/>
            <p:cNvSpPr>
              <a:spLocks noEditPoints="1"/>
            </p:cNvSpPr>
            <p:nvPr>
              <p:custDataLst>
                <p:tags r:id="rId15"/>
              </p:custDataLst>
            </p:nvPr>
          </p:nvSpPr>
          <p:spPr bwMode="auto">
            <a:xfrm>
              <a:off x="7142720" y="3096482"/>
              <a:ext cx="389110" cy="118293"/>
            </a:xfrm>
            <a:custGeom>
              <a:avLst/>
              <a:gdLst>
                <a:gd name="T0" fmla="*/ 191 w 380"/>
                <a:gd name="T1" fmla="*/ 110 h 115"/>
                <a:gd name="T2" fmla="*/ 78 w 380"/>
                <a:gd name="T3" fmla="*/ 94 h 115"/>
                <a:gd name="T4" fmla="*/ 78 w 380"/>
                <a:gd name="T5" fmla="*/ 19 h 115"/>
                <a:gd name="T6" fmla="*/ 188 w 380"/>
                <a:gd name="T7" fmla="*/ 4 h 115"/>
                <a:gd name="T8" fmla="*/ 299 w 380"/>
                <a:gd name="T9" fmla="*/ 19 h 115"/>
                <a:gd name="T10" fmla="*/ 303 w 380"/>
                <a:gd name="T11" fmla="*/ 94 h 115"/>
                <a:gd name="T12" fmla="*/ 191 w 380"/>
                <a:gd name="T13" fmla="*/ 110 h 115"/>
                <a:gd name="T14" fmla="*/ 188 w 380"/>
                <a:gd name="T15" fmla="*/ 0 h 115"/>
                <a:gd name="T16" fmla="*/ 68 w 380"/>
                <a:gd name="T17" fmla="*/ 16 h 115"/>
                <a:gd name="T18" fmla="*/ 68 w 380"/>
                <a:gd name="T19" fmla="*/ 98 h 115"/>
                <a:gd name="T20" fmla="*/ 191 w 380"/>
                <a:gd name="T21" fmla="*/ 115 h 115"/>
                <a:gd name="T22" fmla="*/ 314 w 380"/>
                <a:gd name="T23" fmla="*/ 98 h 115"/>
                <a:gd name="T24" fmla="*/ 308 w 380"/>
                <a:gd name="T25" fmla="*/ 16 h 115"/>
                <a:gd name="T26" fmla="*/ 188 w 380"/>
                <a:gd name="T2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0" h="115">
                  <a:moveTo>
                    <a:pt x="191" y="110"/>
                  </a:moveTo>
                  <a:cubicBezTo>
                    <a:pt x="150" y="110"/>
                    <a:pt x="109" y="105"/>
                    <a:pt x="78" y="94"/>
                  </a:cubicBezTo>
                  <a:cubicBezTo>
                    <a:pt x="16" y="73"/>
                    <a:pt x="17" y="40"/>
                    <a:pt x="78" y="19"/>
                  </a:cubicBezTo>
                  <a:cubicBezTo>
                    <a:pt x="108" y="9"/>
                    <a:pt x="148" y="4"/>
                    <a:pt x="188" y="4"/>
                  </a:cubicBezTo>
                  <a:cubicBezTo>
                    <a:pt x="228" y="4"/>
                    <a:pt x="268" y="9"/>
                    <a:pt x="299" y="19"/>
                  </a:cubicBezTo>
                  <a:cubicBezTo>
                    <a:pt x="361" y="40"/>
                    <a:pt x="364" y="73"/>
                    <a:pt x="303" y="94"/>
                  </a:cubicBezTo>
                  <a:cubicBezTo>
                    <a:pt x="273" y="105"/>
                    <a:pt x="232" y="110"/>
                    <a:pt x="191" y="110"/>
                  </a:cubicBezTo>
                  <a:moveTo>
                    <a:pt x="188" y="0"/>
                  </a:moveTo>
                  <a:cubicBezTo>
                    <a:pt x="144" y="0"/>
                    <a:pt x="101" y="5"/>
                    <a:pt x="68" y="16"/>
                  </a:cubicBezTo>
                  <a:cubicBezTo>
                    <a:pt x="1" y="38"/>
                    <a:pt x="0" y="75"/>
                    <a:pt x="68" y="98"/>
                  </a:cubicBezTo>
                  <a:cubicBezTo>
                    <a:pt x="102" y="109"/>
                    <a:pt x="147" y="115"/>
                    <a:pt x="191" y="115"/>
                  </a:cubicBezTo>
                  <a:cubicBezTo>
                    <a:pt x="236" y="115"/>
                    <a:pt x="280" y="109"/>
                    <a:pt x="314" y="98"/>
                  </a:cubicBezTo>
                  <a:cubicBezTo>
                    <a:pt x="380" y="75"/>
                    <a:pt x="377" y="38"/>
                    <a:pt x="308" y="16"/>
                  </a:cubicBezTo>
                  <a:cubicBezTo>
                    <a:pt x="275" y="5"/>
                    <a:pt x="231" y="0"/>
                    <a:pt x="188"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Freeform 6"/>
            <p:cNvSpPr>
              <a:spLocks noEditPoints="1"/>
            </p:cNvSpPr>
            <p:nvPr>
              <p:custDataLst>
                <p:tags r:id="rId16"/>
              </p:custDataLst>
            </p:nvPr>
          </p:nvSpPr>
          <p:spPr bwMode="auto">
            <a:xfrm>
              <a:off x="6965064" y="3045351"/>
              <a:ext cx="745288" cy="225753"/>
            </a:xfrm>
            <a:custGeom>
              <a:avLst/>
              <a:gdLst>
                <a:gd name="T0" fmla="*/ 366 w 727"/>
                <a:gd name="T1" fmla="*/ 215 h 220"/>
                <a:gd name="T2" fmla="*/ 138 w 727"/>
                <a:gd name="T3" fmla="*/ 183 h 220"/>
                <a:gd name="T4" fmla="*/ 143 w 727"/>
                <a:gd name="T5" fmla="*/ 33 h 220"/>
                <a:gd name="T6" fmla="*/ 359 w 727"/>
                <a:gd name="T7" fmla="*/ 4 h 220"/>
                <a:gd name="T8" fmla="*/ 578 w 727"/>
                <a:gd name="T9" fmla="*/ 33 h 220"/>
                <a:gd name="T10" fmla="*/ 592 w 727"/>
                <a:gd name="T11" fmla="*/ 183 h 220"/>
                <a:gd name="T12" fmla="*/ 366 w 727"/>
                <a:gd name="T13" fmla="*/ 215 h 220"/>
                <a:gd name="T14" fmla="*/ 359 w 727"/>
                <a:gd name="T15" fmla="*/ 0 h 220"/>
                <a:gd name="T16" fmla="*/ 133 w 727"/>
                <a:gd name="T17" fmla="*/ 30 h 220"/>
                <a:gd name="T18" fmla="*/ 127 w 727"/>
                <a:gd name="T19" fmla="*/ 186 h 220"/>
                <a:gd name="T20" fmla="*/ 366 w 727"/>
                <a:gd name="T21" fmla="*/ 220 h 220"/>
                <a:gd name="T22" fmla="*/ 602 w 727"/>
                <a:gd name="T23" fmla="*/ 186 h 220"/>
                <a:gd name="T24" fmla="*/ 587 w 727"/>
                <a:gd name="T25" fmla="*/ 30 h 220"/>
                <a:gd name="T26" fmla="*/ 359 w 727"/>
                <a:gd name="T27"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7" h="220">
                  <a:moveTo>
                    <a:pt x="366" y="215"/>
                  </a:moveTo>
                  <a:cubicBezTo>
                    <a:pt x="283" y="215"/>
                    <a:pt x="200" y="204"/>
                    <a:pt x="138" y="183"/>
                  </a:cubicBezTo>
                  <a:cubicBezTo>
                    <a:pt x="16" y="140"/>
                    <a:pt x="20" y="73"/>
                    <a:pt x="143" y="33"/>
                  </a:cubicBezTo>
                  <a:cubicBezTo>
                    <a:pt x="203" y="14"/>
                    <a:pt x="281" y="4"/>
                    <a:pt x="359" y="4"/>
                  </a:cubicBezTo>
                  <a:cubicBezTo>
                    <a:pt x="438" y="4"/>
                    <a:pt x="517" y="14"/>
                    <a:pt x="578" y="33"/>
                  </a:cubicBezTo>
                  <a:cubicBezTo>
                    <a:pt x="703" y="73"/>
                    <a:pt x="711" y="140"/>
                    <a:pt x="592" y="183"/>
                  </a:cubicBezTo>
                  <a:cubicBezTo>
                    <a:pt x="530" y="204"/>
                    <a:pt x="448" y="215"/>
                    <a:pt x="366" y="215"/>
                  </a:cubicBezTo>
                  <a:moveTo>
                    <a:pt x="359" y="0"/>
                  </a:moveTo>
                  <a:cubicBezTo>
                    <a:pt x="277" y="0"/>
                    <a:pt x="196" y="10"/>
                    <a:pt x="133" y="30"/>
                  </a:cubicBezTo>
                  <a:cubicBezTo>
                    <a:pt x="5" y="72"/>
                    <a:pt x="0" y="142"/>
                    <a:pt x="127" y="186"/>
                  </a:cubicBezTo>
                  <a:cubicBezTo>
                    <a:pt x="193" y="209"/>
                    <a:pt x="279" y="220"/>
                    <a:pt x="366" y="220"/>
                  </a:cubicBezTo>
                  <a:cubicBezTo>
                    <a:pt x="452" y="220"/>
                    <a:pt x="538" y="209"/>
                    <a:pt x="602" y="186"/>
                  </a:cubicBezTo>
                  <a:cubicBezTo>
                    <a:pt x="727" y="142"/>
                    <a:pt x="718" y="72"/>
                    <a:pt x="587" y="30"/>
                  </a:cubicBezTo>
                  <a:cubicBezTo>
                    <a:pt x="524" y="10"/>
                    <a:pt x="441" y="0"/>
                    <a:pt x="35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4" name="Freeform 7"/>
            <p:cNvSpPr>
              <a:spLocks noEditPoints="1"/>
            </p:cNvSpPr>
            <p:nvPr>
              <p:custDataLst>
                <p:tags r:id="rId17"/>
              </p:custDataLst>
            </p:nvPr>
          </p:nvSpPr>
          <p:spPr bwMode="auto">
            <a:xfrm>
              <a:off x="6785675" y="2995088"/>
              <a:ext cx="1104933" cy="334513"/>
            </a:xfrm>
            <a:custGeom>
              <a:avLst/>
              <a:gdLst>
                <a:gd name="T0" fmla="*/ 542 w 1078"/>
                <a:gd name="T1" fmla="*/ 321 h 326"/>
                <a:gd name="T2" fmla="*/ 197 w 1078"/>
                <a:gd name="T3" fmla="*/ 271 h 326"/>
                <a:gd name="T4" fmla="*/ 212 w 1078"/>
                <a:gd name="T5" fmla="*/ 47 h 326"/>
                <a:gd name="T6" fmla="*/ 533 w 1078"/>
                <a:gd name="T7" fmla="*/ 5 h 326"/>
                <a:gd name="T8" fmla="*/ 857 w 1078"/>
                <a:gd name="T9" fmla="*/ 47 h 326"/>
                <a:gd name="T10" fmla="*/ 884 w 1078"/>
                <a:gd name="T11" fmla="*/ 271 h 326"/>
                <a:gd name="T12" fmla="*/ 542 w 1078"/>
                <a:gd name="T13" fmla="*/ 321 h 326"/>
                <a:gd name="T14" fmla="*/ 533 w 1078"/>
                <a:gd name="T15" fmla="*/ 0 h 326"/>
                <a:gd name="T16" fmla="*/ 202 w 1078"/>
                <a:gd name="T17" fmla="*/ 44 h 326"/>
                <a:gd name="T18" fmla="*/ 187 w 1078"/>
                <a:gd name="T19" fmla="*/ 274 h 326"/>
                <a:gd name="T20" fmla="*/ 542 w 1078"/>
                <a:gd name="T21" fmla="*/ 326 h 326"/>
                <a:gd name="T22" fmla="*/ 895 w 1078"/>
                <a:gd name="T23" fmla="*/ 274 h 326"/>
                <a:gd name="T24" fmla="*/ 866 w 1078"/>
                <a:gd name="T25" fmla="*/ 44 h 326"/>
                <a:gd name="T26" fmla="*/ 533 w 1078"/>
                <a:gd name="T2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8" h="326">
                  <a:moveTo>
                    <a:pt x="542" y="321"/>
                  </a:moveTo>
                  <a:cubicBezTo>
                    <a:pt x="417" y="321"/>
                    <a:pt x="292" y="304"/>
                    <a:pt x="197" y="271"/>
                  </a:cubicBezTo>
                  <a:cubicBezTo>
                    <a:pt x="15" y="206"/>
                    <a:pt x="27" y="106"/>
                    <a:pt x="212" y="47"/>
                  </a:cubicBezTo>
                  <a:cubicBezTo>
                    <a:pt x="301" y="19"/>
                    <a:pt x="417" y="5"/>
                    <a:pt x="533" y="5"/>
                  </a:cubicBezTo>
                  <a:cubicBezTo>
                    <a:pt x="649" y="5"/>
                    <a:pt x="766" y="19"/>
                    <a:pt x="857" y="47"/>
                  </a:cubicBezTo>
                  <a:cubicBezTo>
                    <a:pt x="1045" y="106"/>
                    <a:pt x="1062" y="206"/>
                    <a:pt x="884" y="271"/>
                  </a:cubicBezTo>
                  <a:cubicBezTo>
                    <a:pt x="792" y="304"/>
                    <a:pt x="667" y="321"/>
                    <a:pt x="542" y="321"/>
                  </a:cubicBezTo>
                  <a:moveTo>
                    <a:pt x="533" y="0"/>
                  </a:moveTo>
                  <a:cubicBezTo>
                    <a:pt x="413" y="0"/>
                    <a:pt x="294" y="15"/>
                    <a:pt x="202" y="44"/>
                  </a:cubicBezTo>
                  <a:cubicBezTo>
                    <a:pt x="12" y="105"/>
                    <a:pt x="0" y="208"/>
                    <a:pt x="187" y="274"/>
                  </a:cubicBezTo>
                  <a:cubicBezTo>
                    <a:pt x="284" y="309"/>
                    <a:pt x="413" y="326"/>
                    <a:pt x="542" y="326"/>
                  </a:cubicBezTo>
                  <a:cubicBezTo>
                    <a:pt x="671" y="326"/>
                    <a:pt x="800" y="309"/>
                    <a:pt x="895" y="274"/>
                  </a:cubicBezTo>
                  <a:cubicBezTo>
                    <a:pt x="1078" y="208"/>
                    <a:pt x="1060" y="105"/>
                    <a:pt x="866" y="44"/>
                  </a:cubicBezTo>
                  <a:cubicBezTo>
                    <a:pt x="773" y="15"/>
                    <a:pt x="653" y="0"/>
                    <a:pt x="533"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5" name="Freeform 8"/>
            <p:cNvSpPr>
              <a:spLocks noEditPoints="1"/>
            </p:cNvSpPr>
            <p:nvPr>
              <p:custDataLst>
                <p:tags r:id="rId18"/>
              </p:custDataLst>
            </p:nvPr>
          </p:nvSpPr>
          <p:spPr bwMode="auto">
            <a:xfrm>
              <a:off x="6604553" y="2946991"/>
              <a:ext cx="1468478" cy="442840"/>
            </a:xfrm>
            <a:custGeom>
              <a:avLst/>
              <a:gdLst>
                <a:gd name="T0" fmla="*/ 721 w 1433"/>
                <a:gd name="T1" fmla="*/ 426 h 432"/>
                <a:gd name="T2" fmla="*/ 256 w 1433"/>
                <a:gd name="T3" fmla="*/ 358 h 432"/>
                <a:gd name="T4" fmla="*/ 285 w 1433"/>
                <a:gd name="T5" fmla="*/ 60 h 432"/>
                <a:gd name="T6" fmla="*/ 709 w 1433"/>
                <a:gd name="T7" fmla="*/ 4 h 432"/>
                <a:gd name="T8" fmla="*/ 1136 w 1433"/>
                <a:gd name="T9" fmla="*/ 60 h 432"/>
                <a:gd name="T10" fmla="*/ 1181 w 1433"/>
                <a:gd name="T11" fmla="*/ 358 h 432"/>
                <a:gd name="T12" fmla="*/ 721 w 1433"/>
                <a:gd name="T13" fmla="*/ 426 h 432"/>
                <a:gd name="T14" fmla="*/ 709 w 1433"/>
                <a:gd name="T15" fmla="*/ 0 h 432"/>
                <a:gd name="T16" fmla="*/ 276 w 1433"/>
                <a:gd name="T17" fmla="*/ 57 h 432"/>
                <a:gd name="T18" fmla="*/ 246 w 1433"/>
                <a:gd name="T19" fmla="*/ 361 h 432"/>
                <a:gd name="T20" fmla="*/ 721 w 1433"/>
                <a:gd name="T21" fmla="*/ 432 h 432"/>
                <a:gd name="T22" fmla="*/ 1193 w 1433"/>
                <a:gd name="T23" fmla="*/ 361 h 432"/>
                <a:gd name="T24" fmla="*/ 1145 w 1433"/>
                <a:gd name="T25" fmla="*/ 57 h 432"/>
                <a:gd name="T26" fmla="*/ 709 w 1433"/>
                <a:gd name="T27"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3" h="432">
                  <a:moveTo>
                    <a:pt x="721" y="426"/>
                  </a:moveTo>
                  <a:cubicBezTo>
                    <a:pt x="552" y="426"/>
                    <a:pt x="383" y="404"/>
                    <a:pt x="256" y="358"/>
                  </a:cubicBezTo>
                  <a:cubicBezTo>
                    <a:pt x="16" y="270"/>
                    <a:pt x="38" y="137"/>
                    <a:pt x="285" y="60"/>
                  </a:cubicBezTo>
                  <a:cubicBezTo>
                    <a:pt x="403" y="23"/>
                    <a:pt x="556" y="4"/>
                    <a:pt x="709" y="4"/>
                  </a:cubicBezTo>
                  <a:cubicBezTo>
                    <a:pt x="862" y="4"/>
                    <a:pt x="1015" y="23"/>
                    <a:pt x="1136" y="60"/>
                  </a:cubicBezTo>
                  <a:cubicBezTo>
                    <a:pt x="1388" y="137"/>
                    <a:pt x="1417" y="270"/>
                    <a:pt x="1181" y="358"/>
                  </a:cubicBezTo>
                  <a:cubicBezTo>
                    <a:pt x="1058" y="404"/>
                    <a:pt x="890" y="426"/>
                    <a:pt x="721" y="426"/>
                  </a:cubicBezTo>
                  <a:moveTo>
                    <a:pt x="709" y="0"/>
                  </a:moveTo>
                  <a:cubicBezTo>
                    <a:pt x="552" y="0"/>
                    <a:pt x="397" y="19"/>
                    <a:pt x="276" y="57"/>
                  </a:cubicBezTo>
                  <a:cubicBezTo>
                    <a:pt x="23" y="136"/>
                    <a:pt x="0" y="272"/>
                    <a:pt x="246" y="361"/>
                  </a:cubicBezTo>
                  <a:cubicBezTo>
                    <a:pt x="375" y="408"/>
                    <a:pt x="548" y="432"/>
                    <a:pt x="721" y="432"/>
                  </a:cubicBezTo>
                  <a:cubicBezTo>
                    <a:pt x="894" y="432"/>
                    <a:pt x="1066" y="408"/>
                    <a:pt x="1193" y="361"/>
                  </a:cubicBezTo>
                  <a:cubicBezTo>
                    <a:pt x="1433" y="272"/>
                    <a:pt x="1402" y="136"/>
                    <a:pt x="1145" y="57"/>
                  </a:cubicBezTo>
                  <a:cubicBezTo>
                    <a:pt x="1022" y="19"/>
                    <a:pt x="865" y="0"/>
                    <a:pt x="709"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6" name="Freeform 9"/>
            <p:cNvSpPr>
              <a:spLocks noEditPoints="1"/>
            </p:cNvSpPr>
            <p:nvPr>
              <p:custDataLst>
                <p:tags r:id="rId19"/>
              </p:custDataLst>
            </p:nvPr>
          </p:nvSpPr>
          <p:spPr bwMode="auto">
            <a:xfrm>
              <a:off x="6420831" y="2899760"/>
              <a:ext cx="1836789" cy="551600"/>
            </a:xfrm>
            <a:custGeom>
              <a:avLst/>
              <a:gdLst>
                <a:gd name="T0" fmla="*/ 902 w 1792"/>
                <a:gd name="T1" fmla="*/ 533 h 538"/>
                <a:gd name="T2" fmla="*/ 315 w 1792"/>
                <a:gd name="T3" fmla="*/ 445 h 538"/>
                <a:gd name="T4" fmla="*/ 362 w 1792"/>
                <a:gd name="T5" fmla="*/ 72 h 538"/>
                <a:gd name="T6" fmla="*/ 886 w 1792"/>
                <a:gd name="T7" fmla="*/ 4 h 538"/>
                <a:gd name="T8" fmla="*/ 1415 w 1792"/>
                <a:gd name="T9" fmla="*/ 72 h 538"/>
                <a:gd name="T10" fmla="*/ 1483 w 1792"/>
                <a:gd name="T11" fmla="*/ 445 h 538"/>
                <a:gd name="T12" fmla="*/ 902 w 1792"/>
                <a:gd name="T13" fmla="*/ 533 h 538"/>
                <a:gd name="T14" fmla="*/ 886 w 1792"/>
                <a:gd name="T15" fmla="*/ 0 h 538"/>
                <a:gd name="T16" fmla="*/ 353 w 1792"/>
                <a:gd name="T17" fmla="*/ 69 h 538"/>
                <a:gd name="T18" fmla="*/ 304 w 1792"/>
                <a:gd name="T19" fmla="*/ 448 h 538"/>
                <a:gd name="T20" fmla="*/ 902 w 1792"/>
                <a:gd name="T21" fmla="*/ 538 h 538"/>
                <a:gd name="T22" fmla="*/ 1495 w 1792"/>
                <a:gd name="T23" fmla="*/ 448 h 538"/>
                <a:gd name="T24" fmla="*/ 1424 w 1792"/>
                <a:gd name="T25" fmla="*/ 69 h 538"/>
                <a:gd name="T26" fmla="*/ 886 w 1792"/>
                <a:gd name="T27" fmla="*/ 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92" h="538">
                  <a:moveTo>
                    <a:pt x="902" y="533"/>
                  </a:moveTo>
                  <a:cubicBezTo>
                    <a:pt x="688" y="533"/>
                    <a:pt x="473" y="503"/>
                    <a:pt x="315" y="445"/>
                  </a:cubicBezTo>
                  <a:cubicBezTo>
                    <a:pt x="16" y="334"/>
                    <a:pt x="52" y="167"/>
                    <a:pt x="362" y="72"/>
                  </a:cubicBezTo>
                  <a:cubicBezTo>
                    <a:pt x="509" y="27"/>
                    <a:pt x="697" y="4"/>
                    <a:pt x="886" y="4"/>
                  </a:cubicBezTo>
                  <a:cubicBezTo>
                    <a:pt x="1075" y="4"/>
                    <a:pt x="1265" y="27"/>
                    <a:pt x="1415" y="72"/>
                  </a:cubicBezTo>
                  <a:cubicBezTo>
                    <a:pt x="1731" y="167"/>
                    <a:pt x="1776" y="334"/>
                    <a:pt x="1483" y="445"/>
                  </a:cubicBezTo>
                  <a:cubicBezTo>
                    <a:pt x="1328" y="503"/>
                    <a:pt x="1115" y="533"/>
                    <a:pt x="902" y="533"/>
                  </a:cubicBezTo>
                  <a:moveTo>
                    <a:pt x="886" y="0"/>
                  </a:moveTo>
                  <a:cubicBezTo>
                    <a:pt x="694" y="0"/>
                    <a:pt x="502" y="23"/>
                    <a:pt x="353" y="69"/>
                  </a:cubicBezTo>
                  <a:cubicBezTo>
                    <a:pt x="37" y="166"/>
                    <a:pt x="0" y="335"/>
                    <a:pt x="304" y="448"/>
                  </a:cubicBezTo>
                  <a:cubicBezTo>
                    <a:pt x="465" y="508"/>
                    <a:pt x="684" y="538"/>
                    <a:pt x="902" y="538"/>
                  </a:cubicBezTo>
                  <a:cubicBezTo>
                    <a:pt x="1120" y="538"/>
                    <a:pt x="1337" y="508"/>
                    <a:pt x="1495" y="448"/>
                  </a:cubicBezTo>
                  <a:cubicBezTo>
                    <a:pt x="1792" y="335"/>
                    <a:pt x="1745" y="166"/>
                    <a:pt x="1424" y="69"/>
                  </a:cubicBezTo>
                  <a:cubicBezTo>
                    <a:pt x="1271" y="23"/>
                    <a:pt x="1079" y="0"/>
                    <a:pt x="886"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7" name="Freeform 10"/>
            <p:cNvSpPr>
              <a:spLocks noEditPoints="1"/>
            </p:cNvSpPr>
            <p:nvPr>
              <p:custDataLst>
                <p:tags r:id="rId20"/>
              </p:custDataLst>
            </p:nvPr>
          </p:nvSpPr>
          <p:spPr bwMode="auto">
            <a:xfrm>
              <a:off x="6236242" y="2854696"/>
              <a:ext cx="2206833" cy="661226"/>
            </a:xfrm>
            <a:custGeom>
              <a:avLst/>
              <a:gdLst>
                <a:gd name="T0" fmla="*/ 1083 w 2153"/>
                <a:gd name="T1" fmla="*/ 639 h 645"/>
                <a:gd name="T2" fmla="*/ 372 w 2153"/>
                <a:gd name="T3" fmla="*/ 530 h 645"/>
                <a:gd name="T4" fmla="*/ 442 w 2153"/>
                <a:gd name="T5" fmla="*/ 83 h 645"/>
                <a:gd name="T6" fmla="*/ 1065 w 2153"/>
                <a:gd name="T7" fmla="*/ 4 h 645"/>
                <a:gd name="T8" fmla="*/ 1693 w 2153"/>
                <a:gd name="T9" fmla="*/ 83 h 645"/>
                <a:gd name="T10" fmla="*/ 1789 w 2153"/>
                <a:gd name="T11" fmla="*/ 530 h 645"/>
                <a:gd name="T12" fmla="*/ 1083 w 2153"/>
                <a:gd name="T13" fmla="*/ 639 h 645"/>
                <a:gd name="T14" fmla="*/ 1065 w 2153"/>
                <a:gd name="T15" fmla="*/ 0 h 645"/>
                <a:gd name="T16" fmla="*/ 433 w 2153"/>
                <a:gd name="T17" fmla="*/ 80 h 645"/>
                <a:gd name="T18" fmla="*/ 360 w 2153"/>
                <a:gd name="T19" fmla="*/ 534 h 645"/>
                <a:gd name="T20" fmla="*/ 1084 w 2153"/>
                <a:gd name="T21" fmla="*/ 645 h 645"/>
                <a:gd name="T22" fmla="*/ 1801 w 2153"/>
                <a:gd name="T23" fmla="*/ 534 h 645"/>
                <a:gd name="T24" fmla="*/ 1701 w 2153"/>
                <a:gd name="T25" fmla="*/ 80 h 645"/>
                <a:gd name="T26" fmla="*/ 1065 w 2153"/>
                <a:gd name="T27" fmla="*/ 0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53" h="645">
                  <a:moveTo>
                    <a:pt x="1083" y="639"/>
                  </a:moveTo>
                  <a:cubicBezTo>
                    <a:pt x="824" y="639"/>
                    <a:pt x="563" y="603"/>
                    <a:pt x="372" y="530"/>
                  </a:cubicBezTo>
                  <a:cubicBezTo>
                    <a:pt x="16" y="395"/>
                    <a:pt x="68" y="195"/>
                    <a:pt x="442" y="83"/>
                  </a:cubicBezTo>
                  <a:cubicBezTo>
                    <a:pt x="618" y="30"/>
                    <a:pt x="841" y="4"/>
                    <a:pt x="1065" y="4"/>
                  </a:cubicBezTo>
                  <a:cubicBezTo>
                    <a:pt x="1289" y="4"/>
                    <a:pt x="1514" y="30"/>
                    <a:pt x="1693" y="83"/>
                  </a:cubicBezTo>
                  <a:cubicBezTo>
                    <a:pt x="2073" y="195"/>
                    <a:pt x="2137" y="395"/>
                    <a:pt x="1789" y="530"/>
                  </a:cubicBezTo>
                  <a:cubicBezTo>
                    <a:pt x="1602" y="603"/>
                    <a:pt x="1343" y="639"/>
                    <a:pt x="1083" y="639"/>
                  </a:cubicBezTo>
                  <a:moveTo>
                    <a:pt x="1065" y="0"/>
                  </a:moveTo>
                  <a:cubicBezTo>
                    <a:pt x="838" y="0"/>
                    <a:pt x="611" y="26"/>
                    <a:pt x="433" y="80"/>
                  </a:cubicBezTo>
                  <a:cubicBezTo>
                    <a:pt x="53" y="194"/>
                    <a:pt x="0" y="397"/>
                    <a:pt x="360" y="534"/>
                  </a:cubicBezTo>
                  <a:cubicBezTo>
                    <a:pt x="555" y="608"/>
                    <a:pt x="820" y="645"/>
                    <a:pt x="1084" y="645"/>
                  </a:cubicBezTo>
                  <a:cubicBezTo>
                    <a:pt x="1348" y="645"/>
                    <a:pt x="1610" y="608"/>
                    <a:pt x="1801" y="534"/>
                  </a:cubicBezTo>
                  <a:cubicBezTo>
                    <a:pt x="2153" y="397"/>
                    <a:pt x="2088" y="194"/>
                    <a:pt x="1701" y="80"/>
                  </a:cubicBezTo>
                  <a:cubicBezTo>
                    <a:pt x="1521" y="26"/>
                    <a:pt x="1292" y="0"/>
                    <a:pt x="1065"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8" name="Freeform 11"/>
            <p:cNvSpPr>
              <a:spLocks noEditPoints="1"/>
            </p:cNvSpPr>
            <p:nvPr>
              <p:custDataLst>
                <p:tags r:id="rId21"/>
              </p:custDataLst>
            </p:nvPr>
          </p:nvSpPr>
          <p:spPr bwMode="auto">
            <a:xfrm>
              <a:off x="6049053" y="2809632"/>
              <a:ext cx="2581644" cy="773020"/>
            </a:xfrm>
            <a:custGeom>
              <a:avLst/>
              <a:gdLst>
                <a:gd name="T0" fmla="*/ 1268 w 2519"/>
                <a:gd name="T1" fmla="*/ 748 h 754"/>
                <a:gd name="T2" fmla="*/ 429 w 2519"/>
                <a:gd name="T3" fmla="*/ 617 h 754"/>
                <a:gd name="T4" fmla="*/ 527 w 2519"/>
                <a:gd name="T5" fmla="*/ 94 h 754"/>
                <a:gd name="T6" fmla="*/ 1247 w 2519"/>
                <a:gd name="T7" fmla="*/ 4 h 754"/>
                <a:gd name="T8" fmla="*/ 1972 w 2519"/>
                <a:gd name="T9" fmla="*/ 94 h 754"/>
                <a:gd name="T10" fmla="*/ 2101 w 2519"/>
                <a:gd name="T11" fmla="*/ 617 h 754"/>
                <a:gd name="T12" fmla="*/ 1268 w 2519"/>
                <a:gd name="T13" fmla="*/ 748 h 754"/>
                <a:gd name="T14" fmla="*/ 1247 w 2519"/>
                <a:gd name="T15" fmla="*/ 0 h 754"/>
                <a:gd name="T16" fmla="*/ 519 w 2519"/>
                <a:gd name="T17" fmla="*/ 91 h 754"/>
                <a:gd name="T18" fmla="*/ 417 w 2519"/>
                <a:gd name="T19" fmla="*/ 621 h 754"/>
                <a:gd name="T20" fmla="*/ 1269 w 2519"/>
                <a:gd name="T21" fmla="*/ 754 h 754"/>
                <a:gd name="T22" fmla="*/ 2112 w 2519"/>
                <a:gd name="T23" fmla="*/ 621 h 754"/>
                <a:gd name="T24" fmla="*/ 1980 w 2519"/>
                <a:gd name="T25" fmla="*/ 91 h 754"/>
                <a:gd name="T26" fmla="*/ 1247 w 2519"/>
                <a:gd name="T27" fmla="*/ 0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9" h="754">
                  <a:moveTo>
                    <a:pt x="1268" y="748"/>
                  </a:moveTo>
                  <a:cubicBezTo>
                    <a:pt x="961" y="748"/>
                    <a:pt x="653" y="704"/>
                    <a:pt x="429" y="617"/>
                  </a:cubicBezTo>
                  <a:cubicBezTo>
                    <a:pt x="17" y="457"/>
                    <a:pt x="89" y="224"/>
                    <a:pt x="527" y="94"/>
                  </a:cubicBezTo>
                  <a:cubicBezTo>
                    <a:pt x="731" y="34"/>
                    <a:pt x="988" y="4"/>
                    <a:pt x="1247" y="4"/>
                  </a:cubicBezTo>
                  <a:cubicBezTo>
                    <a:pt x="1505" y="4"/>
                    <a:pt x="1765" y="34"/>
                    <a:pt x="1972" y="94"/>
                  </a:cubicBezTo>
                  <a:cubicBezTo>
                    <a:pt x="2417" y="224"/>
                    <a:pt x="2503" y="457"/>
                    <a:pt x="2101" y="617"/>
                  </a:cubicBezTo>
                  <a:cubicBezTo>
                    <a:pt x="1881" y="704"/>
                    <a:pt x="1575" y="748"/>
                    <a:pt x="1268" y="748"/>
                  </a:cubicBezTo>
                  <a:moveTo>
                    <a:pt x="1247" y="0"/>
                  </a:moveTo>
                  <a:cubicBezTo>
                    <a:pt x="985" y="0"/>
                    <a:pt x="724" y="31"/>
                    <a:pt x="519" y="91"/>
                  </a:cubicBezTo>
                  <a:cubicBezTo>
                    <a:pt x="75" y="222"/>
                    <a:pt x="0" y="459"/>
                    <a:pt x="417" y="621"/>
                  </a:cubicBezTo>
                  <a:cubicBezTo>
                    <a:pt x="645" y="710"/>
                    <a:pt x="957" y="754"/>
                    <a:pt x="1269" y="754"/>
                  </a:cubicBezTo>
                  <a:cubicBezTo>
                    <a:pt x="1580" y="754"/>
                    <a:pt x="1890" y="710"/>
                    <a:pt x="2112" y="621"/>
                  </a:cubicBezTo>
                  <a:cubicBezTo>
                    <a:pt x="2519" y="459"/>
                    <a:pt x="2432" y="222"/>
                    <a:pt x="1980" y="91"/>
                  </a:cubicBezTo>
                  <a:cubicBezTo>
                    <a:pt x="1771" y="31"/>
                    <a:pt x="1508" y="0"/>
                    <a:pt x="1247" y="0"/>
                  </a:cubicBezTo>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59" name="组合 5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8"/>
            </p:custDataLst>
          </p:nvPr>
        </p:nvGrpSpPr>
        <p:grpSpPr>
          <a:xfrm>
            <a:off x="7096356" y="1910954"/>
            <a:ext cx="492237" cy="1279122"/>
            <a:chOff x="7096356" y="1910954"/>
            <a:chExt cx="492237" cy="1279122"/>
          </a:xfrm>
        </p:grpSpPr>
        <p:sp>
          <p:nvSpPr>
            <p:cNvPr id="49" name="Oval 12"/>
            <p:cNvSpPr>
              <a:spLocks noChangeArrowheads="1"/>
            </p:cNvSpPr>
            <p:nvPr>
              <p:custDataLst>
                <p:tags r:id="rId13"/>
              </p:custDataLst>
            </p:nvPr>
          </p:nvSpPr>
          <p:spPr bwMode="auto">
            <a:xfrm>
              <a:off x="7211183" y="1910954"/>
              <a:ext cx="264317" cy="264751"/>
            </a:xfrm>
            <a:prstGeom prst="ellipse">
              <a:avLst/>
            </a:pr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0" name="Freeform 13"/>
            <p:cNvSpPr/>
            <p:nvPr>
              <p:custDataLst>
                <p:tags r:id="rId14"/>
              </p:custDataLst>
            </p:nvPr>
          </p:nvSpPr>
          <p:spPr bwMode="auto">
            <a:xfrm>
              <a:off x="7096356" y="2199103"/>
              <a:ext cx="492237" cy="990973"/>
            </a:xfrm>
            <a:custGeom>
              <a:avLst/>
              <a:gdLst>
                <a:gd name="T0" fmla="*/ 479 w 480"/>
                <a:gd name="T1" fmla="*/ 32 h 966"/>
                <a:gd name="T2" fmla="*/ 444 w 480"/>
                <a:gd name="T3" fmla="*/ 0 h 966"/>
                <a:gd name="T4" fmla="*/ 32 w 480"/>
                <a:gd name="T5" fmla="*/ 0 h 966"/>
                <a:gd name="T6" fmla="*/ 5 w 480"/>
                <a:gd name="T7" fmla="*/ 57 h 966"/>
                <a:gd name="T8" fmla="*/ 5 w 480"/>
                <a:gd name="T9" fmla="*/ 413 h 966"/>
                <a:gd name="T10" fmla="*/ 47 w 480"/>
                <a:gd name="T11" fmla="*/ 455 h 966"/>
                <a:gd name="T12" fmla="*/ 89 w 480"/>
                <a:gd name="T13" fmla="*/ 413 h 966"/>
                <a:gd name="T14" fmla="*/ 89 w 480"/>
                <a:gd name="T15" fmla="*/ 115 h 966"/>
                <a:gd name="T16" fmla="*/ 110 w 480"/>
                <a:gd name="T17" fmla="*/ 115 h 966"/>
                <a:gd name="T18" fmla="*/ 110 w 480"/>
                <a:gd name="T19" fmla="*/ 897 h 966"/>
                <a:gd name="T20" fmla="*/ 172 w 480"/>
                <a:gd name="T21" fmla="*/ 966 h 966"/>
                <a:gd name="T22" fmla="*/ 234 w 480"/>
                <a:gd name="T23" fmla="*/ 897 h 966"/>
                <a:gd name="T24" fmla="*/ 234 w 480"/>
                <a:gd name="T25" fmla="*/ 454 h 966"/>
                <a:gd name="T26" fmla="*/ 251 w 480"/>
                <a:gd name="T27" fmla="*/ 454 h 966"/>
                <a:gd name="T28" fmla="*/ 251 w 480"/>
                <a:gd name="T29" fmla="*/ 897 h 966"/>
                <a:gd name="T30" fmla="*/ 313 w 480"/>
                <a:gd name="T31" fmla="*/ 966 h 966"/>
                <a:gd name="T32" fmla="*/ 375 w 480"/>
                <a:gd name="T33" fmla="*/ 897 h 966"/>
                <a:gd name="T34" fmla="*/ 376 w 480"/>
                <a:gd name="T35" fmla="*/ 115 h 966"/>
                <a:gd name="T36" fmla="*/ 396 w 480"/>
                <a:gd name="T37" fmla="*/ 115 h 966"/>
                <a:gd name="T38" fmla="*/ 396 w 480"/>
                <a:gd name="T39" fmla="*/ 413 h 966"/>
                <a:gd name="T40" fmla="*/ 438 w 480"/>
                <a:gd name="T41" fmla="*/ 455 h 966"/>
                <a:gd name="T42" fmla="*/ 480 w 480"/>
                <a:gd name="T43" fmla="*/ 413 h 966"/>
                <a:gd name="T44" fmla="*/ 480 w 480"/>
                <a:gd name="T45" fmla="*/ 43 h 966"/>
                <a:gd name="T46" fmla="*/ 479 w 480"/>
                <a:gd name="T47" fmla="*/ 32 h 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0" h="966">
                  <a:moveTo>
                    <a:pt x="479" y="32"/>
                  </a:moveTo>
                  <a:cubicBezTo>
                    <a:pt x="476" y="13"/>
                    <a:pt x="467" y="0"/>
                    <a:pt x="444" y="0"/>
                  </a:cubicBezTo>
                  <a:cubicBezTo>
                    <a:pt x="32" y="0"/>
                    <a:pt x="32" y="0"/>
                    <a:pt x="32" y="0"/>
                  </a:cubicBezTo>
                  <a:cubicBezTo>
                    <a:pt x="0" y="0"/>
                    <a:pt x="5" y="25"/>
                    <a:pt x="5" y="57"/>
                  </a:cubicBezTo>
                  <a:cubicBezTo>
                    <a:pt x="5" y="413"/>
                    <a:pt x="5" y="413"/>
                    <a:pt x="5" y="413"/>
                  </a:cubicBezTo>
                  <a:cubicBezTo>
                    <a:pt x="5" y="436"/>
                    <a:pt x="23" y="455"/>
                    <a:pt x="47" y="455"/>
                  </a:cubicBezTo>
                  <a:cubicBezTo>
                    <a:pt x="70" y="455"/>
                    <a:pt x="89" y="436"/>
                    <a:pt x="89" y="413"/>
                  </a:cubicBezTo>
                  <a:cubicBezTo>
                    <a:pt x="89" y="115"/>
                    <a:pt x="89" y="115"/>
                    <a:pt x="89" y="115"/>
                  </a:cubicBezTo>
                  <a:cubicBezTo>
                    <a:pt x="110" y="115"/>
                    <a:pt x="110" y="115"/>
                    <a:pt x="110" y="115"/>
                  </a:cubicBezTo>
                  <a:cubicBezTo>
                    <a:pt x="110" y="897"/>
                    <a:pt x="110" y="897"/>
                    <a:pt x="110" y="897"/>
                  </a:cubicBezTo>
                  <a:cubicBezTo>
                    <a:pt x="110" y="935"/>
                    <a:pt x="137" y="966"/>
                    <a:pt x="172" y="966"/>
                  </a:cubicBezTo>
                  <a:cubicBezTo>
                    <a:pt x="206" y="966"/>
                    <a:pt x="234" y="935"/>
                    <a:pt x="234" y="897"/>
                  </a:cubicBezTo>
                  <a:cubicBezTo>
                    <a:pt x="234" y="454"/>
                    <a:pt x="234" y="454"/>
                    <a:pt x="234" y="454"/>
                  </a:cubicBezTo>
                  <a:cubicBezTo>
                    <a:pt x="251" y="454"/>
                    <a:pt x="251" y="454"/>
                    <a:pt x="251" y="454"/>
                  </a:cubicBezTo>
                  <a:cubicBezTo>
                    <a:pt x="251" y="897"/>
                    <a:pt x="251" y="897"/>
                    <a:pt x="251" y="897"/>
                  </a:cubicBezTo>
                  <a:cubicBezTo>
                    <a:pt x="251" y="935"/>
                    <a:pt x="279" y="966"/>
                    <a:pt x="313" y="966"/>
                  </a:cubicBezTo>
                  <a:cubicBezTo>
                    <a:pt x="347" y="966"/>
                    <a:pt x="375" y="935"/>
                    <a:pt x="375" y="897"/>
                  </a:cubicBezTo>
                  <a:cubicBezTo>
                    <a:pt x="376" y="115"/>
                    <a:pt x="376" y="115"/>
                    <a:pt x="376" y="115"/>
                  </a:cubicBezTo>
                  <a:cubicBezTo>
                    <a:pt x="396" y="115"/>
                    <a:pt x="396" y="115"/>
                    <a:pt x="396" y="115"/>
                  </a:cubicBezTo>
                  <a:cubicBezTo>
                    <a:pt x="396" y="413"/>
                    <a:pt x="396" y="413"/>
                    <a:pt x="396" y="413"/>
                  </a:cubicBezTo>
                  <a:cubicBezTo>
                    <a:pt x="396" y="436"/>
                    <a:pt x="415" y="455"/>
                    <a:pt x="438" y="455"/>
                  </a:cubicBezTo>
                  <a:cubicBezTo>
                    <a:pt x="462" y="455"/>
                    <a:pt x="480" y="436"/>
                    <a:pt x="480" y="413"/>
                  </a:cubicBezTo>
                  <a:cubicBezTo>
                    <a:pt x="480" y="43"/>
                    <a:pt x="480" y="43"/>
                    <a:pt x="480" y="43"/>
                  </a:cubicBezTo>
                  <a:cubicBezTo>
                    <a:pt x="480" y="39"/>
                    <a:pt x="480" y="35"/>
                    <a:pt x="479" y="32"/>
                  </a:cubicBezTo>
                  <a:close/>
                </a:path>
              </a:pathLst>
            </a:custGeom>
            <a:solidFill>
              <a:srgbClr val="62FD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5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9"/>
            </p:custDataLst>
          </p:nvPr>
        </p:nvSpPr>
        <p:spPr>
          <a:xfrm>
            <a:off x="1241425" y="4359910"/>
            <a:ext cx="2208530" cy="17620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21世纪的研究新领域</a:t>
            </a:r>
          </a:p>
          <a:p>
            <a:pPr lvl="0" algn="ctr">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进入21世纪，信息安全研究涵盖了传统的密码学和网络安全，拓展至数据隐私保护、云计算安全和物联网安全等新兴领域，技术框架日趋复杂。</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与此同时，信息安全技术也逐渐从被动防御向主动防御转变，如入侵检测、行为分析、人工智能辅助防御等技术的出现，使得信息安全的技术框架日趋复杂</a:t>
            </a:r>
            <a:endPar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0"/>
            </p:custDataLst>
          </p:nvPr>
        </p:nvSpPr>
        <p:spPr>
          <a:xfrm>
            <a:off x="3720465" y="2648585"/>
            <a:ext cx="2328545" cy="127727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从密码学到广泛领域</a:t>
            </a:r>
          </a:p>
          <a:p>
            <a:pPr lvl="0" algn="ctr">
              <a:defRPr/>
            </a:pPr>
            <a:r>
              <a:rPr lang="en-US" altLang="zh-CN" sz="1050" dirty="0">
                <a:solidFill>
                  <a:srgbClr val="A0DAE4"/>
                </a:solidFill>
                <a:latin typeface="微软雅黑" panose="020B0503020204020204" charset="-122"/>
                <a:ea typeface="微软雅黑" panose="020B0503020204020204" charset="-122"/>
                <a:cs typeface="微软雅黑" panose="020B0503020204020204" charset="-122"/>
              </a:rPr>
              <a:t>1980</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年代，计算机网络的普及使得信息安全问题日益严重。网络攻击、数据泄露等问题开始引起广泛关注，</a:t>
            </a: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信息安全研究从狭义的密码学逐渐扩展到包括计算机网络安全、系统安全等多个层面</a:t>
            </a:r>
            <a:endPar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3"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1"/>
            </p:custDataLst>
          </p:nvPr>
        </p:nvSpPr>
        <p:spPr>
          <a:xfrm>
            <a:off x="6235700" y="4134485"/>
            <a:ext cx="2207260" cy="467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研究方向的多学科交叉</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信息安全学科的研究方向实现了多个学科的交叉融合，如法律、社会学、计算机科学等，为信息安全的全面发展提供了支撑。</a:t>
            </a:r>
          </a:p>
        </p:txBody>
      </p:sp>
      <p:sp>
        <p:nvSpPr>
          <p:cNvPr id="57"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2"/>
            </p:custDataLst>
          </p:nvPr>
        </p:nvSpPr>
        <p:spPr>
          <a:xfrm>
            <a:off x="8697595" y="2289810"/>
            <a:ext cx="2206625" cy="46799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1990年代的互联网发展</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互联网的迅猛发展使得信息安全研究开始关注隐私保护、法律合规等多个领域，推动了学术界对信息安全的深层次研究。</a:t>
            </a:r>
          </a:p>
        </p:txBody>
      </p:sp>
      <p:sp>
        <p:nvSpPr>
          <p:cNvPr id="4"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56"/>
                                        </p:tgtEl>
                                        <p:attrNameLst>
                                          <p:attrName>style.visibility</p:attrName>
                                        </p:attrNameLst>
                                      </p:cBhvr>
                                      <p:to>
                                        <p:strVal val="visible"/>
                                      </p:to>
                                    </p:set>
                                    <p:anim calcmode="lin" valueType="num">
                                      <p:cBhvr>
                                        <p:cTn id="21" dur="1000" fill="hold"/>
                                        <p:tgtEl>
                                          <p:spTgt spid="56"/>
                                        </p:tgtEl>
                                        <p:attrNameLst>
                                          <p:attrName>ppt_w</p:attrName>
                                        </p:attrNameLst>
                                      </p:cBhvr>
                                      <p:tavLst>
                                        <p:tav tm="0">
                                          <p:val>
                                            <p:fltVal val="0"/>
                                          </p:val>
                                        </p:tav>
                                        <p:tav tm="100000">
                                          <p:val>
                                            <p:strVal val="#ppt_w"/>
                                          </p:val>
                                        </p:tav>
                                      </p:tavLst>
                                    </p:anim>
                                    <p:anim calcmode="lin" valueType="num">
                                      <p:cBhvr>
                                        <p:cTn id="22" dur="1000" fill="hold"/>
                                        <p:tgtEl>
                                          <p:spTgt spid="56"/>
                                        </p:tgtEl>
                                        <p:attrNameLst>
                                          <p:attrName>ppt_h</p:attrName>
                                        </p:attrNameLst>
                                      </p:cBhvr>
                                      <p:tavLst>
                                        <p:tav tm="0">
                                          <p:val>
                                            <p:fltVal val="0"/>
                                          </p:val>
                                        </p:tav>
                                        <p:tav tm="100000">
                                          <p:val>
                                            <p:strVal val="#ppt_h"/>
                                          </p:val>
                                        </p:tav>
                                      </p:tavLst>
                                    </p:anim>
                                    <p:animEffect transition="in" filter="fade">
                                      <p:cBhvr>
                                        <p:cTn id="23" dur="1000"/>
                                        <p:tgtEl>
                                          <p:spTgt spid="56"/>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par>
                                <p:cTn id="29" presetID="22" presetClass="entr" presetSubtype="1" fill="hold" grpId="0" nodeType="withEffect">
                                  <p:stCondLst>
                                    <p:cond delay="200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500"/>
                                        <p:tgtEl>
                                          <p:spTgt spid="51"/>
                                        </p:tgtEl>
                                      </p:cBhvr>
                                    </p:animEffect>
                                  </p:childTnLst>
                                </p:cTn>
                              </p:par>
                              <p:par>
                                <p:cTn id="32" presetID="22" presetClass="entr" presetSubtype="1" fill="hold" grpId="0" nodeType="withEffect">
                                  <p:stCondLst>
                                    <p:cond delay="2000"/>
                                  </p:stCondLst>
                                  <p:childTnLst>
                                    <p:set>
                                      <p:cBhvr>
                                        <p:cTn id="33" dur="1" fill="hold">
                                          <p:stCondLst>
                                            <p:cond delay="0"/>
                                          </p:stCondLst>
                                        </p:cTn>
                                        <p:tgtEl>
                                          <p:spTgt spid="52"/>
                                        </p:tgtEl>
                                        <p:attrNameLst>
                                          <p:attrName>style.visibility</p:attrName>
                                        </p:attrNameLst>
                                      </p:cBhvr>
                                      <p:to>
                                        <p:strVal val="visible"/>
                                      </p:to>
                                    </p:set>
                                    <p:animEffect transition="in" filter="wipe(up)">
                                      <p:cBhvr>
                                        <p:cTn id="34" dur="500"/>
                                        <p:tgtEl>
                                          <p:spTgt spid="52"/>
                                        </p:tgtEl>
                                      </p:cBhvr>
                                    </p:animEffect>
                                  </p:childTnLst>
                                </p:cTn>
                              </p:par>
                              <p:par>
                                <p:cTn id="35" presetID="22" presetClass="entr" presetSubtype="1" fill="hold" grpId="0" nodeType="withEffect">
                                  <p:stCondLst>
                                    <p:cond delay="2000"/>
                                  </p:stCondLst>
                                  <p:childTnLst>
                                    <p:set>
                                      <p:cBhvr>
                                        <p:cTn id="36" dur="1" fill="hold">
                                          <p:stCondLst>
                                            <p:cond delay="0"/>
                                          </p:stCondLst>
                                        </p:cTn>
                                        <p:tgtEl>
                                          <p:spTgt spid="53"/>
                                        </p:tgtEl>
                                        <p:attrNameLst>
                                          <p:attrName>style.visibility</p:attrName>
                                        </p:attrNameLst>
                                      </p:cBhvr>
                                      <p:to>
                                        <p:strVal val="visible"/>
                                      </p:to>
                                    </p:set>
                                    <p:animEffect transition="in" filter="wipe(up)">
                                      <p:cBhvr>
                                        <p:cTn id="37" dur="500"/>
                                        <p:tgtEl>
                                          <p:spTgt spid="53"/>
                                        </p:tgtEl>
                                      </p:cBhvr>
                                    </p:animEffect>
                                  </p:childTnLst>
                                </p:cTn>
                              </p:par>
                              <p:par>
                                <p:cTn id="38" presetID="22" presetClass="entr" presetSubtype="1" fill="hold" grpId="0" nodeType="withEffect">
                                  <p:stCondLst>
                                    <p:cond delay="2000"/>
                                  </p:stCondLst>
                                  <p:childTnLst>
                                    <p:set>
                                      <p:cBhvr>
                                        <p:cTn id="39" dur="1" fill="hold">
                                          <p:stCondLst>
                                            <p:cond delay="0"/>
                                          </p:stCondLst>
                                        </p:cTn>
                                        <p:tgtEl>
                                          <p:spTgt spid="57"/>
                                        </p:tgtEl>
                                        <p:attrNameLst>
                                          <p:attrName>style.visibility</p:attrName>
                                        </p:attrNameLst>
                                      </p:cBhvr>
                                      <p:to>
                                        <p:strVal val="visible"/>
                                      </p:to>
                                    </p:set>
                                    <p:animEffect transition="in" filter="wipe(up)">
                                      <p:cBhvr>
                                        <p:cTn id="40" dur="500"/>
                                        <p:tgtEl>
                                          <p:spTgt spid="57"/>
                                        </p:tgtEl>
                                      </p:cBhvr>
                                    </p:animEffect>
                                  </p:childTnLst>
                                </p:cTn>
                              </p:par>
                              <p:par>
                                <p:cTn id="41" presetID="53" presetClass="entr" presetSubtype="16" fill="hold" nodeType="withEffect">
                                  <p:stCondLst>
                                    <p:cond delay="125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animEffect transition="in" filter="fade">
                                      <p:cBhvr>
                                        <p:cTn id="45" dur="500"/>
                                        <p:tgtEl>
                                          <p:spTgt spid="3"/>
                                        </p:tgtEl>
                                      </p:cBhvr>
                                    </p:animEffect>
                                  </p:childTnLst>
                                </p:cTn>
                              </p:par>
                              <p:par>
                                <p:cTn id="46" presetID="42" presetClass="path" presetSubtype="0" accel="50000" decel="50000" fill="hold" nodeType="withEffect">
                                  <p:stCondLst>
                                    <p:cond delay="1250"/>
                                  </p:stCondLst>
                                  <p:childTnLst>
                                    <p:animMotion origin="layout" path="M -4.79167E-6 0.13842 L -4.79167E-6 -1.85185E-6 " pathEditMode="relative" rAng="0" ptsTypes="AA">
                                      <p:cBhvr>
                                        <p:cTn id="47" dur="1000" fill="hold"/>
                                        <p:tgtEl>
                                          <p:spTgt spid="3"/>
                                        </p:tgtEl>
                                        <p:attrNameLst>
                                          <p:attrName>ppt_x</p:attrName>
                                          <p:attrName>ppt_y</p:attrName>
                                        </p:attrNameLst>
                                      </p:cBhvr>
                                      <p:rCtr x="0" y="-7060"/>
                                    </p:animMotion>
                                  </p:childTnLst>
                                </p:cTn>
                              </p:par>
                              <p:par>
                                <p:cTn id="48" presetID="53" presetClass="entr" presetSubtype="16" fill="hold" nodeType="withEffect">
                                  <p:stCondLst>
                                    <p:cond delay="1500"/>
                                  </p:stCondLst>
                                  <p:childTnLst>
                                    <p:set>
                                      <p:cBhvr>
                                        <p:cTn id="49" dur="1" fill="hold">
                                          <p:stCondLst>
                                            <p:cond delay="0"/>
                                          </p:stCondLst>
                                        </p:cTn>
                                        <p:tgtEl>
                                          <p:spTgt spid="20"/>
                                        </p:tgtEl>
                                        <p:attrNameLst>
                                          <p:attrName>style.visibility</p:attrName>
                                        </p:attrNameLst>
                                      </p:cBhvr>
                                      <p:to>
                                        <p:strVal val="visible"/>
                                      </p:to>
                                    </p:set>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fltVal val="0"/>
                                          </p:val>
                                        </p:tav>
                                        <p:tav tm="100000">
                                          <p:val>
                                            <p:strVal val="#ppt_h"/>
                                          </p:val>
                                        </p:tav>
                                      </p:tavLst>
                                    </p:anim>
                                    <p:animEffect transition="in" filter="fade">
                                      <p:cBhvr>
                                        <p:cTn id="52" dur="500"/>
                                        <p:tgtEl>
                                          <p:spTgt spid="20"/>
                                        </p:tgtEl>
                                      </p:cBhvr>
                                    </p:animEffect>
                                  </p:childTnLst>
                                </p:cTn>
                              </p:par>
                              <p:par>
                                <p:cTn id="53" presetID="42" presetClass="path" presetSubtype="0" accel="50000" decel="50000" fill="hold" nodeType="withEffect">
                                  <p:stCondLst>
                                    <p:cond delay="1500"/>
                                  </p:stCondLst>
                                  <p:childTnLst>
                                    <p:animMotion origin="layout" path="M -4.79167E-6 0.13842 L -4.79167E-6 -1.85185E-6 " pathEditMode="relative" rAng="0" ptsTypes="AA">
                                      <p:cBhvr>
                                        <p:cTn id="54" dur="1000" fill="hold"/>
                                        <p:tgtEl>
                                          <p:spTgt spid="20"/>
                                        </p:tgtEl>
                                        <p:attrNameLst>
                                          <p:attrName>ppt_x</p:attrName>
                                          <p:attrName>ppt_y</p:attrName>
                                        </p:attrNameLst>
                                      </p:cBhvr>
                                      <p:rCtr x="0" y="-7060"/>
                                    </p:animMotion>
                                  </p:childTnLst>
                                </p:cTn>
                              </p:par>
                              <p:par>
                                <p:cTn id="55" presetID="53" presetClass="entr" presetSubtype="16" fill="hold" nodeType="withEffect">
                                  <p:stCondLst>
                                    <p:cond delay="1500"/>
                                  </p:stCondLst>
                                  <p:childTnLst>
                                    <p:set>
                                      <p:cBhvr>
                                        <p:cTn id="56" dur="1" fill="hold">
                                          <p:stCondLst>
                                            <p:cond delay="0"/>
                                          </p:stCondLst>
                                        </p:cTn>
                                        <p:tgtEl>
                                          <p:spTgt spid="59"/>
                                        </p:tgtEl>
                                        <p:attrNameLst>
                                          <p:attrName>style.visibility</p:attrName>
                                        </p:attrNameLst>
                                      </p:cBhvr>
                                      <p:to>
                                        <p:strVal val="visible"/>
                                      </p:to>
                                    </p:set>
                                    <p:anim calcmode="lin" valueType="num">
                                      <p:cBhvr>
                                        <p:cTn id="57" dur="500" fill="hold"/>
                                        <p:tgtEl>
                                          <p:spTgt spid="59"/>
                                        </p:tgtEl>
                                        <p:attrNameLst>
                                          <p:attrName>ppt_w</p:attrName>
                                        </p:attrNameLst>
                                      </p:cBhvr>
                                      <p:tavLst>
                                        <p:tav tm="0">
                                          <p:val>
                                            <p:fltVal val="0"/>
                                          </p:val>
                                        </p:tav>
                                        <p:tav tm="100000">
                                          <p:val>
                                            <p:strVal val="#ppt_w"/>
                                          </p:val>
                                        </p:tav>
                                      </p:tavLst>
                                    </p:anim>
                                    <p:anim calcmode="lin" valueType="num">
                                      <p:cBhvr>
                                        <p:cTn id="58" dur="500" fill="hold"/>
                                        <p:tgtEl>
                                          <p:spTgt spid="59"/>
                                        </p:tgtEl>
                                        <p:attrNameLst>
                                          <p:attrName>ppt_h</p:attrName>
                                        </p:attrNameLst>
                                      </p:cBhvr>
                                      <p:tavLst>
                                        <p:tav tm="0">
                                          <p:val>
                                            <p:fltVal val="0"/>
                                          </p:val>
                                        </p:tav>
                                        <p:tav tm="100000">
                                          <p:val>
                                            <p:strVal val="#ppt_h"/>
                                          </p:val>
                                        </p:tav>
                                      </p:tavLst>
                                    </p:anim>
                                    <p:animEffect transition="in" filter="fade">
                                      <p:cBhvr>
                                        <p:cTn id="59" dur="500"/>
                                        <p:tgtEl>
                                          <p:spTgt spid="59"/>
                                        </p:tgtEl>
                                      </p:cBhvr>
                                    </p:animEffect>
                                  </p:childTnLst>
                                </p:cTn>
                              </p:par>
                              <p:par>
                                <p:cTn id="60" presetID="42" presetClass="path" presetSubtype="0" accel="50000" decel="50000" fill="hold" nodeType="withEffect">
                                  <p:stCondLst>
                                    <p:cond delay="1500"/>
                                  </p:stCondLst>
                                  <p:childTnLst>
                                    <p:animMotion origin="layout" path="M -4.79167E-6 0.13842 L -4.79167E-6 -1.85185E-6 " pathEditMode="relative" rAng="0" ptsTypes="AA">
                                      <p:cBhvr>
                                        <p:cTn id="61" dur="1000" fill="hold"/>
                                        <p:tgtEl>
                                          <p:spTgt spid="59"/>
                                        </p:tgtEl>
                                        <p:attrNameLst>
                                          <p:attrName>ppt_x</p:attrName>
                                          <p:attrName>ppt_y</p:attrName>
                                        </p:attrNameLst>
                                      </p:cBhvr>
                                      <p:rCtr x="0" y="-7060"/>
                                    </p:animMotion>
                                  </p:childTnLst>
                                </p:cTn>
                              </p:par>
                              <p:par>
                                <p:cTn id="62" presetID="53" presetClass="entr" presetSubtype="16" fill="hold" nodeType="withEffect">
                                  <p:stCondLst>
                                    <p:cond delay="1500"/>
                                  </p:stCondLst>
                                  <p:childTnLst>
                                    <p:set>
                                      <p:cBhvr>
                                        <p:cTn id="63" dur="1" fill="hold">
                                          <p:stCondLst>
                                            <p:cond delay="0"/>
                                          </p:stCondLst>
                                        </p:cTn>
                                        <p:tgtEl>
                                          <p:spTgt spid="58"/>
                                        </p:tgtEl>
                                        <p:attrNameLst>
                                          <p:attrName>style.visibility</p:attrName>
                                        </p:attrNameLst>
                                      </p:cBhvr>
                                      <p:to>
                                        <p:strVal val="visible"/>
                                      </p:to>
                                    </p:set>
                                    <p:anim calcmode="lin" valueType="num">
                                      <p:cBhvr>
                                        <p:cTn id="64" dur="500" fill="hold"/>
                                        <p:tgtEl>
                                          <p:spTgt spid="58"/>
                                        </p:tgtEl>
                                        <p:attrNameLst>
                                          <p:attrName>ppt_w</p:attrName>
                                        </p:attrNameLst>
                                      </p:cBhvr>
                                      <p:tavLst>
                                        <p:tav tm="0">
                                          <p:val>
                                            <p:fltVal val="0"/>
                                          </p:val>
                                        </p:tav>
                                        <p:tav tm="100000">
                                          <p:val>
                                            <p:strVal val="#ppt_w"/>
                                          </p:val>
                                        </p:tav>
                                      </p:tavLst>
                                    </p:anim>
                                    <p:anim calcmode="lin" valueType="num">
                                      <p:cBhvr>
                                        <p:cTn id="65" dur="500" fill="hold"/>
                                        <p:tgtEl>
                                          <p:spTgt spid="58"/>
                                        </p:tgtEl>
                                        <p:attrNameLst>
                                          <p:attrName>ppt_h</p:attrName>
                                        </p:attrNameLst>
                                      </p:cBhvr>
                                      <p:tavLst>
                                        <p:tav tm="0">
                                          <p:val>
                                            <p:fltVal val="0"/>
                                          </p:val>
                                        </p:tav>
                                        <p:tav tm="100000">
                                          <p:val>
                                            <p:strVal val="#ppt_h"/>
                                          </p:val>
                                        </p:tav>
                                      </p:tavLst>
                                    </p:anim>
                                    <p:animEffect transition="in" filter="fade">
                                      <p:cBhvr>
                                        <p:cTn id="66" dur="500"/>
                                        <p:tgtEl>
                                          <p:spTgt spid="58"/>
                                        </p:tgtEl>
                                      </p:cBhvr>
                                    </p:animEffect>
                                  </p:childTnLst>
                                </p:cTn>
                              </p:par>
                              <p:par>
                                <p:cTn id="67" presetID="42" presetClass="path" presetSubtype="0" accel="50000" decel="50000" fill="hold" nodeType="withEffect">
                                  <p:stCondLst>
                                    <p:cond delay="1500"/>
                                  </p:stCondLst>
                                  <p:childTnLst>
                                    <p:animMotion origin="layout" path="M -4.79167E-6 0.13842 L -4.79167E-6 -1.85185E-6 " pathEditMode="relative" rAng="0" ptsTypes="AA">
                                      <p:cBhvr>
                                        <p:cTn id="68" dur="1000" fill="hold"/>
                                        <p:tgtEl>
                                          <p:spTgt spid="58"/>
                                        </p:tgtEl>
                                        <p:attrNameLst>
                                          <p:attrName>ppt_x</p:attrName>
                                          <p:attrName>ppt_y</p:attrName>
                                        </p:attrNameLst>
                                      </p:cBhvr>
                                      <p:rCtr x="0" y="-7060"/>
                                    </p:animMotion>
                                  </p:childTnLst>
                                </p:cTn>
                              </p:par>
                              <p:par>
                                <p:cTn id="69" presetID="53" presetClass="entr" presetSubtype="16" fill="hold" nodeType="withEffect">
                                  <p:stCondLst>
                                    <p:cond delay="1500"/>
                                  </p:stCondLst>
                                  <p:childTnLst>
                                    <p:set>
                                      <p:cBhvr>
                                        <p:cTn id="70" dur="1" fill="hold">
                                          <p:stCondLst>
                                            <p:cond delay="0"/>
                                          </p:stCondLst>
                                        </p:cTn>
                                        <p:tgtEl>
                                          <p:spTgt spid="60"/>
                                        </p:tgtEl>
                                        <p:attrNameLst>
                                          <p:attrName>style.visibility</p:attrName>
                                        </p:attrNameLst>
                                      </p:cBhvr>
                                      <p:to>
                                        <p:strVal val="visible"/>
                                      </p:to>
                                    </p:set>
                                    <p:anim calcmode="lin" valueType="num">
                                      <p:cBhvr>
                                        <p:cTn id="71" dur="500" fill="hold"/>
                                        <p:tgtEl>
                                          <p:spTgt spid="60"/>
                                        </p:tgtEl>
                                        <p:attrNameLst>
                                          <p:attrName>ppt_w</p:attrName>
                                        </p:attrNameLst>
                                      </p:cBhvr>
                                      <p:tavLst>
                                        <p:tav tm="0">
                                          <p:val>
                                            <p:fltVal val="0"/>
                                          </p:val>
                                        </p:tav>
                                        <p:tav tm="100000">
                                          <p:val>
                                            <p:strVal val="#ppt_w"/>
                                          </p:val>
                                        </p:tav>
                                      </p:tavLst>
                                    </p:anim>
                                    <p:anim calcmode="lin" valueType="num">
                                      <p:cBhvr>
                                        <p:cTn id="72" dur="500" fill="hold"/>
                                        <p:tgtEl>
                                          <p:spTgt spid="60"/>
                                        </p:tgtEl>
                                        <p:attrNameLst>
                                          <p:attrName>ppt_h</p:attrName>
                                        </p:attrNameLst>
                                      </p:cBhvr>
                                      <p:tavLst>
                                        <p:tav tm="0">
                                          <p:val>
                                            <p:fltVal val="0"/>
                                          </p:val>
                                        </p:tav>
                                        <p:tav tm="100000">
                                          <p:val>
                                            <p:strVal val="#ppt_h"/>
                                          </p:val>
                                        </p:tav>
                                      </p:tavLst>
                                    </p:anim>
                                    <p:animEffect transition="in" filter="fade">
                                      <p:cBhvr>
                                        <p:cTn id="73" dur="500"/>
                                        <p:tgtEl>
                                          <p:spTgt spid="60"/>
                                        </p:tgtEl>
                                      </p:cBhvr>
                                    </p:animEffect>
                                  </p:childTnLst>
                                </p:cTn>
                              </p:par>
                              <p:par>
                                <p:cTn id="74" presetID="42" presetClass="path" presetSubtype="0" accel="50000" decel="50000" fill="hold" nodeType="withEffect">
                                  <p:stCondLst>
                                    <p:cond delay="1500"/>
                                  </p:stCondLst>
                                  <p:childTnLst>
                                    <p:animMotion origin="layout" path="M -4.79167E-6 0.13842 L -4.79167E-6 -1.85185E-6 " pathEditMode="relative" rAng="0" ptsTypes="AA">
                                      <p:cBhvr>
                                        <p:cTn id="75" dur="1000" fill="hold"/>
                                        <p:tgtEl>
                                          <p:spTgt spid="60"/>
                                        </p:tgtEl>
                                        <p:attrNameLst>
                                          <p:attrName>ppt_x</p:attrName>
                                          <p:attrName>ppt_y</p:attrName>
                                        </p:attrNameLst>
                                      </p:cBhvr>
                                      <p:rCtr x="0" y="-7060"/>
                                    </p:animMotion>
                                  </p:childTnLst>
                                </p:cTn>
                              </p:par>
                              <p:par>
                                <p:cTn id="76" presetID="53" presetClass="entr" presetSubtype="16" fill="hold" nodeType="withEffect">
                                  <p:stCondLst>
                                    <p:cond delay="1250"/>
                                  </p:stCondLst>
                                  <p:childTnLst>
                                    <p:set>
                                      <p:cBhvr>
                                        <p:cTn id="77" dur="1" fill="hold">
                                          <p:stCondLst>
                                            <p:cond delay="0"/>
                                          </p:stCondLst>
                                        </p:cTn>
                                        <p:tgtEl>
                                          <p:spTgt spid="18"/>
                                        </p:tgtEl>
                                        <p:attrNameLst>
                                          <p:attrName>style.visibility</p:attrName>
                                        </p:attrNameLst>
                                      </p:cBhvr>
                                      <p:to>
                                        <p:strVal val="visible"/>
                                      </p:to>
                                    </p:set>
                                    <p:anim calcmode="lin" valueType="num">
                                      <p:cBhvr>
                                        <p:cTn id="78" dur="500" fill="hold"/>
                                        <p:tgtEl>
                                          <p:spTgt spid="18"/>
                                        </p:tgtEl>
                                        <p:attrNameLst>
                                          <p:attrName>ppt_w</p:attrName>
                                        </p:attrNameLst>
                                      </p:cBhvr>
                                      <p:tavLst>
                                        <p:tav tm="0">
                                          <p:val>
                                            <p:fltVal val="0"/>
                                          </p:val>
                                        </p:tav>
                                        <p:tav tm="100000">
                                          <p:val>
                                            <p:strVal val="#ppt_w"/>
                                          </p:val>
                                        </p:tav>
                                      </p:tavLst>
                                    </p:anim>
                                    <p:anim calcmode="lin" valueType="num">
                                      <p:cBhvr>
                                        <p:cTn id="79" dur="500" fill="hold"/>
                                        <p:tgtEl>
                                          <p:spTgt spid="18"/>
                                        </p:tgtEl>
                                        <p:attrNameLst>
                                          <p:attrName>ppt_h</p:attrName>
                                        </p:attrNameLst>
                                      </p:cBhvr>
                                      <p:tavLst>
                                        <p:tav tm="0">
                                          <p:val>
                                            <p:fltVal val="0"/>
                                          </p:val>
                                        </p:tav>
                                        <p:tav tm="100000">
                                          <p:val>
                                            <p:strVal val="#ppt_h"/>
                                          </p:val>
                                        </p:tav>
                                      </p:tavLst>
                                    </p:anim>
                                    <p:animEffect transition="in" filter="fade">
                                      <p:cBhvr>
                                        <p:cTn id="80" dur="500"/>
                                        <p:tgtEl>
                                          <p:spTgt spid="18"/>
                                        </p:tgtEl>
                                      </p:cBhvr>
                                    </p:animEffect>
                                  </p:childTnLst>
                                </p:cTn>
                              </p:par>
                              <p:par>
                                <p:cTn id="81" presetID="42" presetClass="path" presetSubtype="0" accel="50000" decel="50000" fill="hold" nodeType="withEffect">
                                  <p:stCondLst>
                                    <p:cond delay="1250"/>
                                  </p:stCondLst>
                                  <p:childTnLst>
                                    <p:animMotion origin="layout" path="M -4.79167E-6 0.13842 L -4.79167E-6 -1.85185E-6 " pathEditMode="relative" rAng="0" ptsTypes="AA">
                                      <p:cBhvr>
                                        <p:cTn id="82" dur="1000" fill="hold"/>
                                        <p:tgtEl>
                                          <p:spTgt spid="18"/>
                                        </p:tgtEl>
                                        <p:attrNameLst>
                                          <p:attrName>ppt_x</p:attrName>
                                          <p:attrName>ppt_y</p:attrName>
                                        </p:attrNameLst>
                                      </p:cBhvr>
                                      <p:rCtr x="0" y="-7060"/>
                                    </p:animMotion>
                                  </p:childTnLst>
                                </p:cTn>
                              </p:par>
                              <p:par>
                                <p:cTn id="83" presetID="53" presetClass="entr" presetSubtype="16" fill="hold" nodeType="withEffect">
                                  <p:stCondLst>
                                    <p:cond delay="1250"/>
                                  </p:stCondLst>
                                  <p:childTnLst>
                                    <p:set>
                                      <p:cBhvr>
                                        <p:cTn id="84" dur="1" fill="hold">
                                          <p:stCondLst>
                                            <p:cond delay="0"/>
                                          </p:stCondLst>
                                        </p:cTn>
                                        <p:tgtEl>
                                          <p:spTgt spid="5"/>
                                        </p:tgtEl>
                                        <p:attrNameLst>
                                          <p:attrName>style.visibility</p:attrName>
                                        </p:attrNameLst>
                                      </p:cBhvr>
                                      <p:to>
                                        <p:strVal val="visible"/>
                                      </p:to>
                                    </p:set>
                                    <p:anim calcmode="lin" valueType="num">
                                      <p:cBhvr>
                                        <p:cTn id="85" dur="500" fill="hold"/>
                                        <p:tgtEl>
                                          <p:spTgt spid="5"/>
                                        </p:tgtEl>
                                        <p:attrNameLst>
                                          <p:attrName>ppt_w</p:attrName>
                                        </p:attrNameLst>
                                      </p:cBhvr>
                                      <p:tavLst>
                                        <p:tav tm="0">
                                          <p:val>
                                            <p:fltVal val="0"/>
                                          </p:val>
                                        </p:tav>
                                        <p:tav tm="100000">
                                          <p:val>
                                            <p:strVal val="#ppt_w"/>
                                          </p:val>
                                        </p:tav>
                                      </p:tavLst>
                                    </p:anim>
                                    <p:anim calcmode="lin" valueType="num">
                                      <p:cBhvr>
                                        <p:cTn id="86" dur="500" fill="hold"/>
                                        <p:tgtEl>
                                          <p:spTgt spid="5"/>
                                        </p:tgtEl>
                                        <p:attrNameLst>
                                          <p:attrName>ppt_h</p:attrName>
                                        </p:attrNameLst>
                                      </p:cBhvr>
                                      <p:tavLst>
                                        <p:tav tm="0">
                                          <p:val>
                                            <p:fltVal val="0"/>
                                          </p:val>
                                        </p:tav>
                                        <p:tav tm="100000">
                                          <p:val>
                                            <p:strVal val="#ppt_h"/>
                                          </p:val>
                                        </p:tav>
                                      </p:tavLst>
                                    </p:anim>
                                    <p:animEffect transition="in" filter="fade">
                                      <p:cBhvr>
                                        <p:cTn id="87" dur="500"/>
                                        <p:tgtEl>
                                          <p:spTgt spid="5"/>
                                        </p:tgtEl>
                                      </p:cBhvr>
                                    </p:animEffect>
                                  </p:childTnLst>
                                </p:cTn>
                              </p:par>
                              <p:par>
                                <p:cTn id="88" presetID="42" presetClass="path" presetSubtype="0" accel="50000" decel="50000" fill="hold" nodeType="withEffect">
                                  <p:stCondLst>
                                    <p:cond delay="1250"/>
                                  </p:stCondLst>
                                  <p:childTnLst>
                                    <p:animMotion origin="layout" path="M -4.79167E-6 0.13842 L -4.79167E-6 -1.85185E-6 " pathEditMode="relative" rAng="0" ptsTypes="AA">
                                      <p:cBhvr>
                                        <p:cTn id="89" dur="1000" fill="hold"/>
                                        <p:tgtEl>
                                          <p:spTgt spid="5"/>
                                        </p:tgtEl>
                                        <p:attrNameLst>
                                          <p:attrName>ppt_x</p:attrName>
                                          <p:attrName>ppt_y</p:attrName>
                                        </p:attrNameLst>
                                      </p:cBhvr>
                                      <p:rCtr x="0" y="-7060"/>
                                    </p:animMotion>
                                  </p:childTnLst>
                                </p:cTn>
                              </p:par>
                              <p:par>
                                <p:cTn id="90" presetID="53" presetClass="entr" presetSubtype="16" fill="hold" nodeType="withEffect">
                                  <p:stCondLst>
                                    <p:cond delay="1250"/>
                                  </p:stCondLst>
                                  <p:childTnLst>
                                    <p:set>
                                      <p:cBhvr>
                                        <p:cTn id="91" dur="1" fill="hold">
                                          <p:stCondLst>
                                            <p:cond delay="0"/>
                                          </p:stCondLst>
                                        </p:cTn>
                                        <p:tgtEl>
                                          <p:spTgt spid="19"/>
                                        </p:tgtEl>
                                        <p:attrNameLst>
                                          <p:attrName>style.visibility</p:attrName>
                                        </p:attrNameLst>
                                      </p:cBhvr>
                                      <p:to>
                                        <p:strVal val="visible"/>
                                      </p:to>
                                    </p:set>
                                    <p:anim calcmode="lin" valueType="num">
                                      <p:cBhvr>
                                        <p:cTn id="92" dur="500" fill="hold"/>
                                        <p:tgtEl>
                                          <p:spTgt spid="19"/>
                                        </p:tgtEl>
                                        <p:attrNameLst>
                                          <p:attrName>ppt_w</p:attrName>
                                        </p:attrNameLst>
                                      </p:cBhvr>
                                      <p:tavLst>
                                        <p:tav tm="0">
                                          <p:val>
                                            <p:fltVal val="0"/>
                                          </p:val>
                                        </p:tav>
                                        <p:tav tm="100000">
                                          <p:val>
                                            <p:strVal val="#ppt_w"/>
                                          </p:val>
                                        </p:tav>
                                      </p:tavLst>
                                    </p:anim>
                                    <p:anim calcmode="lin" valueType="num">
                                      <p:cBhvr>
                                        <p:cTn id="93" dur="500" fill="hold"/>
                                        <p:tgtEl>
                                          <p:spTgt spid="19"/>
                                        </p:tgtEl>
                                        <p:attrNameLst>
                                          <p:attrName>ppt_h</p:attrName>
                                        </p:attrNameLst>
                                      </p:cBhvr>
                                      <p:tavLst>
                                        <p:tav tm="0">
                                          <p:val>
                                            <p:fltVal val="0"/>
                                          </p:val>
                                        </p:tav>
                                        <p:tav tm="100000">
                                          <p:val>
                                            <p:strVal val="#ppt_h"/>
                                          </p:val>
                                        </p:tav>
                                      </p:tavLst>
                                    </p:anim>
                                    <p:animEffect transition="in" filter="fade">
                                      <p:cBhvr>
                                        <p:cTn id="94" dur="500"/>
                                        <p:tgtEl>
                                          <p:spTgt spid="19"/>
                                        </p:tgtEl>
                                      </p:cBhvr>
                                    </p:animEffect>
                                  </p:childTnLst>
                                </p:cTn>
                              </p:par>
                              <p:par>
                                <p:cTn id="95" presetID="42" presetClass="path" presetSubtype="0" accel="50000" decel="50000" fill="hold" nodeType="withEffect">
                                  <p:stCondLst>
                                    <p:cond delay="1250"/>
                                  </p:stCondLst>
                                  <p:childTnLst>
                                    <p:animMotion origin="layout" path="M -4.79167E-6 0.13842 L -4.79167E-6 -1.85185E-6 " pathEditMode="relative" rAng="0" ptsTypes="AA">
                                      <p:cBhvr>
                                        <p:cTn id="96" dur="1000" fill="hold"/>
                                        <p:tgtEl>
                                          <p:spTgt spid="19"/>
                                        </p:tgtEl>
                                        <p:attrNameLst>
                                          <p:attrName>ppt_x</p:attrName>
                                          <p:attrName>ppt_y</p:attrName>
                                        </p:attrNameLst>
                                      </p:cBhvr>
                                      <p:rCtr x="0" y="-7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6" grpId="0"/>
      <p:bldP spid="51" grpId="0"/>
      <p:bldP spid="52" grpId="0"/>
      <p:bldP spid="53"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60"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721296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Open Sans" panose="020B0606030504020204" pitchFamily="34" charset="0"/>
                <a:sym typeface="+mn-ea"/>
              </a:rPr>
              <a:t>推动信息安全发展的动力</a:t>
            </a:r>
            <a:endParaRPr kumimoji="0" lang="zh-CN" altLang="en-US"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Calibri" panose="020F0502020204030204"/>
              <a:ea typeface="ＤＦ明朝体W5" panose="02010609010101010101" pitchFamily="49" charset="-128"/>
              <a:cs typeface="Open Sans" panose="020B0606030504020204" pitchFamily="34" charset="0"/>
            </a:endParaRPr>
          </a:p>
        </p:txBody>
      </p:sp>
      <p:grpSp>
        <p:nvGrpSpPr>
          <p:cNvPr id="41" name="组合 4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
            </p:custDataLst>
          </p:nvPr>
        </p:nvGrpSpPr>
        <p:grpSpPr>
          <a:xfrm>
            <a:off x="4612390" y="1849277"/>
            <a:ext cx="2335062" cy="4245250"/>
            <a:chOff x="4691903" y="1988425"/>
            <a:chExt cx="2116402" cy="3847716"/>
          </a:xfrm>
        </p:grpSpPr>
        <p:sp>
          <p:nvSpPr>
            <p:cNvPr id="4" name="任意多边形 3"/>
            <p:cNvSpPr/>
            <p:nvPr>
              <p:custDataLst>
                <p:tags r:id="rId24"/>
              </p:custDataLst>
            </p:nvPr>
          </p:nvSpPr>
          <p:spPr>
            <a:xfrm>
              <a:off x="5560455" y="2654279"/>
              <a:ext cx="283959" cy="2271673"/>
            </a:xfrm>
            <a:custGeom>
              <a:avLst/>
              <a:gdLst>
                <a:gd name="connsiteX0" fmla="*/ 0 w 202301"/>
                <a:gd name="connsiteY0" fmla="*/ 1618407 h 1618407"/>
                <a:gd name="connsiteX1" fmla="*/ 0 w 202301"/>
                <a:gd name="connsiteY1" fmla="*/ 752559 h 1618407"/>
                <a:gd name="connsiteX2" fmla="*/ 202301 w 202301"/>
                <a:gd name="connsiteY2" fmla="*/ 566442 h 1618407"/>
                <a:gd name="connsiteX3" fmla="*/ 202301 w 202301"/>
                <a:gd name="connsiteY3" fmla="*/ 0 h 1618407"/>
              </a:gdLst>
              <a:ahLst/>
              <a:cxnLst>
                <a:cxn ang="0">
                  <a:pos x="connsiteX0" y="connsiteY0"/>
                </a:cxn>
                <a:cxn ang="0">
                  <a:pos x="connsiteX1" y="connsiteY1"/>
                </a:cxn>
                <a:cxn ang="0">
                  <a:pos x="connsiteX2" y="connsiteY2"/>
                </a:cxn>
                <a:cxn ang="0">
                  <a:pos x="connsiteX3" y="connsiteY3"/>
                </a:cxn>
              </a:cxnLst>
              <a:rect l="l" t="t" r="r" b="b"/>
              <a:pathLst>
                <a:path w="202301" h="1618407">
                  <a:moveTo>
                    <a:pt x="0" y="1618407"/>
                  </a:moveTo>
                  <a:lnTo>
                    <a:pt x="0" y="752559"/>
                  </a:lnTo>
                  <a:lnTo>
                    <a:pt x="202301" y="566442"/>
                  </a:lnTo>
                  <a:lnTo>
                    <a:pt x="202301"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任意多边形 4"/>
            <p:cNvSpPr/>
            <p:nvPr>
              <p:custDataLst>
                <p:tags r:id="rId25"/>
              </p:custDataLst>
            </p:nvPr>
          </p:nvSpPr>
          <p:spPr>
            <a:xfrm>
              <a:off x="6253317" y="3188122"/>
              <a:ext cx="545201" cy="1749187"/>
            </a:xfrm>
            <a:custGeom>
              <a:avLst/>
              <a:gdLst>
                <a:gd name="connsiteX0" fmla="*/ 0 w 388417"/>
                <a:gd name="connsiteY0" fmla="*/ 1246173 h 1246173"/>
                <a:gd name="connsiteX1" fmla="*/ 0 w 388417"/>
                <a:gd name="connsiteY1" fmla="*/ 388417 h 1246173"/>
                <a:gd name="connsiteX2" fmla="*/ 388417 w 388417"/>
                <a:gd name="connsiteY2" fmla="*/ 0 h 1246173"/>
              </a:gdLst>
              <a:ahLst/>
              <a:cxnLst>
                <a:cxn ang="0">
                  <a:pos x="connsiteX0" y="connsiteY0"/>
                </a:cxn>
                <a:cxn ang="0">
                  <a:pos x="connsiteX1" y="connsiteY1"/>
                </a:cxn>
                <a:cxn ang="0">
                  <a:pos x="connsiteX2" y="connsiteY2"/>
                </a:cxn>
              </a:cxnLst>
              <a:rect l="l" t="t" r="r" b="b"/>
              <a:pathLst>
                <a:path w="388417" h="1246173">
                  <a:moveTo>
                    <a:pt x="0" y="1246173"/>
                  </a:moveTo>
                  <a:lnTo>
                    <a:pt x="0" y="388417"/>
                  </a:lnTo>
                  <a:lnTo>
                    <a:pt x="388417"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任意多边形 5"/>
            <p:cNvSpPr/>
            <p:nvPr>
              <p:custDataLst>
                <p:tags r:id="rId26"/>
              </p:custDataLst>
            </p:nvPr>
          </p:nvSpPr>
          <p:spPr>
            <a:xfrm>
              <a:off x="5142492" y="4323293"/>
              <a:ext cx="423280" cy="607612"/>
            </a:xfrm>
            <a:custGeom>
              <a:avLst/>
              <a:gdLst>
                <a:gd name="connsiteX0" fmla="*/ 301557 w 301557"/>
                <a:gd name="connsiteY0" fmla="*/ 432881 h 432881"/>
                <a:gd name="connsiteX1" fmla="*/ 0 w 301557"/>
                <a:gd name="connsiteY1" fmla="*/ 131324 h 432881"/>
                <a:gd name="connsiteX2" fmla="*/ 0 w 301557"/>
                <a:gd name="connsiteY2" fmla="*/ 0 h 432881"/>
              </a:gdLst>
              <a:ahLst/>
              <a:cxnLst>
                <a:cxn ang="0">
                  <a:pos x="connsiteX0" y="connsiteY0"/>
                </a:cxn>
                <a:cxn ang="0">
                  <a:pos x="connsiteX1" y="connsiteY1"/>
                </a:cxn>
                <a:cxn ang="0">
                  <a:pos x="connsiteX2" y="connsiteY2"/>
                </a:cxn>
              </a:cxnLst>
              <a:rect l="l" t="t" r="r" b="b"/>
              <a:pathLst>
                <a:path w="301557" h="432881">
                  <a:moveTo>
                    <a:pt x="301557" y="432881"/>
                  </a:moveTo>
                  <a:lnTo>
                    <a:pt x="0" y="131324"/>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任意多边形 6"/>
            <p:cNvSpPr/>
            <p:nvPr>
              <p:custDataLst>
                <p:tags r:id="rId27"/>
              </p:custDataLst>
            </p:nvPr>
          </p:nvSpPr>
          <p:spPr>
            <a:xfrm>
              <a:off x="5844414" y="3920494"/>
              <a:ext cx="404068" cy="1003584"/>
            </a:xfrm>
            <a:custGeom>
              <a:avLst/>
              <a:gdLst>
                <a:gd name="connsiteX0" fmla="*/ 262646 w 262646"/>
                <a:gd name="connsiteY0" fmla="*/ 714983 h 714983"/>
                <a:gd name="connsiteX1" fmla="*/ 0 w 262646"/>
                <a:gd name="connsiteY1" fmla="*/ 452337 h 714983"/>
                <a:gd name="connsiteX2" fmla="*/ 0 w 262646"/>
                <a:gd name="connsiteY2" fmla="*/ 0 h 714983"/>
              </a:gdLst>
              <a:ahLst/>
              <a:cxnLst>
                <a:cxn ang="0">
                  <a:pos x="connsiteX0" y="connsiteY0"/>
                </a:cxn>
                <a:cxn ang="0">
                  <a:pos x="connsiteX1" y="connsiteY1"/>
                </a:cxn>
                <a:cxn ang="0">
                  <a:pos x="connsiteX2" y="connsiteY2"/>
                </a:cxn>
              </a:cxnLst>
              <a:rect l="l" t="t" r="r" b="b"/>
              <a:pathLst>
                <a:path w="262646" h="714983">
                  <a:moveTo>
                    <a:pt x="262646" y="714983"/>
                  </a:moveTo>
                  <a:lnTo>
                    <a:pt x="0" y="452337"/>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任意多边形 7"/>
            <p:cNvSpPr/>
            <p:nvPr>
              <p:custDataLst>
                <p:tags r:id="rId28"/>
              </p:custDataLst>
            </p:nvPr>
          </p:nvSpPr>
          <p:spPr>
            <a:xfrm>
              <a:off x="6255310" y="4664649"/>
              <a:ext cx="150196" cy="266256"/>
            </a:xfrm>
            <a:custGeom>
              <a:avLst/>
              <a:gdLst>
                <a:gd name="connsiteX0" fmla="*/ 0 w 107004"/>
                <a:gd name="connsiteY0" fmla="*/ 189689 h 189689"/>
                <a:gd name="connsiteX1" fmla="*/ 107004 w 107004"/>
                <a:gd name="connsiteY1" fmla="*/ 82685 h 189689"/>
                <a:gd name="connsiteX2" fmla="*/ 107004 w 107004"/>
                <a:gd name="connsiteY2" fmla="*/ 0 h 189689"/>
              </a:gdLst>
              <a:ahLst/>
              <a:cxnLst>
                <a:cxn ang="0">
                  <a:pos x="connsiteX0" y="connsiteY0"/>
                </a:cxn>
                <a:cxn ang="0">
                  <a:pos x="connsiteX1" y="connsiteY1"/>
                </a:cxn>
                <a:cxn ang="0">
                  <a:pos x="connsiteX2" y="connsiteY2"/>
                </a:cxn>
              </a:cxnLst>
              <a:rect l="l" t="t" r="r" b="b"/>
              <a:pathLst>
                <a:path w="107004" h="189689">
                  <a:moveTo>
                    <a:pt x="0" y="189689"/>
                  </a:moveTo>
                  <a:lnTo>
                    <a:pt x="107004" y="82685"/>
                  </a:lnTo>
                  <a:lnTo>
                    <a:pt x="107004"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任意多边形 8"/>
            <p:cNvSpPr/>
            <p:nvPr>
              <p:custDataLst>
                <p:tags r:id="rId29"/>
              </p:custDataLst>
            </p:nvPr>
          </p:nvSpPr>
          <p:spPr>
            <a:xfrm>
              <a:off x="5149318" y="3613275"/>
              <a:ext cx="402799" cy="880696"/>
            </a:xfrm>
            <a:custGeom>
              <a:avLst/>
              <a:gdLst>
                <a:gd name="connsiteX0" fmla="*/ 286966 w 286966"/>
                <a:gd name="connsiteY0" fmla="*/ 627434 h 627434"/>
                <a:gd name="connsiteX1" fmla="*/ 0 w 286966"/>
                <a:gd name="connsiteY1" fmla="*/ 340468 h 627434"/>
                <a:gd name="connsiteX2" fmla="*/ 0 w 286966"/>
                <a:gd name="connsiteY2" fmla="*/ 0 h 627434"/>
              </a:gdLst>
              <a:ahLst/>
              <a:cxnLst>
                <a:cxn ang="0">
                  <a:pos x="connsiteX0" y="connsiteY0"/>
                </a:cxn>
                <a:cxn ang="0">
                  <a:pos x="connsiteX1" y="connsiteY1"/>
                </a:cxn>
                <a:cxn ang="0">
                  <a:pos x="connsiteX2" y="connsiteY2"/>
                </a:cxn>
              </a:cxnLst>
              <a:rect l="l" t="t" r="r" b="b"/>
              <a:pathLst>
                <a:path w="286966" h="627434">
                  <a:moveTo>
                    <a:pt x="286966" y="627434"/>
                  </a:moveTo>
                  <a:lnTo>
                    <a:pt x="0" y="340468"/>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任意多边形 12"/>
            <p:cNvSpPr/>
            <p:nvPr>
              <p:custDataLst>
                <p:tags r:id="rId30"/>
              </p:custDataLst>
            </p:nvPr>
          </p:nvSpPr>
          <p:spPr>
            <a:xfrm>
              <a:off x="5285859" y="2923737"/>
              <a:ext cx="273085" cy="785118"/>
            </a:xfrm>
            <a:custGeom>
              <a:avLst/>
              <a:gdLst>
                <a:gd name="connsiteX0" fmla="*/ 194554 w 194554"/>
                <a:gd name="connsiteY0" fmla="*/ 559341 h 559341"/>
                <a:gd name="connsiteX1" fmla="*/ 0 w 194554"/>
                <a:gd name="connsiteY1" fmla="*/ 364787 h 559341"/>
                <a:gd name="connsiteX2" fmla="*/ 0 w 194554"/>
                <a:gd name="connsiteY2" fmla="*/ 0 h 559341"/>
              </a:gdLst>
              <a:ahLst/>
              <a:cxnLst>
                <a:cxn ang="0">
                  <a:pos x="connsiteX0" y="connsiteY0"/>
                </a:cxn>
                <a:cxn ang="0">
                  <a:pos x="connsiteX1" y="connsiteY1"/>
                </a:cxn>
                <a:cxn ang="0">
                  <a:pos x="connsiteX2" y="connsiteY2"/>
                </a:cxn>
              </a:cxnLst>
              <a:rect l="l" t="t" r="r" b="b"/>
              <a:pathLst>
                <a:path w="194554" h="559341">
                  <a:moveTo>
                    <a:pt x="194554" y="559341"/>
                  </a:moveTo>
                  <a:lnTo>
                    <a:pt x="0" y="364787"/>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任意多边形 13"/>
            <p:cNvSpPr/>
            <p:nvPr>
              <p:custDataLst>
                <p:tags r:id="rId31"/>
              </p:custDataLst>
            </p:nvPr>
          </p:nvSpPr>
          <p:spPr>
            <a:xfrm>
              <a:off x="4876236" y="2555073"/>
              <a:ext cx="266257" cy="1324458"/>
            </a:xfrm>
            <a:custGeom>
              <a:avLst/>
              <a:gdLst>
                <a:gd name="connsiteX0" fmla="*/ 189689 w 189689"/>
                <a:gd name="connsiteY0" fmla="*/ 943583 h 943583"/>
                <a:gd name="connsiteX1" fmla="*/ 0 w 189689"/>
                <a:gd name="connsiteY1" fmla="*/ 753894 h 943583"/>
                <a:gd name="connsiteX2" fmla="*/ 0 w 189689"/>
                <a:gd name="connsiteY2" fmla="*/ 0 h 943583"/>
              </a:gdLst>
              <a:ahLst/>
              <a:cxnLst>
                <a:cxn ang="0">
                  <a:pos x="connsiteX0" y="connsiteY0"/>
                </a:cxn>
                <a:cxn ang="0">
                  <a:pos x="connsiteX1" y="connsiteY1"/>
                </a:cxn>
                <a:cxn ang="0">
                  <a:pos x="connsiteX2" y="connsiteY2"/>
                </a:cxn>
              </a:cxnLst>
              <a:rect l="l" t="t" r="r" b="b"/>
              <a:pathLst>
                <a:path w="189689" h="943583">
                  <a:moveTo>
                    <a:pt x="189689" y="943583"/>
                  </a:moveTo>
                  <a:lnTo>
                    <a:pt x="0" y="753894"/>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任意多边形 14"/>
            <p:cNvSpPr/>
            <p:nvPr>
              <p:custDataLst>
                <p:tags r:id="rId32"/>
              </p:custDataLst>
            </p:nvPr>
          </p:nvSpPr>
          <p:spPr>
            <a:xfrm>
              <a:off x="5852511" y="3306055"/>
              <a:ext cx="197986" cy="894349"/>
            </a:xfrm>
            <a:custGeom>
              <a:avLst/>
              <a:gdLst>
                <a:gd name="connsiteX0" fmla="*/ 0 w 141051"/>
                <a:gd name="connsiteY0" fmla="*/ 637161 h 637161"/>
                <a:gd name="connsiteX1" fmla="*/ 141051 w 141051"/>
                <a:gd name="connsiteY1" fmla="*/ 505838 h 637161"/>
                <a:gd name="connsiteX2" fmla="*/ 141051 w 141051"/>
                <a:gd name="connsiteY2" fmla="*/ 0 h 637161"/>
              </a:gdLst>
              <a:ahLst/>
              <a:cxnLst>
                <a:cxn ang="0">
                  <a:pos x="connsiteX0" y="connsiteY0"/>
                </a:cxn>
                <a:cxn ang="0">
                  <a:pos x="connsiteX1" y="connsiteY1"/>
                </a:cxn>
                <a:cxn ang="0">
                  <a:pos x="connsiteX2" y="connsiteY2"/>
                </a:cxn>
              </a:cxnLst>
              <a:rect l="l" t="t" r="r" b="b"/>
              <a:pathLst>
                <a:path w="141051" h="637161">
                  <a:moveTo>
                    <a:pt x="0" y="637161"/>
                  </a:moveTo>
                  <a:lnTo>
                    <a:pt x="141051" y="505838"/>
                  </a:lnTo>
                  <a:lnTo>
                    <a:pt x="141051"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任意多边形 15"/>
            <p:cNvSpPr/>
            <p:nvPr>
              <p:custDataLst>
                <p:tags r:id="rId33"/>
              </p:custDataLst>
            </p:nvPr>
          </p:nvSpPr>
          <p:spPr>
            <a:xfrm>
              <a:off x="6658109" y="2486803"/>
              <a:ext cx="0" cy="826080"/>
            </a:xfrm>
            <a:custGeom>
              <a:avLst/>
              <a:gdLst>
                <a:gd name="connsiteX0" fmla="*/ 0 w 0"/>
                <a:gd name="connsiteY0" fmla="*/ 588524 h 588524"/>
                <a:gd name="connsiteX1" fmla="*/ 0 w 0"/>
                <a:gd name="connsiteY1" fmla="*/ 0 h 588524"/>
              </a:gdLst>
              <a:ahLst/>
              <a:cxnLst>
                <a:cxn ang="0">
                  <a:pos x="connsiteX0" y="connsiteY0"/>
                </a:cxn>
                <a:cxn ang="0">
                  <a:pos x="connsiteX1" y="connsiteY1"/>
                </a:cxn>
              </a:cxnLst>
              <a:rect l="l" t="t" r="r" b="b"/>
              <a:pathLst>
                <a:path h="588524">
                  <a:moveTo>
                    <a:pt x="0" y="588524"/>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任意多边形 16"/>
            <p:cNvSpPr/>
            <p:nvPr>
              <p:custDataLst>
                <p:tags r:id="rId34"/>
              </p:custDataLst>
            </p:nvPr>
          </p:nvSpPr>
          <p:spPr>
            <a:xfrm>
              <a:off x="6248483" y="2159101"/>
              <a:ext cx="409627" cy="1044547"/>
            </a:xfrm>
            <a:custGeom>
              <a:avLst/>
              <a:gdLst>
                <a:gd name="connsiteX0" fmla="*/ 291830 w 291830"/>
                <a:gd name="connsiteY0" fmla="*/ 744166 h 744166"/>
                <a:gd name="connsiteX1" fmla="*/ 0 w 291830"/>
                <a:gd name="connsiteY1" fmla="*/ 452336 h 744166"/>
                <a:gd name="connsiteX2" fmla="*/ 0 w 291830"/>
                <a:gd name="connsiteY2" fmla="*/ 0 h 744166"/>
              </a:gdLst>
              <a:ahLst/>
              <a:cxnLst>
                <a:cxn ang="0">
                  <a:pos x="connsiteX0" y="connsiteY0"/>
                </a:cxn>
                <a:cxn ang="0">
                  <a:pos x="connsiteX1" y="connsiteY1"/>
                </a:cxn>
                <a:cxn ang="0">
                  <a:pos x="connsiteX2" y="connsiteY2"/>
                </a:cxn>
              </a:cxnLst>
              <a:rect l="l" t="t" r="r" b="b"/>
              <a:pathLst>
                <a:path w="291830" h="744166">
                  <a:moveTo>
                    <a:pt x="291830" y="744166"/>
                  </a:moveTo>
                  <a:lnTo>
                    <a:pt x="0" y="452336"/>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任意多边形 17"/>
            <p:cNvSpPr/>
            <p:nvPr>
              <p:custDataLst>
                <p:tags r:id="rId35"/>
              </p:custDataLst>
            </p:nvPr>
          </p:nvSpPr>
          <p:spPr>
            <a:xfrm>
              <a:off x="5203935" y="2172756"/>
              <a:ext cx="327701" cy="1085509"/>
            </a:xfrm>
            <a:custGeom>
              <a:avLst/>
              <a:gdLst>
                <a:gd name="connsiteX0" fmla="*/ 68094 w 233464"/>
                <a:gd name="connsiteY0" fmla="*/ 773349 h 773349"/>
                <a:gd name="connsiteX1" fmla="*/ 233464 w 233464"/>
                <a:gd name="connsiteY1" fmla="*/ 607979 h 773349"/>
                <a:gd name="connsiteX2" fmla="*/ 233464 w 233464"/>
                <a:gd name="connsiteY2" fmla="*/ 471791 h 773349"/>
                <a:gd name="connsiteX3" fmla="*/ 0 w 233464"/>
                <a:gd name="connsiteY3" fmla="*/ 238327 h 773349"/>
                <a:gd name="connsiteX4" fmla="*/ 0 w 233464"/>
                <a:gd name="connsiteY4" fmla="*/ 0 h 773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464" h="773349">
                  <a:moveTo>
                    <a:pt x="68094" y="773349"/>
                  </a:moveTo>
                  <a:lnTo>
                    <a:pt x="233464" y="607979"/>
                  </a:lnTo>
                  <a:lnTo>
                    <a:pt x="233464" y="471791"/>
                  </a:lnTo>
                  <a:lnTo>
                    <a:pt x="0" y="238327"/>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任意多边形 18"/>
            <p:cNvSpPr/>
            <p:nvPr>
              <p:custDataLst>
                <p:tags r:id="rId36"/>
              </p:custDataLst>
            </p:nvPr>
          </p:nvSpPr>
          <p:spPr>
            <a:xfrm>
              <a:off x="5866165" y="2363915"/>
              <a:ext cx="218467" cy="785118"/>
            </a:xfrm>
            <a:custGeom>
              <a:avLst/>
              <a:gdLst>
                <a:gd name="connsiteX0" fmla="*/ 0 w 155642"/>
                <a:gd name="connsiteY0" fmla="*/ 559341 h 559341"/>
                <a:gd name="connsiteX1" fmla="*/ 155642 w 155642"/>
                <a:gd name="connsiteY1" fmla="*/ 403699 h 559341"/>
                <a:gd name="connsiteX2" fmla="*/ 155642 w 155642"/>
                <a:gd name="connsiteY2" fmla="*/ 0 h 559341"/>
              </a:gdLst>
              <a:ahLst/>
              <a:cxnLst>
                <a:cxn ang="0">
                  <a:pos x="connsiteX0" y="connsiteY0"/>
                </a:cxn>
                <a:cxn ang="0">
                  <a:pos x="connsiteX1" y="connsiteY1"/>
                </a:cxn>
                <a:cxn ang="0">
                  <a:pos x="connsiteX2" y="connsiteY2"/>
                </a:cxn>
              </a:cxnLst>
              <a:rect l="l" t="t" r="r" b="b"/>
              <a:pathLst>
                <a:path w="155642" h="559341">
                  <a:moveTo>
                    <a:pt x="0" y="559341"/>
                  </a:moveTo>
                  <a:lnTo>
                    <a:pt x="155642" y="403699"/>
                  </a:lnTo>
                  <a:lnTo>
                    <a:pt x="155642"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任意多边形 19"/>
            <p:cNvSpPr/>
            <p:nvPr>
              <p:custDataLst>
                <p:tags r:id="rId37"/>
              </p:custDataLst>
            </p:nvPr>
          </p:nvSpPr>
          <p:spPr>
            <a:xfrm>
              <a:off x="5360959" y="3818088"/>
              <a:ext cx="191159" cy="471070"/>
            </a:xfrm>
            <a:custGeom>
              <a:avLst/>
              <a:gdLst>
                <a:gd name="connsiteX0" fmla="*/ 136187 w 136187"/>
                <a:gd name="connsiteY0" fmla="*/ 335604 h 335604"/>
                <a:gd name="connsiteX1" fmla="*/ 0 w 136187"/>
                <a:gd name="connsiteY1" fmla="*/ 199417 h 335604"/>
                <a:gd name="connsiteX2" fmla="*/ 0 w 136187"/>
                <a:gd name="connsiteY2" fmla="*/ 0 h 335604"/>
              </a:gdLst>
              <a:ahLst/>
              <a:cxnLst>
                <a:cxn ang="0">
                  <a:pos x="connsiteX0" y="connsiteY0"/>
                </a:cxn>
                <a:cxn ang="0">
                  <a:pos x="connsiteX1" y="connsiteY1"/>
                </a:cxn>
                <a:cxn ang="0">
                  <a:pos x="connsiteX2" y="connsiteY2"/>
                </a:cxn>
              </a:cxnLst>
              <a:rect l="l" t="t" r="r" b="b"/>
              <a:pathLst>
                <a:path w="136187" h="335604">
                  <a:moveTo>
                    <a:pt x="136187" y="335604"/>
                  </a:moveTo>
                  <a:lnTo>
                    <a:pt x="0" y="199417"/>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任意多边形 20"/>
            <p:cNvSpPr/>
            <p:nvPr>
              <p:custDataLst>
                <p:tags r:id="rId38"/>
              </p:custDataLst>
            </p:nvPr>
          </p:nvSpPr>
          <p:spPr>
            <a:xfrm>
              <a:off x="6064151" y="4384737"/>
              <a:ext cx="0" cy="348182"/>
            </a:xfrm>
            <a:custGeom>
              <a:avLst/>
              <a:gdLst>
                <a:gd name="connsiteX0" fmla="*/ 0 w 0"/>
                <a:gd name="connsiteY0" fmla="*/ 248055 h 248055"/>
                <a:gd name="connsiteX1" fmla="*/ 0 w 0"/>
                <a:gd name="connsiteY1" fmla="*/ 0 h 248055"/>
              </a:gdLst>
              <a:ahLst/>
              <a:cxnLst>
                <a:cxn ang="0">
                  <a:pos x="connsiteX0" y="connsiteY0"/>
                </a:cxn>
                <a:cxn ang="0">
                  <a:pos x="connsiteX1" y="connsiteY1"/>
                </a:cxn>
              </a:cxnLst>
              <a:rect l="l" t="t" r="r" b="b"/>
              <a:pathLst>
                <a:path h="248055">
                  <a:moveTo>
                    <a:pt x="0" y="248055"/>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任意多边形 21"/>
            <p:cNvSpPr/>
            <p:nvPr>
              <p:custDataLst>
                <p:tags r:id="rId39"/>
              </p:custDataLst>
            </p:nvPr>
          </p:nvSpPr>
          <p:spPr>
            <a:xfrm>
              <a:off x="5374613" y="2070350"/>
              <a:ext cx="464242" cy="873869"/>
            </a:xfrm>
            <a:custGeom>
              <a:avLst/>
              <a:gdLst>
                <a:gd name="connsiteX0" fmla="*/ 330740 w 330740"/>
                <a:gd name="connsiteY0" fmla="*/ 622570 h 622570"/>
                <a:gd name="connsiteX1" fmla="*/ 0 w 330740"/>
                <a:gd name="connsiteY1" fmla="*/ 291830 h 622570"/>
                <a:gd name="connsiteX2" fmla="*/ 0 w 330740"/>
                <a:gd name="connsiteY2" fmla="*/ 0 h 622570"/>
              </a:gdLst>
              <a:ahLst/>
              <a:cxnLst>
                <a:cxn ang="0">
                  <a:pos x="connsiteX0" y="connsiteY0"/>
                </a:cxn>
                <a:cxn ang="0">
                  <a:pos x="connsiteX1" y="connsiteY1"/>
                </a:cxn>
                <a:cxn ang="0">
                  <a:pos x="connsiteX2" y="connsiteY2"/>
                </a:cxn>
              </a:cxnLst>
              <a:rect l="l" t="t" r="r" b="b"/>
              <a:pathLst>
                <a:path w="330740" h="622570">
                  <a:moveTo>
                    <a:pt x="330740" y="622570"/>
                  </a:moveTo>
                  <a:lnTo>
                    <a:pt x="0" y="291830"/>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任意多边形 22"/>
            <p:cNvSpPr/>
            <p:nvPr>
              <p:custDataLst>
                <p:tags r:id="rId40"/>
              </p:custDataLst>
            </p:nvPr>
          </p:nvSpPr>
          <p:spPr>
            <a:xfrm>
              <a:off x="4691903" y="2821331"/>
              <a:ext cx="177504" cy="382317"/>
            </a:xfrm>
            <a:custGeom>
              <a:avLst/>
              <a:gdLst>
                <a:gd name="connsiteX0" fmla="*/ 126459 w 126459"/>
                <a:gd name="connsiteY0" fmla="*/ 272374 h 272374"/>
                <a:gd name="connsiteX1" fmla="*/ 0 w 126459"/>
                <a:gd name="connsiteY1" fmla="*/ 145915 h 272374"/>
                <a:gd name="connsiteX2" fmla="*/ 0 w 126459"/>
                <a:gd name="connsiteY2" fmla="*/ 0 h 272374"/>
              </a:gdLst>
              <a:ahLst/>
              <a:cxnLst>
                <a:cxn ang="0">
                  <a:pos x="connsiteX0" y="connsiteY0"/>
                </a:cxn>
                <a:cxn ang="0">
                  <a:pos x="connsiteX1" y="connsiteY1"/>
                </a:cxn>
                <a:cxn ang="0">
                  <a:pos x="connsiteX2" y="connsiteY2"/>
                </a:cxn>
              </a:cxnLst>
              <a:rect l="l" t="t" r="r" b="b"/>
              <a:pathLst>
                <a:path w="126459" h="272374">
                  <a:moveTo>
                    <a:pt x="126459" y="272374"/>
                  </a:moveTo>
                  <a:lnTo>
                    <a:pt x="0" y="145915"/>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任意多边形 23"/>
            <p:cNvSpPr/>
            <p:nvPr>
              <p:custDataLst>
                <p:tags r:id="rId41"/>
              </p:custDataLst>
            </p:nvPr>
          </p:nvSpPr>
          <p:spPr>
            <a:xfrm>
              <a:off x="4883062" y="2295644"/>
              <a:ext cx="157023" cy="1051374"/>
            </a:xfrm>
            <a:custGeom>
              <a:avLst/>
              <a:gdLst>
                <a:gd name="connsiteX0" fmla="*/ 0 w 111868"/>
                <a:gd name="connsiteY0" fmla="*/ 749030 h 749030"/>
                <a:gd name="connsiteX1" fmla="*/ 111868 w 111868"/>
                <a:gd name="connsiteY1" fmla="*/ 637162 h 749030"/>
                <a:gd name="connsiteX2" fmla="*/ 111868 w 111868"/>
                <a:gd name="connsiteY2" fmla="*/ 0 h 749030"/>
              </a:gdLst>
              <a:ahLst/>
              <a:cxnLst>
                <a:cxn ang="0">
                  <a:pos x="connsiteX0" y="connsiteY0"/>
                </a:cxn>
                <a:cxn ang="0">
                  <a:pos x="connsiteX1" y="connsiteY1"/>
                </a:cxn>
                <a:cxn ang="0">
                  <a:pos x="connsiteX2" y="connsiteY2"/>
                </a:cxn>
              </a:cxnLst>
              <a:rect l="l" t="t" r="r" b="b"/>
              <a:pathLst>
                <a:path w="111868" h="749030">
                  <a:moveTo>
                    <a:pt x="0" y="749030"/>
                  </a:moveTo>
                  <a:lnTo>
                    <a:pt x="111868" y="637162"/>
                  </a:lnTo>
                  <a:lnTo>
                    <a:pt x="111868"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任意多边形 24"/>
            <p:cNvSpPr/>
            <p:nvPr>
              <p:custDataLst>
                <p:tags r:id="rId42"/>
              </p:custDataLst>
            </p:nvPr>
          </p:nvSpPr>
          <p:spPr>
            <a:xfrm>
              <a:off x="6255310" y="3838568"/>
              <a:ext cx="314048" cy="314048"/>
            </a:xfrm>
            <a:custGeom>
              <a:avLst/>
              <a:gdLst>
                <a:gd name="connsiteX0" fmla="*/ 0 w 223737"/>
                <a:gd name="connsiteY0" fmla="*/ 223737 h 223737"/>
                <a:gd name="connsiteX1" fmla="*/ 223737 w 223737"/>
                <a:gd name="connsiteY1" fmla="*/ 0 h 223737"/>
              </a:gdLst>
              <a:ahLst/>
              <a:cxnLst>
                <a:cxn ang="0">
                  <a:pos x="connsiteX0" y="connsiteY0"/>
                </a:cxn>
                <a:cxn ang="0">
                  <a:pos x="connsiteX1" y="connsiteY1"/>
                </a:cxn>
              </a:cxnLst>
              <a:rect l="l" t="t" r="r" b="b"/>
              <a:pathLst>
                <a:path w="223737" h="223737">
                  <a:moveTo>
                    <a:pt x="0" y="223737"/>
                  </a:moveTo>
                  <a:lnTo>
                    <a:pt x="223737"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任意多边形 25"/>
            <p:cNvSpPr/>
            <p:nvPr>
              <p:custDataLst>
                <p:tags r:id="rId43"/>
              </p:custDataLst>
            </p:nvPr>
          </p:nvSpPr>
          <p:spPr>
            <a:xfrm>
              <a:off x="6070979" y="3142205"/>
              <a:ext cx="218467" cy="423280"/>
            </a:xfrm>
            <a:custGeom>
              <a:avLst/>
              <a:gdLst>
                <a:gd name="connsiteX0" fmla="*/ 0 w 155642"/>
                <a:gd name="connsiteY0" fmla="*/ 301557 h 301557"/>
                <a:gd name="connsiteX1" fmla="*/ 155642 w 155642"/>
                <a:gd name="connsiteY1" fmla="*/ 145915 h 301557"/>
                <a:gd name="connsiteX2" fmla="*/ 155642 w 155642"/>
                <a:gd name="connsiteY2" fmla="*/ 0 h 301557"/>
              </a:gdLst>
              <a:ahLst/>
              <a:cxnLst>
                <a:cxn ang="0">
                  <a:pos x="connsiteX0" y="connsiteY0"/>
                </a:cxn>
                <a:cxn ang="0">
                  <a:pos x="connsiteX1" y="connsiteY1"/>
                </a:cxn>
                <a:cxn ang="0">
                  <a:pos x="connsiteX2" y="connsiteY2"/>
                </a:cxn>
              </a:cxnLst>
              <a:rect l="l" t="t" r="r" b="b"/>
              <a:pathLst>
                <a:path w="155642" h="301557">
                  <a:moveTo>
                    <a:pt x="0" y="301557"/>
                  </a:moveTo>
                  <a:lnTo>
                    <a:pt x="155642" y="145915"/>
                  </a:lnTo>
                  <a:lnTo>
                    <a:pt x="155642"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7" name="任意多边形 26"/>
            <p:cNvSpPr/>
            <p:nvPr>
              <p:custDataLst>
                <p:tags r:id="rId44"/>
              </p:custDataLst>
            </p:nvPr>
          </p:nvSpPr>
          <p:spPr>
            <a:xfrm>
              <a:off x="6453296" y="2261509"/>
              <a:ext cx="0" cy="730500"/>
            </a:xfrm>
            <a:custGeom>
              <a:avLst/>
              <a:gdLst>
                <a:gd name="connsiteX0" fmla="*/ 0 w 0"/>
                <a:gd name="connsiteY0" fmla="*/ 520430 h 520430"/>
                <a:gd name="connsiteX1" fmla="*/ 0 w 0"/>
                <a:gd name="connsiteY1" fmla="*/ 0 h 520430"/>
              </a:gdLst>
              <a:ahLst/>
              <a:cxnLst>
                <a:cxn ang="0">
                  <a:pos x="connsiteX0" y="connsiteY0"/>
                </a:cxn>
                <a:cxn ang="0">
                  <a:pos x="connsiteX1" y="connsiteY1"/>
                </a:cxn>
              </a:cxnLst>
              <a:rect l="l" t="t" r="r" b="b"/>
              <a:pathLst>
                <a:path h="520430">
                  <a:moveTo>
                    <a:pt x="0" y="520430"/>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任意多边形 27"/>
            <p:cNvSpPr/>
            <p:nvPr>
              <p:custDataLst>
                <p:tags r:id="rId45"/>
              </p:custDataLst>
            </p:nvPr>
          </p:nvSpPr>
          <p:spPr>
            <a:xfrm>
              <a:off x="6262137" y="4309639"/>
              <a:ext cx="109233" cy="109233"/>
            </a:xfrm>
            <a:custGeom>
              <a:avLst/>
              <a:gdLst>
                <a:gd name="connsiteX0" fmla="*/ 0 w 77821"/>
                <a:gd name="connsiteY0" fmla="*/ 77821 h 77821"/>
                <a:gd name="connsiteX1" fmla="*/ 77821 w 77821"/>
                <a:gd name="connsiteY1" fmla="*/ 0 h 77821"/>
              </a:gdLst>
              <a:ahLst/>
              <a:cxnLst>
                <a:cxn ang="0">
                  <a:pos x="connsiteX0" y="connsiteY0"/>
                </a:cxn>
                <a:cxn ang="0">
                  <a:pos x="connsiteX1" y="connsiteY1"/>
                </a:cxn>
              </a:cxnLst>
              <a:rect l="l" t="t" r="r" b="b"/>
              <a:pathLst>
                <a:path w="77821" h="77821">
                  <a:moveTo>
                    <a:pt x="0" y="77821"/>
                  </a:moveTo>
                  <a:lnTo>
                    <a:pt x="77821"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任意多边形 28"/>
            <p:cNvSpPr/>
            <p:nvPr>
              <p:custDataLst>
                <p:tags r:id="rId46"/>
              </p:custDataLst>
            </p:nvPr>
          </p:nvSpPr>
          <p:spPr>
            <a:xfrm>
              <a:off x="5558945" y="2002078"/>
              <a:ext cx="0" cy="648575"/>
            </a:xfrm>
            <a:custGeom>
              <a:avLst/>
              <a:gdLst>
                <a:gd name="connsiteX0" fmla="*/ 0 w 0"/>
                <a:gd name="connsiteY0" fmla="*/ 462064 h 462064"/>
                <a:gd name="connsiteX1" fmla="*/ 0 w 0"/>
                <a:gd name="connsiteY1" fmla="*/ 0 h 462064"/>
              </a:gdLst>
              <a:ahLst/>
              <a:cxnLst>
                <a:cxn ang="0">
                  <a:pos x="connsiteX0" y="connsiteY0"/>
                </a:cxn>
                <a:cxn ang="0">
                  <a:pos x="connsiteX1" y="connsiteY1"/>
                </a:cxn>
              </a:cxnLst>
              <a:rect l="l" t="t" r="r" b="b"/>
              <a:pathLst>
                <a:path h="462064">
                  <a:moveTo>
                    <a:pt x="0" y="462064"/>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任意多边形 29"/>
            <p:cNvSpPr/>
            <p:nvPr>
              <p:custDataLst>
                <p:tags r:id="rId47"/>
              </p:custDataLst>
            </p:nvPr>
          </p:nvSpPr>
          <p:spPr>
            <a:xfrm>
              <a:off x="5579427" y="1988425"/>
              <a:ext cx="150196" cy="279911"/>
            </a:xfrm>
            <a:custGeom>
              <a:avLst/>
              <a:gdLst>
                <a:gd name="connsiteX0" fmla="*/ 0 w 107004"/>
                <a:gd name="connsiteY0" fmla="*/ 199417 h 199417"/>
                <a:gd name="connsiteX1" fmla="*/ 107004 w 107004"/>
                <a:gd name="connsiteY1" fmla="*/ 92413 h 199417"/>
                <a:gd name="connsiteX2" fmla="*/ 107004 w 107004"/>
                <a:gd name="connsiteY2" fmla="*/ 0 h 199417"/>
              </a:gdLst>
              <a:ahLst/>
              <a:cxnLst>
                <a:cxn ang="0">
                  <a:pos x="connsiteX0" y="connsiteY0"/>
                </a:cxn>
                <a:cxn ang="0">
                  <a:pos x="connsiteX1" y="connsiteY1"/>
                </a:cxn>
                <a:cxn ang="0">
                  <a:pos x="connsiteX2" y="connsiteY2"/>
                </a:cxn>
              </a:cxnLst>
              <a:rect l="l" t="t" r="r" b="b"/>
              <a:pathLst>
                <a:path w="107004" h="199417">
                  <a:moveTo>
                    <a:pt x="0" y="199417"/>
                  </a:moveTo>
                  <a:lnTo>
                    <a:pt x="107004" y="92413"/>
                  </a:lnTo>
                  <a:lnTo>
                    <a:pt x="107004"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1" name="任意多边形 30"/>
            <p:cNvSpPr/>
            <p:nvPr>
              <p:custDataLst>
                <p:tags r:id="rId48"/>
              </p:custDataLst>
            </p:nvPr>
          </p:nvSpPr>
          <p:spPr>
            <a:xfrm>
              <a:off x="5907127" y="2008906"/>
              <a:ext cx="170678" cy="491552"/>
            </a:xfrm>
            <a:custGeom>
              <a:avLst/>
              <a:gdLst>
                <a:gd name="connsiteX0" fmla="*/ 121596 w 121596"/>
                <a:gd name="connsiteY0" fmla="*/ 350196 h 350196"/>
                <a:gd name="connsiteX1" fmla="*/ 0 w 121596"/>
                <a:gd name="connsiteY1" fmla="*/ 228600 h 350196"/>
                <a:gd name="connsiteX2" fmla="*/ 0 w 121596"/>
                <a:gd name="connsiteY2" fmla="*/ 0 h 350196"/>
              </a:gdLst>
              <a:ahLst/>
              <a:cxnLst>
                <a:cxn ang="0">
                  <a:pos x="connsiteX0" y="connsiteY0"/>
                </a:cxn>
                <a:cxn ang="0">
                  <a:pos x="connsiteX1" y="connsiteY1"/>
                </a:cxn>
                <a:cxn ang="0">
                  <a:pos x="connsiteX2" y="connsiteY2"/>
                </a:cxn>
              </a:cxnLst>
              <a:rect l="l" t="t" r="r" b="b"/>
              <a:pathLst>
                <a:path w="121596" h="350196">
                  <a:moveTo>
                    <a:pt x="121596" y="350196"/>
                  </a:moveTo>
                  <a:lnTo>
                    <a:pt x="0" y="228600"/>
                  </a:ln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2" name="任意多边形 31"/>
            <p:cNvSpPr/>
            <p:nvPr>
              <p:custDataLst>
                <p:tags r:id="rId49"/>
              </p:custDataLst>
            </p:nvPr>
          </p:nvSpPr>
          <p:spPr>
            <a:xfrm>
              <a:off x="5354131" y="3271919"/>
              <a:ext cx="218468" cy="218468"/>
            </a:xfrm>
            <a:custGeom>
              <a:avLst/>
              <a:gdLst>
                <a:gd name="connsiteX0" fmla="*/ 0 w 155643"/>
                <a:gd name="connsiteY0" fmla="*/ 155643 h 155643"/>
                <a:gd name="connsiteX1" fmla="*/ 155643 w 155643"/>
                <a:gd name="connsiteY1" fmla="*/ 0 h 155643"/>
              </a:gdLst>
              <a:ahLst/>
              <a:cxnLst>
                <a:cxn ang="0">
                  <a:pos x="connsiteX0" y="connsiteY0"/>
                </a:cxn>
                <a:cxn ang="0">
                  <a:pos x="connsiteX1" y="connsiteY1"/>
                </a:cxn>
              </a:cxnLst>
              <a:rect l="l" t="t" r="r" b="b"/>
              <a:pathLst>
                <a:path w="155643" h="155643">
                  <a:moveTo>
                    <a:pt x="0" y="155643"/>
                  </a:moveTo>
                  <a:lnTo>
                    <a:pt x="155643"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任意多边形 32"/>
            <p:cNvSpPr/>
            <p:nvPr>
              <p:custDataLst>
                <p:tags r:id="rId50"/>
              </p:custDataLst>
            </p:nvPr>
          </p:nvSpPr>
          <p:spPr>
            <a:xfrm>
              <a:off x="6535221" y="3463079"/>
              <a:ext cx="218467" cy="0"/>
            </a:xfrm>
            <a:custGeom>
              <a:avLst/>
              <a:gdLst>
                <a:gd name="connsiteX0" fmla="*/ 0 w 155642"/>
                <a:gd name="connsiteY0" fmla="*/ 0 h 0"/>
                <a:gd name="connsiteX1" fmla="*/ 155642 w 155642"/>
                <a:gd name="connsiteY1" fmla="*/ 0 h 0"/>
              </a:gdLst>
              <a:ahLst/>
              <a:cxnLst>
                <a:cxn ang="0">
                  <a:pos x="connsiteX0" y="connsiteY0"/>
                </a:cxn>
                <a:cxn ang="0">
                  <a:pos x="connsiteX1" y="connsiteY1"/>
                </a:cxn>
              </a:cxnLst>
              <a:rect l="l" t="t" r="r" b="b"/>
              <a:pathLst>
                <a:path w="155642">
                  <a:moveTo>
                    <a:pt x="0" y="0"/>
                  </a:moveTo>
                  <a:lnTo>
                    <a:pt x="155642"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4" name="任意多边形 33"/>
            <p:cNvSpPr/>
            <p:nvPr>
              <p:custDataLst>
                <p:tags r:id="rId51"/>
              </p:custDataLst>
            </p:nvPr>
          </p:nvSpPr>
          <p:spPr>
            <a:xfrm>
              <a:off x="6678590" y="2814504"/>
              <a:ext cx="129715" cy="129715"/>
            </a:xfrm>
            <a:custGeom>
              <a:avLst/>
              <a:gdLst>
                <a:gd name="connsiteX0" fmla="*/ 0 w 92413"/>
                <a:gd name="connsiteY0" fmla="*/ 92413 h 92413"/>
                <a:gd name="connsiteX1" fmla="*/ 92413 w 92413"/>
                <a:gd name="connsiteY1" fmla="*/ 0 h 92413"/>
              </a:gdLst>
              <a:ahLst/>
              <a:cxnLst>
                <a:cxn ang="0">
                  <a:pos x="connsiteX0" y="connsiteY0"/>
                </a:cxn>
                <a:cxn ang="0">
                  <a:pos x="connsiteX1" y="connsiteY1"/>
                </a:cxn>
              </a:cxnLst>
              <a:rect l="l" t="t" r="r" b="b"/>
              <a:pathLst>
                <a:path w="92413" h="92413">
                  <a:moveTo>
                    <a:pt x="0" y="92413"/>
                  </a:moveTo>
                  <a:lnTo>
                    <a:pt x="92413"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5" name="任意多边形 34"/>
            <p:cNvSpPr/>
            <p:nvPr>
              <p:custDataLst>
                <p:tags r:id="rId52"/>
              </p:custDataLst>
            </p:nvPr>
          </p:nvSpPr>
          <p:spPr>
            <a:xfrm>
              <a:off x="5558945" y="4671476"/>
              <a:ext cx="143369" cy="143369"/>
            </a:xfrm>
            <a:custGeom>
              <a:avLst/>
              <a:gdLst>
                <a:gd name="connsiteX0" fmla="*/ 0 w 102140"/>
                <a:gd name="connsiteY0" fmla="*/ 102140 h 102140"/>
                <a:gd name="connsiteX1" fmla="*/ 102140 w 102140"/>
                <a:gd name="connsiteY1" fmla="*/ 0 h 102140"/>
              </a:gdLst>
              <a:ahLst/>
              <a:cxnLst>
                <a:cxn ang="0">
                  <a:pos x="connsiteX0" y="connsiteY0"/>
                </a:cxn>
                <a:cxn ang="0">
                  <a:pos x="connsiteX1" y="connsiteY1"/>
                </a:cxn>
              </a:cxnLst>
              <a:rect l="l" t="t" r="r" b="b"/>
              <a:pathLst>
                <a:path w="102140" h="102140">
                  <a:moveTo>
                    <a:pt x="0" y="102140"/>
                  </a:moveTo>
                  <a:lnTo>
                    <a:pt x="10214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6" name="任意多边形 35"/>
            <p:cNvSpPr/>
            <p:nvPr>
              <p:custDataLst>
                <p:tags r:id="rId53"/>
              </p:custDataLst>
            </p:nvPr>
          </p:nvSpPr>
          <p:spPr>
            <a:xfrm>
              <a:off x="5347305" y="4569069"/>
              <a:ext cx="0" cy="143370"/>
            </a:xfrm>
            <a:custGeom>
              <a:avLst/>
              <a:gdLst>
                <a:gd name="connsiteX0" fmla="*/ 0 w 0"/>
                <a:gd name="connsiteY0" fmla="*/ 102141 h 102141"/>
                <a:gd name="connsiteX1" fmla="*/ 0 w 0"/>
                <a:gd name="connsiteY1" fmla="*/ 0 h 102141"/>
              </a:gdLst>
              <a:ahLst/>
              <a:cxnLst>
                <a:cxn ang="0">
                  <a:pos x="connsiteX0" y="connsiteY0"/>
                </a:cxn>
                <a:cxn ang="0">
                  <a:pos x="connsiteX1" y="connsiteY1"/>
                </a:cxn>
              </a:cxnLst>
              <a:rect l="l" t="t" r="r" b="b"/>
              <a:pathLst>
                <a:path h="102141">
                  <a:moveTo>
                    <a:pt x="0" y="102141"/>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7" name="任意多边形 36"/>
            <p:cNvSpPr/>
            <p:nvPr>
              <p:custDataLst>
                <p:tags r:id="rId54"/>
              </p:custDataLst>
            </p:nvPr>
          </p:nvSpPr>
          <p:spPr>
            <a:xfrm>
              <a:off x="6487431" y="3749817"/>
              <a:ext cx="0" cy="177504"/>
            </a:xfrm>
            <a:custGeom>
              <a:avLst/>
              <a:gdLst>
                <a:gd name="connsiteX0" fmla="*/ 0 w 0"/>
                <a:gd name="connsiteY0" fmla="*/ 126459 h 126459"/>
                <a:gd name="connsiteX1" fmla="*/ 0 w 0"/>
                <a:gd name="connsiteY1" fmla="*/ 0 h 126459"/>
              </a:gdLst>
              <a:ahLst/>
              <a:cxnLst>
                <a:cxn ang="0">
                  <a:pos x="connsiteX0" y="connsiteY0"/>
                </a:cxn>
                <a:cxn ang="0">
                  <a:pos x="connsiteX1" y="connsiteY1"/>
                </a:cxn>
              </a:cxnLst>
              <a:rect l="l" t="t" r="r" b="b"/>
              <a:pathLst>
                <a:path h="126459">
                  <a:moveTo>
                    <a:pt x="0" y="126459"/>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8" name="任意多边形 37"/>
            <p:cNvSpPr/>
            <p:nvPr>
              <p:custDataLst>
                <p:tags r:id="rId55"/>
              </p:custDataLst>
            </p:nvPr>
          </p:nvSpPr>
          <p:spPr>
            <a:xfrm>
              <a:off x="5763758" y="4371083"/>
              <a:ext cx="68271" cy="68271"/>
            </a:xfrm>
            <a:custGeom>
              <a:avLst/>
              <a:gdLst>
                <a:gd name="connsiteX0" fmla="*/ 48638 w 48638"/>
                <a:gd name="connsiteY0" fmla="*/ 48638 h 48638"/>
                <a:gd name="connsiteX1" fmla="*/ 0 w 48638"/>
                <a:gd name="connsiteY1" fmla="*/ 0 h 48638"/>
              </a:gdLst>
              <a:ahLst/>
              <a:cxnLst>
                <a:cxn ang="0">
                  <a:pos x="connsiteX0" y="connsiteY0"/>
                </a:cxn>
                <a:cxn ang="0">
                  <a:pos x="connsiteX1" y="connsiteY1"/>
                </a:cxn>
              </a:cxnLst>
              <a:rect l="l" t="t" r="r" b="b"/>
              <a:pathLst>
                <a:path w="48638" h="48638">
                  <a:moveTo>
                    <a:pt x="48638" y="48638"/>
                  </a:moveTo>
                  <a:lnTo>
                    <a:pt x="0" y="0"/>
                  </a:lnTo>
                </a:path>
              </a:pathLst>
            </a:custGeom>
            <a:noFill/>
            <a:ln w="19050">
              <a:solidFill>
                <a:srgbClr val="62FDFE"/>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9" name="任意多边形 38"/>
            <p:cNvSpPr/>
            <p:nvPr>
              <p:custDataLst>
                <p:tags r:id="rId56"/>
              </p:custDataLst>
            </p:nvPr>
          </p:nvSpPr>
          <p:spPr>
            <a:xfrm>
              <a:off x="5412162" y="5171635"/>
              <a:ext cx="880696" cy="0"/>
            </a:xfrm>
            <a:custGeom>
              <a:avLst/>
              <a:gdLst>
                <a:gd name="connsiteX0" fmla="*/ 0 w 627434"/>
                <a:gd name="connsiteY0" fmla="*/ 0 h 0"/>
                <a:gd name="connsiteX1" fmla="*/ 627434 w 627434"/>
                <a:gd name="connsiteY1" fmla="*/ 0 h 0"/>
              </a:gdLst>
              <a:ahLst/>
              <a:cxnLst>
                <a:cxn ang="0">
                  <a:pos x="connsiteX0" y="connsiteY0"/>
                </a:cxn>
                <a:cxn ang="0">
                  <a:pos x="connsiteX1" y="connsiteY1"/>
                </a:cxn>
              </a:cxnLst>
              <a:rect l="l" t="t" r="r" b="b"/>
              <a:pathLst>
                <a:path w="627434">
                  <a:moveTo>
                    <a:pt x="0" y="0"/>
                  </a:moveTo>
                  <a:lnTo>
                    <a:pt x="627434" y="0"/>
                  </a:lnTo>
                </a:path>
              </a:pathLst>
            </a:custGeom>
            <a:noFill/>
            <a:ln w="5715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3" name="任意多边形 42"/>
            <p:cNvSpPr/>
            <p:nvPr/>
          </p:nvSpPr>
          <p:spPr>
            <a:xfrm>
              <a:off x="5412162" y="5337762"/>
              <a:ext cx="880696" cy="0"/>
            </a:xfrm>
            <a:custGeom>
              <a:avLst/>
              <a:gdLst>
                <a:gd name="connsiteX0" fmla="*/ 0 w 627434"/>
                <a:gd name="connsiteY0" fmla="*/ 0 h 0"/>
                <a:gd name="connsiteX1" fmla="*/ 627434 w 627434"/>
                <a:gd name="connsiteY1" fmla="*/ 0 h 0"/>
              </a:gdLst>
              <a:ahLst/>
              <a:cxnLst>
                <a:cxn ang="0">
                  <a:pos x="connsiteX0" y="connsiteY0"/>
                </a:cxn>
                <a:cxn ang="0">
                  <a:pos x="connsiteX1" y="connsiteY1"/>
                </a:cxn>
              </a:cxnLst>
              <a:rect l="l" t="t" r="r" b="b"/>
              <a:pathLst>
                <a:path w="627434">
                  <a:moveTo>
                    <a:pt x="0" y="0"/>
                  </a:moveTo>
                  <a:lnTo>
                    <a:pt x="627434" y="0"/>
                  </a:lnTo>
                </a:path>
              </a:pathLst>
            </a:custGeom>
            <a:noFill/>
            <a:ln w="5715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4" name="任意多边形 43"/>
            <p:cNvSpPr/>
            <p:nvPr/>
          </p:nvSpPr>
          <p:spPr>
            <a:xfrm>
              <a:off x="5425817" y="5510715"/>
              <a:ext cx="880696" cy="0"/>
            </a:xfrm>
            <a:custGeom>
              <a:avLst/>
              <a:gdLst>
                <a:gd name="connsiteX0" fmla="*/ 0 w 627434"/>
                <a:gd name="connsiteY0" fmla="*/ 0 h 0"/>
                <a:gd name="connsiteX1" fmla="*/ 627434 w 627434"/>
                <a:gd name="connsiteY1" fmla="*/ 0 h 0"/>
              </a:gdLst>
              <a:ahLst/>
              <a:cxnLst>
                <a:cxn ang="0">
                  <a:pos x="connsiteX0" y="connsiteY0"/>
                </a:cxn>
                <a:cxn ang="0">
                  <a:pos x="connsiteX1" y="connsiteY1"/>
                </a:cxn>
              </a:cxnLst>
              <a:rect l="l" t="t" r="r" b="b"/>
              <a:pathLst>
                <a:path w="627434">
                  <a:moveTo>
                    <a:pt x="0" y="0"/>
                  </a:moveTo>
                  <a:lnTo>
                    <a:pt x="627434" y="0"/>
                  </a:lnTo>
                </a:path>
              </a:pathLst>
            </a:custGeom>
            <a:noFill/>
            <a:ln w="5715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5" name="任意多边形 44"/>
            <p:cNvSpPr/>
            <p:nvPr/>
          </p:nvSpPr>
          <p:spPr>
            <a:xfrm flipV="1">
              <a:off x="5545290" y="5612668"/>
              <a:ext cx="597373" cy="64173"/>
            </a:xfrm>
            <a:custGeom>
              <a:avLst/>
              <a:gdLst>
                <a:gd name="connsiteX0" fmla="*/ 0 w 627434"/>
                <a:gd name="connsiteY0" fmla="*/ 0 h 0"/>
                <a:gd name="connsiteX1" fmla="*/ 627434 w 627434"/>
                <a:gd name="connsiteY1" fmla="*/ 0 h 0"/>
              </a:gdLst>
              <a:ahLst/>
              <a:cxnLst>
                <a:cxn ang="0">
                  <a:pos x="connsiteX0" y="connsiteY0"/>
                </a:cxn>
                <a:cxn ang="0">
                  <a:pos x="connsiteX1" y="connsiteY1"/>
                </a:cxn>
              </a:cxnLst>
              <a:rect l="l" t="t" r="r" b="b"/>
              <a:pathLst>
                <a:path w="627434">
                  <a:moveTo>
                    <a:pt x="0" y="0"/>
                  </a:moveTo>
                  <a:lnTo>
                    <a:pt x="627434" y="0"/>
                  </a:lnTo>
                </a:path>
              </a:pathLst>
            </a:custGeom>
            <a:noFill/>
            <a:ln w="5715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6" name="任意多边形 45"/>
            <p:cNvSpPr/>
            <p:nvPr/>
          </p:nvSpPr>
          <p:spPr>
            <a:xfrm flipV="1">
              <a:off x="5684108" y="5771968"/>
              <a:ext cx="369802" cy="64173"/>
            </a:xfrm>
            <a:custGeom>
              <a:avLst/>
              <a:gdLst>
                <a:gd name="connsiteX0" fmla="*/ 0 w 627434"/>
                <a:gd name="connsiteY0" fmla="*/ 0 h 0"/>
                <a:gd name="connsiteX1" fmla="*/ 627434 w 627434"/>
                <a:gd name="connsiteY1" fmla="*/ 0 h 0"/>
              </a:gdLst>
              <a:ahLst/>
              <a:cxnLst>
                <a:cxn ang="0">
                  <a:pos x="connsiteX0" y="connsiteY0"/>
                </a:cxn>
                <a:cxn ang="0">
                  <a:pos x="connsiteX1" y="connsiteY1"/>
                </a:cxn>
              </a:cxnLst>
              <a:rect l="l" t="t" r="r" b="b"/>
              <a:pathLst>
                <a:path w="627434">
                  <a:moveTo>
                    <a:pt x="0" y="0"/>
                  </a:moveTo>
                  <a:lnTo>
                    <a:pt x="627434" y="0"/>
                  </a:lnTo>
                </a:path>
              </a:pathLst>
            </a:custGeom>
            <a:noFill/>
            <a:ln w="5715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49"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8291415" y="2077894"/>
            <a:ext cx="2724927" cy="14376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法律与政策驱动</a:t>
            </a:r>
            <a:endPar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endParaRPr>
          </a:p>
          <a:p>
            <a:pPr lvl="0">
              <a:defRPr/>
            </a:pP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随着信息技术的普及，全球范围内的法律法规不断完善，个人隐私保护的法律逐渐增强。例如，欧盟的</a:t>
            </a:r>
            <a:r>
              <a:rPr lang="en-US" altLang="zh-CN" sz="1050" dirty="0">
                <a:solidFill>
                  <a:srgbClr val="A0DAE4"/>
                </a:solidFill>
                <a:latin typeface="微软雅黑" panose="020B0503020204020204" charset="-122"/>
                <a:ea typeface="微软雅黑" panose="020B0503020204020204" charset="-122"/>
                <a:cs typeface="微软雅黑" panose="020B0503020204020204" charset="-122"/>
                <a:sym typeface="+mn-ea"/>
              </a:rPr>
              <a:t>GDPR</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和中国的</a:t>
            </a:r>
            <a:r>
              <a:rPr lang="en-US" altLang="zh-CN" sz="1050" dirty="0">
                <a:solidFill>
                  <a:srgbClr val="A0DAE4"/>
                </a:solidFill>
                <a:latin typeface="微软雅黑" panose="020B0503020204020204" charset="-122"/>
                <a:ea typeface="微软雅黑" panose="020B0503020204020204" charset="-122"/>
                <a:cs typeface="微软雅黑" panose="020B0503020204020204" charset="-122"/>
              </a:rPr>
              <a:t>《</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个人信息保护法</a:t>
            </a:r>
            <a:r>
              <a:rPr lang="en-US" altLang="zh-CN" sz="1050" dirty="0">
                <a:solidFill>
                  <a:srgbClr val="A0DAE4"/>
                </a:solidFill>
                <a:latin typeface="微软雅黑" panose="020B0503020204020204" charset="-122"/>
                <a:ea typeface="微软雅黑" panose="020B0503020204020204" charset="-122"/>
                <a:cs typeface="微软雅黑" panose="020B0503020204020204" charset="-122"/>
              </a:rPr>
              <a:t>》</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rPr>
              <a:t>出台，标志着信息安全进入了法制化和规范化管理的新阶段。国家层面的法律和政策不仅为信息安全提供了法律保障，还促进了信息安全领域的技术创新和发展。</a:t>
            </a:r>
            <a:endParaRPr kumimoji="0" 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8291416" y="4587908"/>
            <a:ext cx="2218094" cy="111569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国家安全需求</a:t>
            </a:r>
            <a:endPar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lvl="0">
              <a:defRPr/>
            </a:pP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随着网络间谍活动和网络战的兴起，国家安全需求的提升，使信息安全不仅是技术问题，更是涉及社会治理的重要领域</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sym typeface="+mn-ea"/>
              </a:rPr>
              <a:t>这加速了信息安全技术的研究和应用。</a:t>
            </a:r>
            <a:endParaRPr kumimoji="0" 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5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575108" y="2074911"/>
            <a:ext cx="2817177" cy="1438855"/>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技术驱动</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lvl="0">
              <a:defRPr/>
            </a:pPr>
            <a:r>
              <a:rPr lang="zh-CN" altLang="en-US" sz="1050" dirty="0">
                <a:solidFill>
                  <a:srgbClr val="A0DAE4"/>
                </a:solidFill>
                <a:latin typeface="微软雅黑" panose="020B0503020204020204" charset="-122"/>
                <a:ea typeface="微软雅黑" panose="020B0503020204020204" charset="-122"/>
                <a:cs typeface="微软雅黑" panose="020B0503020204020204" charset="-122"/>
                <a:sym typeface="+mn-ea"/>
              </a:rPr>
              <a:t>信息技术的快速发展驱动信息安全学科的发展。随着云计算、大数据、物联网、人工智能等新兴技术的应用，信息安全面临的挑战变得更加复杂。传统的安全技术难以应对新型的攻击方式，进而推动了安全技术的创新。例如，人工智能技术的应用，使得信息安全防护可以更加智能化和自动化。</a:t>
            </a:r>
            <a:endParaRPr kumimoji="0" 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5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5"/>
            </p:custDataLst>
          </p:nvPr>
        </p:nvSpPr>
        <p:spPr>
          <a:xfrm>
            <a:off x="1125323" y="4581961"/>
            <a:ext cx="2266962" cy="1277273"/>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网络犯罪的影响</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lvl="0">
              <a:defRPr/>
            </a:pP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网络犯罪逐渐成为现实威胁</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050" dirty="0">
                <a:solidFill>
                  <a:srgbClr val="A0DAE4"/>
                </a:solidFill>
                <a:latin typeface="微软雅黑" panose="020B0503020204020204" charset="-122"/>
                <a:ea typeface="微软雅黑" panose="020B0503020204020204" charset="-122"/>
                <a:cs typeface="微软雅黑" panose="020B0503020204020204" charset="-122"/>
                <a:sym typeface="+mn-ea"/>
              </a:rPr>
              <a:t>网络攻击不仅影响企业和个人，也威胁到国家的安全。</a:t>
            </a:r>
            <a:r>
              <a:rPr kumimoji="0" lang="en-US" altLang="zh-CN" sz="1050" b="0" i="0" u="none" strike="noStrike" kern="1200" cap="none" spc="0" normalizeH="0" baseline="0" noProof="0" dirty="0" err="1">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国家对信息安全的重视程度不断提升，安全需求的提升使得信息安全成为国家战略的重要组成部分</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0" 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59"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6"/>
            </p:custDataLst>
          </p:nvPr>
        </p:nvSpPr>
        <p:spPr>
          <a:xfrm>
            <a:off x="3729763" y="2377220"/>
            <a:ext cx="507656" cy="507656"/>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7"/>
            </p:custDataLst>
          </p:nvPr>
        </p:nvSpPr>
        <p:spPr>
          <a:xfrm>
            <a:off x="7500097" y="2367763"/>
            <a:ext cx="507656" cy="507656"/>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8"/>
            </p:custDataLst>
          </p:nvPr>
        </p:nvSpPr>
        <p:spPr>
          <a:xfrm>
            <a:off x="7550202" y="4948354"/>
            <a:ext cx="507656" cy="507656"/>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Oval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9"/>
            </p:custDataLst>
          </p:nvPr>
        </p:nvSpPr>
        <p:spPr>
          <a:xfrm>
            <a:off x="3787633" y="4967713"/>
            <a:ext cx="507656" cy="507656"/>
          </a:xfrm>
          <a:prstGeom prst="ellipse">
            <a:avLst/>
          </a:prstGeom>
          <a:solidFill>
            <a:srgbClr val="A0DAE4">
              <a:alpha val="43000"/>
            </a:srgbClr>
          </a:solidFill>
          <a:ln>
            <a:solidFill>
              <a:srgbClr val="A0DAE4">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组合 6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0"/>
            </p:custDataLst>
          </p:nvPr>
        </p:nvGrpSpPr>
        <p:grpSpPr>
          <a:xfrm>
            <a:off x="7676254" y="5075314"/>
            <a:ext cx="263052" cy="262017"/>
            <a:chOff x="4557733" y="2434359"/>
            <a:chExt cx="512624" cy="510606"/>
          </a:xfrm>
          <a:solidFill>
            <a:srgbClr val="62FDFE"/>
          </a:solidFill>
        </p:grpSpPr>
        <p:sp>
          <p:nvSpPr>
            <p:cNvPr id="64" name="Freeform 7"/>
            <p:cNvSpPr>
              <a:spLocks noEditPoints="1"/>
            </p:cNvSpPr>
            <p:nvPr>
              <p:custDataLst>
                <p:tags r:id="rId22"/>
              </p:custDataLst>
            </p:nvPr>
          </p:nvSpPr>
          <p:spPr bwMode="auto">
            <a:xfrm>
              <a:off x="4557733" y="2434359"/>
              <a:ext cx="512624" cy="510606"/>
            </a:xfrm>
            <a:custGeom>
              <a:avLst/>
              <a:gdLst>
                <a:gd name="T0" fmla="*/ 86 w 172"/>
                <a:gd name="T1" fmla="*/ 21 h 172"/>
                <a:gd name="T2" fmla="*/ 151 w 172"/>
                <a:gd name="T3" fmla="*/ 86 h 172"/>
                <a:gd name="T4" fmla="*/ 86 w 172"/>
                <a:gd name="T5" fmla="*/ 151 h 172"/>
                <a:gd name="T6" fmla="*/ 21 w 172"/>
                <a:gd name="T7" fmla="*/ 86 h 172"/>
                <a:gd name="T8" fmla="*/ 86 w 172"/>
                <a:gd name="T9" fmla="*/ 21 h 172"/>
                <a:gd name="T10" fmla="*/ 86 w 172"/>
                <a:gd name="T11" fmla="*/ 0 h 172"/>
                <a:gd name="T12" fmla="*/ 0 w 172"/>
                <a:gd name="T13" fmla="*/ 86 h 172"/>
                <a:gd name="T14" fmla="*/ 86 w 172"/>
                <a:gd name="T15" fmla="*/ 172 h 172"/>
                <a:gd name="T16" fmla="*/ 172 w 172"/>
                <a:gd name="T17" fmla="*/ 86 h 172"/>
                <a:gd name="T18" fmla="*/ 86 w 172"/>
                <a:gd name="T19"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2" h="172">
                  <a:moveTo>
                    <a:pt x="86" y="21"/>
                  </a:moveTo>
                  <a:cubicBezTo>
                    <a:pt x="122" y="21"/>
                    <a:pt x="151" y="50"/>
                    <a:pt x="151" y="86"/>
                  </a:cubicBezTo>
                  <a:cubicBezTo>
                    <a:pt x="151" y="122"/>
                    <a:pt x="122" y="151"/>
                    <a:pt x="86" y="151"/>
                  </a:cubicBezTo>
                  <a:cubicBezTo>
                    <a:pt x="50" y="151"/>
                    <a:pt x="21" y="122"/>
                    <a:pt x="21" y="86"/>
                  </a:cubicBezTo>
                  <a:cubicBezTo>
                    <a:pt x="21" y="50"/>
                    <a:pt x="50" y="21"/>
                    <a:pt x="86" y="21"/>
                  </a:cubicBezTo>
                  <a:moveTo>
                    <a:pt x="86" y="0"/>
                  </a:moveTo>
                  <a:cubicBezTo>
                    <a:pt x="38" y="0"/>
                    <a:pt x="0" y="38"/>
                    <a:pt x="0" y="86"/>
                  </a:cubicBezTo>
                  <a:cubicBezTo>
                    <a:pt x="0" y="134"/>
                    <a:pt x="38" y="172"/>
                    <a:pt x="86" y="172"/>
                  </a:cubicBezTo>
                  <a:cubicBezTo>
                    <a:pt x="134" y="172"/>
                    <a:pt x="172" y="134"/>
                    <a:pt x="172" y="86"/>
                  </a:cubicBezTo>
                  <a:cubicBezTo>
                    <a:pt x="172" y="38"/>
                    <a:pt x="134" y="0"/>
                    <a:pt x="8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5" name="Freeform 8"/>
            <p:cNvSpPr/>
            <p:nvPr>
              <p:custDataLst>
                <p:tags r:id="rId23"/>
              </p:custDataLst>
            </p:nvPr>
          </p:nvSpPr>
          <p:spPr bwMode="auto">
            <a:xfrm>
              <a:off x="4781753" y="2529215"/>
              <a:ext cx="129165" cy="254294"/>
            </a:xfrm>
            <a:custGeom>
              <a:avLst/>
              <a:gdLst>
                <a:gd name="T0" fmla="*/ 33 w 44"/>
                <a:gd name="T1" fmla="*/ 86 h 86"/>
                <a:gd name="T2" fmla="*/ 25 w 44"/>
                <a:gd name="T3" fmla="*/ 83 h 86"/>
                <a:gd name="T4" fmla="*/ 3 w 44"/>
                <a:gd name="T5" fmla="*/ 62 h 86"/>
                <a:gd name="T6" fmla="*/ 0 w 44"/>
                <a:gd name="T7" fmla="*/ 54 h 86"/>
                <a:gd name="T8" fmla="*/ 0 w 44"/>
                <a:gd name="T9" fmla="*/ 54 h 86"/>
                <a:gd name="T10" fmla="*/ 0 w 44"/>
                <a:gd name="T11" fmla="*/ 54 h 86"/>
                <a:gd name="T12" fmla="*/ 0 w 44"/>
                <a:gd name="T13" fmla="*/ 11 h 86"/>
                <a:gd name="T14" fmla="*/ 11 w 44"/>
                <a:gd name="T15" fmla="*/ 0 h 86"/>
                <a:gd name="T16" fmla="*/ 22 w 44"/>
                <a:gd name="T17" fmla="*/ 11 h 86"/>
                <a:gd name="T18" fmla="*/ 22 w 44"/>
                <a:gd name="T19" fmla="*/ 50 h 86"/>
                <a:gd name="T20" fmla="*/ 40 w 44"/>
                <a:gd name="T21" fmla="*/ 68 h 86"/>
                <a:gd name="T22" fmla="*/ 40 w 44"/>
                <a:gd name="T23" fmla="*/ 83 h 86"/>
                <a:gd name="T24" fmla="*/ 33 w 44"/>
                <a:gd name="T2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6">
                  <a:moveTo>
                    <a:pt x="33" y="86"/>
                  </a:moveTo>
                  <a:cubicBezTo>
                    <a:pt x="30" y="86"/>
                    <a:pt x="27" y="85"/>
                    <a:pt x="25" y="83"/>
                  </a:cubicBezTo>
                  <a:cubicBezTo>
                    <a:pt x="3" y="62"/>
                    <a:pt x="3" y="62"/>
                    <a:pt x="3" y="62"/>
                  </a:cubicBezTo>
                  <a:cubicBezTo>
                    <a:pt x="1" y="60"/>
                    <a:pt x="0" y="57"/>
                    <a:pt x="0" y="54"/>
                  </a:cubicBezTo>
                  <a:cubicBezTo>
                    <a:pt x="0" y="54"/>
                    <a:pt x="0" y="54"/>
                    <a:pt x="0" y="54"/>
                  </a:cubicBezTo>
                  <a:cubicBezTo>
                    <a:pt x="0" y="54"/>
                    <a:pt x="0" y="54"/>
                    <a:pt x="0" y="54"/>
                  </a:cubicBezTo>
                  <a:cubicBezTo>
                    <a:pt x="0" y="11"/>
                    <a:pt x="0" y="11"/>
                    <a:pt x="0" y="11"/>
                  </a:cubicBezTo>
                  <a:cubicBezTo>
                    <a:pt x="0" y="5"/>
                    <a:pt x="5" y="0"/>
                    <a:pt x="11" y="0"/>
                  </a:cubicBezTo>
                  <a:cubicBezTo>
                    <a:pt x="17" y="0"/>
                    <a:pt x="22" y="5"/>
                    <a:pt x="22" y="11"/>
                  </a:cubicBezTo>
                  <a:cubicBezTo>
                    <a:pt x="22" y="50"/>
                    <a:pt x="22" y="50"/>
                    <a:pt x="22" y="50"/>
                  </a:cubicBezTo>
                  <a:cubicBezTo>
                    <a:pt x="40" y="68"/>
                    <a:pt x="40" y="68"/>
                    <a:pt x="40" y="68"/>
                  </a:cubicBezTo>
                  <a:cubicBezTo>
                    <a:pt x="44" y="72"/>
                    <a:pt x="44" y="79"/>
                    <a:pt x="40" y="83"/>
                  </a:cubicBezTo>
                  <a:cubicBezTo>
                    <a:pt x="38" y="85"/>
                    <a:pt x="35" y="86"/>
                    <a:pt x="33" y="8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66" name="组合 6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1"/>
            </p:custDataLst>
          </p:nvPr>
        </p:nvGrpSpPr>
        <p:grpSpPr>
          <a:xfrm>
            <a:off x="3840666" y="2502674"/>
            <a:ext cx="276959" cy="266347"/>
            <a:chOff x="6159731" y="1864447"/>
            <a:chExt cx="469385" cy="451400"/>
          </a:xfrm>
          <a:solidFill>
            <a:srgbClr val="62FDFE"/>
          </a:solidFill>
        </p:grpSpPr>
        <p:sp>
          <p:nvSpPr>
            <p:cNvPr id="67" name="Oval 131"/>
            <p:cNvSpPr>
              <a:spLocks noChangeArrowheads="1"/>
            </p:cNvSpPr>
            <p:nvPr>
              <p:custDataLst>
                <p:tags r:id="rId20"/>
              </p:custDataLst>
            </p:nvPr>
          </p:nvSpPr>
          <p:spPr bwMode="auto">
            <a:xfrm>
              <a:off x="6288812" y="1864447"/>
              <a:ext cx="211223" cy="21392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8" name="Freeform 134"/>
            <p:cNvSpPr/>
            <p:nvPr>
              <p:custDataLst>
                <p:tags r:id="rId21"/>
              </p:custDataLst>
            </p:nvPr>
          </p:nvSpPr>
          <p:spPr bwMode="auto">
            <a:xfrm>
              <a:off x="6159731" y="2111736"/>
              <a:ext cx="469385" cy="204111"/>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69" name="组合 6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2"/>
            </p:custDataLst>
          </p:nvPr>
        </p:nvGrpSpPr>
        <p:grpSpPr>
          <a:xfrm>
            <a:off x="3897220" y="5108091"/>
            <a:ext cx="250358" cy="216977"/>
            <a:chOff x="7090992" y="4839631"/>
            <a:chExt cx="424306" cy="367732"/>
          </a:xfrm>
          <a:solidFill>
            <a:srgbClr val="62FDFE"/>
          </a:solidFill>
        </p:grpSpPr>
        <p:sp>
          <p:nvSpPr>
            <p:cNvPr id="70" name="Freeform 19"/>
            <p:cNvSpPr/>
            <p:nvPr>
              <p:custDataLst>
                <p:tags r:id="rId16"/>
              </p:custDataLst>
            </p:nvPr>
          </p:nvSpPr>
          <p:spPr bwMode="auto">
            <a:xfrm>
              <a:off x="7156995" y="4994536"/>
              <a:ext cx="86882" cy="152885"/>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1" name="Freeform 20"/>
            <p:cNvSpPr/>
            <p:nvPr>
              <p:custDataLst>
                <p:tags r:id="rId17"/>
              </p:custDataLst>
            </p:nvPr>
          </p:nvSpPr>
          <p:spPr bwMode="auto">
            <a:xfrm>
              <a:off x="7282266" y="4937962"/>
              <a:ext cx="86882" cy="209459"/>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2" name="Freeform 21"/>
            <p:cNvSpPr/>
            <p:nvPr>
              <p:custDataLst>
                <p:tags r:id="rId18"/>
              </p:custDataLst>
            </p:nvPr>
          </p:nvSpPr>
          <p:spPr bwMode="auto">
            <a:xfrm>
              <a:off x="7408885" y="4891491"/>
              <a:ext cx="86882" cy="255931"/>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3" name="Freeform 22"/>
            <p:cNvSpPr/>
            <p:nvPr>
              <p:custDataLst>
                <p:tags r:id="rId19"/>
              </p:custDataLst>
            </p:nvPr>
          </p:nvSpPr>
          <p:spPr bwMode="auto">
            <a:xfrm>
              <a:off x="7090992" y="4839631"/>
              <a:ext cx="424306" cy="367732"/>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74" name="组合 7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3"/>
            </p:custDataLst>
          </p:nvPr>
        </p:nvGrpSpPr>
        <p:grpSpPr>
          <a:xfrm>
            <a:off x="7645878" y="2510665"/>
            <a:ext cx="230456" cy="228080"/>
            <a:chOff x="4270293" y="4090633"/>
            <a:chExt cx="390570" cy="386543"/>
          </a:xfrm>
          <a:solidFill>
            <a:srgbClr val="62FDFE"/>
          </a:solidFill>
        </p:grpSpPr>
        <p:sp>
          <p:nvSpPr>
            <p:cNvPr id="75" name="Freeform 136"/>
            <p:cNvSpPr/>
            <p:nvPr>
              <p:custDataLst>
                <p:tags r:id="rId14"/>
              </p:custDataLst>
            </p:nvPr>
          </p:nvSpPr>
          <p:spPr bwMode="auto">
            <a:xfrm>
              <a:off x="4270293" y="4307258"/>
              <a:ext cx="390570" cy="169918"/>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6" name="Freeform 137"/>
            <p:cNvSpPr>
              <a:spLocks noEditPoints="1"/>
            </p:cNvSpPr>
            <p:nvPr>
              <p:custDataLst>
                <p:tags r:id="rId15"/>
              </p:custDataLst>
            </p:nvPr>
          </p:nvSpPr>
          <p:spPr bwMode="auto">
            <a:xfrm>
              <a:off x="4270293" y="4090633"/>
              <a:ext cx="390570" cy="224678"/>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3"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0" presetClass="entr" presetSubtype="0" decel="100000" fill="hold" grpId="0" nodeType="withEffect">
                                  <p:stCondLst>
                                    <p:cond delay="2750"/>
                                  </p:stCondLst>
                                  <p:childTnLst>
                                    <p:set>
                                      <p:cBhvr>
                                        <p:cTn id="25" dur="1" fill="hold">
                                          <p:stCondLst>
                                            <p:cond delay="0"/>
                                          </p:stCondLst>
                                        </p:cTn>
                                        <p:tgtEl>
                                          <p:spTgt spid="51"/>
                                        </p:tgtEl>
                                        <p:attrNameLst>
                                          <p:attrName>style.visibility</p:attrName>
                                        </p:attrNameLst>
                                      </p:cBhvr>
                                      <p:to>
                                        <p:strVal val="visible"/>
                                      </p:to>
                                    </p:set>
                                    <p:anim calcmode="lin" valueType="num">
                                      <p:cBhvr>
                                        <p:cTn id="26" dur="1000" fill="hold"/>
                                        <p:tgtEl>
                                          <p:spTgt spid="51"/>
                                        </p:tgtEl>
                                        <p:attrNameLst>
                                          <p:attrName>ppt_w</p:attrName>
                                        </p:attrNameLst>
                                      </p:cBhvr>
                                      <p:tavLst>
                                        <p:tav tm="0">
                                          <p:val>
                                            <p:strVal val="#ppt_w+.3"/>
                                          </p:val>
                                        </p:tav>
                                        <p:tav tm="100000">
                                          <p:val>
                                            <p:strVal val="#ppt_w"/>
                                          </p:val>
                                        </p:tav>
                                      </p:tavLst>
                                    </p:anim>
                                    <p:anim calcmode="lin" valueType="num">
                                      <p:cBhvr>
                                        <p:cTn id="27" dur="1000" fill="hold"/>
                                        <p:tgtEl>
                                          <p:spTgt spid="51"/>
                                        </p:tgtEl>
                                        <p:attrNameLst>
                                          <p:attrName>ppt_h</p:attrName>
                                        </p:attrNameLst>
                                      </p:cBhvr>
                                      <p:tavLst>
                                        <p:tav tm="0">
                                          <p:val>
                                            <p:strVal val="#ppt_h"/>
                                          </p:val>
                                        </p:tav>
                                        <p:tav tm="100000">
                                          <p:val>
                                            <p:strVal val="#ppt_h"/>
                                          </p:val>
                                        </p:tav>
                                      </p:tavLst>
                                    </p:anim>
                                    <p:animEffect transition="in" filter="fade">
                                      <p:cBhvr>
                                        <p:cTn id="28" dur="1000"/>
                                        <p:tgtEl>
                                          <p:spTgt spid="51"/>
                                        </p:tgtEl>
                                      </p:cBhvr>
                                    </p:animEffect>
                                  </p:childTnLst>
                                </p:cTn>
                              </p:par>
                              <p:par>
                                <p:cTn id="29" presetID="50" presetClass="entr" presetSubtype="0" decel="100000" fill="hold" grpId="0" nodeType="withEffect">
                                  <p:stCondLst>
                                    <p:cond delay="2750"/>
                                  </p:stCondLst>
                                  <p:childTnLst>
                                    <p:set>
                                      <p:cBhvr>
                                        <p:cTn id="30" dur="1" fill="hold">
                                          <p:stCondLst>
                                            <p:cond delay="0"/>
                                          </p:stCondLst>
                                        </p:cTn>
                                        <p:tgtEl>
                                          <p:spTgt spid="52"/>
                                        </p:tgtEl>
                                        <p:attrNameLst>
                                          <p:attrName>style.visibility</p:attrName>
                                        </p:attrNameLst>
                                      </p:cBhvr>
                                      <p:to>
                                        <p:strVal val="visible"/>
                                      </p:to>
                                    </p:set>
                                    <p:anim calcmode="lin" valueType="num">
                                      <p:cBhvr>
                                        <p:cTn id="31" dur="1000" fill="hold"/>
                                        <p:tgtEl>
                                          <p:spTgt spid="52"/>
                                        </p:tgtEl>
                                        <p:attrNameLst>
                                          <p:attrName>ppt_w</p:attrName>
                                        </p:attrNameLst>
                                      </p:cBhvr>
                                      <p:tavLst>
                                        <p:tav tm="0">
                                          <p:val>
                                            <p:strVal val="#ppt_w+.3"/>
                                          </p:val>
                                        </p:tav>
                                        <p:tav tm="100000">
                                          <p:val>
                                            <p:strVal val="#ppt_w"/>
                                          </p:val>
                                        </p:tav>
                                      </p:tavLst>
                                    </p:anim>
                                    <p:anim calcmode="lin" valueType="num">
                                      <p:cBhvr>
                                        <p:cTn id="32" dur="1000" fill="hold"/>
                                        <p:tgtEl>
                                          <p:spTgt spid="52"/>
                                        </p:tgtEl>
                                        <p:attrNameLst>
                                          <p:attrName>ppt_h</p:attrName>
                                        </p:attrNameLst>
                                      </p:cBhvr>
                                      <p:tavLst>
                                        <p:tav tm="0">
                                          <p:val>
                                            <p:strVal val="#ppt_h"/>
                                          </p:val>
                                        </p:tav>
                                        <p:tav tm="100000">
                                          <p:val>
                                            <p:strVal val="#ppt_h"/>
                                          </p:val>
                                        </p:tav>
                                      </p:tavLst>
                                    </p:anim>
                                    <p:animEffect transition="in" filter="fade">
                                      <p:cBhvr>
                                        <p:cTn id="33" dur="1000"/>
                                        <p:tgtEl>
                                          <p:spTgt spid="52"/>
                                        </p:tgtEl>
                                      </p:cBhvr>
                                    </p:animEffect>
                                  </p:childTnLst>
                                </p:cTn>
                              </p:par>
                              <p:par>
                                <p:cTn id="34" presetID="50" presetClass="entr" presetSubtype="0" decel="100000" fill="hold" grpId="0" nodeType="withEffect">
                                  <p:stCondLst>
                                    <p:cond delay="2750"/>
                                  </p:stCondLst>
                                  <p:childTnLst>
                                    <p:set>
                                      <p:cBhvr>
                                        <p:cTn id="35" dur="1" fill="hold">
                                          <p:stCondLst>
                                            <p:cond delay="0"/>
                                          </p:stCondLst>
                                        </p:cTn>
                                        <p:tgtEl>
                                          <p:spTgt spid="49"/>
                                        </p:tgtEl>
                                        <p:attrNameLst>
                                          <p:attrName>style.visibility</p:attrName>
                                        </p:attrNameLst>
                                      </p:cBhvr>
                                      <p:to>
                                        <p:strVal val="visible"/>
                                      </p:to>
                                    </p:set>
                                    <p:anim calcmode="lin" valueType="num">
                                      <p:cBhvr>
                                        <p:cTn id="36" dur="1000" fill="hold"/>
                                        <p:tgtEl>
                                          <p:spTgt spid="49"/>
                                        </p:tgtEl>
                                        <p:attrNameLst>
                                          <p:attrName>ppt_w</p:attrName>
                                        </p:attrNameLst>
                                      </p:cBhvr>
                                      <p:tavLst>
                                        <p:tav tm="0">
                                          <p:val>
                                            <p:strVal val="#ppt_w+.3"/>
                                          </p:val>
                                        </p:tav>
                                        <p:tav tm="100000">
                                          <p:val>
                                            <p:strVal val="#ppt_w"/>
                                          </p:val>
                                        </p:tav>
                                      </p:tavLst>
                                    </p:anim>
                                    <p:anim calcmode="lin" valueType="num">
                                      <p:cBhvr>
                                        <p:cTn id="37" dur="1000" fill="hold"/>
                                        <p:tgtEl>
                                          <p:spTgt spid="49"/>
                                        </p:tgtEl>
                                        <p:attrNameLst>
                                          <p:attrName>ppt_h</p:attrName>
                                        </p:attrNameLst>
                                      </p:cBhvr>
                                      <p:tavLst>
                                        <p:tav tm="0">
                                          <p:val>
                                            <p:strVal val="#ppt_h"/>
                                          </p:val>
                                        </p:tav>
                                        <p:tav tm="100000">
                                          <p:val>
                                            <p:strVal val="#ppt_h"/>
                                          </p:val>
                                        </p:tav>
                                      </p:tavLst>
                                    </p:anim>
                                    <p:animEffect transition="in" filter="fade">
                                      <p:cBhvr>
                                        <p:cTn id="38" dur="1000"/>
                                        <p:tgtEl>
                                          <p:spTgt spid="49"/>
                                        </p:tgtEl>
                                      </p:cBhvr>
                                    </p:animEffect>
                                  </p:childTnLst>
                                </p:cTn>
                              </p:par>
                              <p:par>
                                <p:cTn id="39" presetID="50" presetClass="entr" presetSubtype="0" decel="100000" fill="hold" grpId="0" nodeType="withEffect">
                                  <p:stCondLst>
                                    <p:cond delay="2750"/>
                                  </p:stCondLst>
                                  <p:childTnLst>
                                    <p:set>
                                      <p:cBhvr>
                                        <p:cTn id="40" dur="1" fill="hold">
                                          <p:stCondLst>
                                            <p:cond delay="0"/>
                                          </p:stCondLst>
                                        </p:cTn>
                                        <p:tgtEl>
                                          <p:spTgt spid="50"/>
                                        </p:tgtEl>
                                        <p:attrNameLst>
                                          <p:attrName>style.visibility</p:attrName>
                                        </p:attrNameLst>
                                      </p:cBhvr>
                                      <p:to>
                                        <p:strVal val="visible"/>
                                      </p:to>
                                    </p:set>
                                    <p:anim calcmode="lin" valueType="num">
                                      <p:cBhvr>
                                        <p:cTn id="41" dur="1000" fill="hold"/>
                                        <p:tgtEl>
                                          <p:spTgt spid="50"/>
                                        </p:tgtEl>
                                        <p:attrNameLst>
                                          <p:attrName>ppt_w</p:attrName>
                                        </p:attrNameLst>
                                      </p:cBhvr>
                                      <p:tavLst>
                                        <p:tav tm="0">
                                          <p:val>
                                            <p:strVal val="#ppt_w+.3"/>
                                          </p:val>
                                        </p:tav>
                                        <p:tav tm="100000">
                                          <p:val>
                                            <p:strVal val="#ppt_w"/>
                                          </p:val>
                                        </p:tav>
                                      </p:tavLst>
                                    </p:anim>
                                    <p:anim calcmode="lin" valueType="num">
                                      <p:cBhvr>
                                        <p:cTn id="42" dur="1000" fill="hold"/>
                                        <p:tgtEl>
                                          <p:spTgt spid="50"/>
                                        </p:tgtEl>
                                        <p:attrNameLst>
                                          <p:attrName>ppt_h</p:attrName>
                                        </p:attrNameLst>
                                      </p:cBhvr>
                                      <p:tavLst>
                                        <p:tav tm="0">
                                          <p:val>
                                            <p:strVal val="#ppt_h"/>
                                          </p:val>
                                        </p:tav>
                                        <p:tav tm="100000">
                                          <p:val>
                                            <p:strVal val="#ppt_h"/>
                                          </p:val>
                                        </p:tav>
                                      </p:tavLst>
                                    </p:anim>
                                    <p:animEffect transition="in" filter="fade">
                                      <p:cBhvr>
                                        <p:cTn id="43" dur="1000"/>
                                        <p:tgtEl>
                                          <p:spTgt spid="50"/>
                                        </p:tgtEl>
                                      </p:cBhvr>
                                    </p:animEffect>
                                  </p:childTnLst>
                                </p:cTn>
                              </p:par>
                              <p:par>
                                <p:cTn id="44" presetID="10" presetClass="entr" presetSubtype="0" fill="hold" nodeType="withEffect">
                                  <p:stCondLst>
                                    <p:cond delay="300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500"/>
                                        <p:tgtEl>
                                          <p:spTgt spid="66"/>
                                        </p:tgtEl>
                                      </p:cBhvr>
                                    </p:animEffect>
                                  </p:childTnLst>
                                </p:cTn>
                              </p:par>
                              <p:par>
                                <p:cTn id="47" presetID="10" presetClass="entr" presetSubtype="0" fill="hold" nodeType="withEffect">
                                  <p:stCondLst>
                                    <p:cond delay="300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500"/>
                                        <p:tgtEl>
                                          <p:spTgt spid="74"/>
                                        </p:tgtEl>
                                      </p:cBhvr>
                                    </p:animEffect>
                                  </p:childTnLst>
                                </p:cTn>
                              </p:par>
                              <p:par>
                                <p:cTn id="50" presetID="10" presetClass="entr" presetSubtype="0" fill="hold" nodeType="withEffect">
                                  <p:stCondLst>
                                    <p:cond delay="300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par>
                                <p:cTn id="53" presetID="10" presetClass="entr" presetSubtype="0" fill="hold" nodeType="withEffect">
                                  <p:stCondLst>
                                    <p:cond delay="300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500"/>
                                        <p:tgtEl>
                                          <p:spTgt spid="69"/>
                                        </p:tgtEl>
                                      </p:cBhvr>
                                    </p:animEffect>
                                  </p:childTnLst>
                                </p:cTn>
                              </p:par>
                              <p:par>
                                <p:cTn id="56" presetID="21" presetClass="entr" presetSubtype="1" fill="hold" grpId="0" nodeType="withEffect">
                                  <p:stCondLst>
                                    <p:cond delay="2750"/>
                                  </p:stCondLst>
                                  <p:childTnLst>
                                    <p:set>
                                      <p:cBhvr>
                                        <p:cTn id="57" dur="1" fill="hold">
                                          <p:stCondLst>
                                            <p:cond delay="0"/>
                                          </p:stCondLst>
                                        </p:cTn>
                                        <p:tgtEl>
                                          <p:spTgt spid="62"/>
                                        </p:tgtEl>
                                        <p:attrNameLst>
                                          <p:attrName>style.visibility</p:attrName>
                                        </p:attrNameLst>
                                      </p:cBhvr>
                                      <p:to>
                                        <p:strVal val="visible"/>
                                      </p:to>
                                    </p:set>
                                    <p:animEffect transition="in" filter="wheel(1)">
                                      <p:cBhvr>
                                        <p:cTn id="58" dur="500"/>
                                        <p:tgtEl>
                                          <p:spTgt spid="62"/>
                                        </p:tgtEl>
                                      </p:cBhvr>
                                    </p:animEffect>
                                  </p:childTnLst>
                                </p:cTn>
                              </p:par>
                              <p:par>
                                <p:cTn id="59" presetID="21" presetClass="entr" presetSubtype="1" fill="hold" grpId="0" nodeType="withEffect">
                                  <p:stCondLst>
                                    <p:cond delay="2750"/>
                                  </p:stCondLst>
                                  <p:childTnLst>
                                    <p:set>
                                      <p:cBhvr>
                                        <p:cTn id="60" dur="1" fill="hold">
                                          <p:stCondLst>
                                            <p:cond delay="0"/>
                                          </p:stCondLst>
                                        </p:cTn>
                                        <p:tgtEl>
                                          <p:spTgt spid="61"/>
                                        </p:tgtEl>
                                        <p:attrNameLst>
                                          <p:attrName>style.visibility</p:attrName>
                                        </p:attrNameLst>
                                      </p:cBhvr>
                                      <p:to>
                                        <p:strVal val="visible"/>
                                      </p:to>
                                    </p:set>
                                    <p:animEffect transition="in" filter="wheel(1)">
                                      <p:cBhvr>
                                        <p:cTn id="61" dur="500"/>
                                        <p:tgtEl>
                                          <p:spTgt spid="61"/>
                                        </p:tgtEl>
                                      </p:cBhvr>
                                    </p:animEffect>
                                  </p:childTnLst>
                                </p:cTn>
                              </p:par>
                              <p:par>
                                <p:cTn id="62" presetID="21" presetClass="entr" presetSubtype="1" fill="hold" grpId="0" nodeType="withEffect">
                                  <p:stCondLst>
                                    <p:cond delay="2750"/>
                                  </p:stCondLst>
                                  <p:childTnLst>
                                    <p:set>
                                      <p:cBhvr>
                                        <p:cTn id="63" dur="1" fill="hold">
                                          <p:stCondLst>
                                            <p:cond delay="0"/>
                                          </p:stCondLst>
                                        </p:cTn>
                                        <p:tgtEl>
                                          <p:spTgt spid="60"/>
                                        </p:tgtEl>
                                        <p:attrNameLst>
                                          <p:attrName>style.visibility</p:attrName>
                                        </p:attrNameLst>
                                      </p:cBhvr>
                                      <p:to>
                                        <p:strVal val="visible"/>
                                      </p:to>
                                    </p:set>
                                    <p:animEffect transition="in" filter="wheel(1)">
                                      <p:cBhvr>
                                        <p:cTn id="64" dur="500"/>
                                        <p:tgtEl>
                                          <p:spTgt spid="60"/>
                                        </p:tgtEl>
                                      </p:cBhvr>
                                    </p:animEffect>
                                  </p:childTnLst>
                                </p:cTn>
                              </p:par>
                              <p:par>
                                <p:cTn id="65" presetID="21" presetClass="entr" presetSubtype="1" fill="hold" grpId="0" nodeType="withEffect">
                                  <p:stCondLst>
                                    <p:cond delay="2750"/>
                                  </p:stCondLst>
                                  <p:childTnLst>
                                    <p:set>
                                      <p:cBhvr>
                                        <p:cTn id="66" dur="1" fill="hold">
                                          <p:stCondLst>
                                            <p:cond delay="0"/>
                                          </p:stCondLst>
                                        </p:cTn>
                                        <p:tgtEl>
                                          <p:spTgt spid="59"/>
                                        </p:tgtEl>
                                        <p:attrNameLst>
                                          <p:attrName>style.visibility</p:attrName>
                                        </p:attrNameLst>
                                      </p:cBhvr>
                                      <p:to>
                                        <p:strVal val="visible"/>
                                      </p:to>
                                    </p:set>
                                    <p:animEffect transition="in" filter="wheel(1)">
                                      <p:cBhvr>
                                        <p:cTn id="67" dur="500"/>
                                        <p:tgtEl>
                                          <p:spTgt spid="59"/>
                                        </p:tgtEl>
                                      </p:cBhvr>
                                    </p:animEffect>
                                  </p:childTnLst>
                                </p:cTn>
                              </p:par>
                              <p:par>
                                <p:cTn id="68" presetID="53" presetClass="entr" presetSubtype="16" fill="hold" nodeType="withEffect">
                                  <p:stCondLst>
                                    <p:cond delay="1250"/>
                                  </p:stCondLst>
                                  <p:childTnLst>
                                    <p:set>
                                      <p:cBhvr>
                                        <p:cTn id="69" dur="1" fill="hold">
                                          <p:stCondLst>
                                            <p:cond delay="0"/>
                                          </p:stCondLst>
                                        </p:cTn>
                                        <p:tgtEl>
                                          <p:spTgt spid="41"/>
                                        </p:tgtEl>
                                        <p:attrNameLst>
                                          <p:attrName>style.visibility</p:attrName>
                                        </p:attrNameLst>
                                      </p:cBhvr>
                                      <p:to>
                                        <p:strVal val="visible"/>
                                      </p:to>
                                    </p:set>
                                    <p:anim calcmode="lin" valueType="num">
                                      <p:cBhvr>
                                        <p:cTn id="70" dur="500" fill="hold"/>
                                        <p:tgtEl>
                                          <p:spTgt spid="41"/>
                                        </p:tgtEl>
                                        <p:attrNameLst>
                                          <p:attrName>ppt_w</p:attrName>
                                        </p:attrNameLst>
                                      </p:cBhvr>
                                      <p:tavLst>
                                        <p:tav tm="0">
                                          <p:val>
                                            <p:fltVal val="0"/>
                                          </p:val>
                                        </p:tav>
                                        <p:tav tm="100000">
                                          <p:val>
                                            <p:strVal val="#ppt_w"/>
                                          </p:val>
                                        </p:tav>
                                      </p:tavLst>
                                    </p:anim>
                                    <p:anim calcmode="lin" valueType="num">
                                      <p:cBhvr>
                                        <p:cTn id="71" dur="500" fill="hold"/>
                                        <p:tgtEl>
                                          <p:spTgt spid="41"/>
                                        </p:tgtEl>
                                        <p:attrNameLst>
                                          <p:attrName>ppt_h</p:attrName>
                                        </p:attrNameLst>
                                      </p:cBhvr>
                                      <p:tavLst>
                                        <p:tav tm="0">
                                          <p:val>
                                            <p:fltVal val="0"/>
                                          </p:val>
                                        </p:tav>
                                        <p:tav tm="100000">
                                          <p:val>
                                            <p:strVal val="#ppt_h"/>
                                          </p:val>
                                        </p:tav>
                                      </p:tavLst>
                                    </p:anim>
                                    <p:animEffect transition="in" filter="fade">
                                      <p:cBhvr>
                                        <p:cTn id="72" dur="500"/>
                                        <p:tgtEl>
                                          <p:spTgt spid="41"/>
                                        </p:tgtEl>
                                      </p:cBhvr>
                                    </p:animEffect>
                                  </p:childTnLst>
                                </p:cTn>
                              </p:par>
                              <p:par>
                                <p:cTn id="73" presetID="26" presetClass="emph" presetSubtype="0" fill="hold" nodeType="withEffect">
                                  <p:stCondLst>
                                    <p:cond delay="1750"/>
                                  </p:stCondLst>
                                  <p:childTnLst>
                                    <p:animEffect transition="out" filter="fade">
                                      <p:cBhvr>
                                        <p:cTn id="74" dur="1000" tmFilter="0, 0; .2, .5; .8, .5; 1, 0"/>
                                        <p:tgtEl>
                                          <p:spTgt spid="41"/>
                                        </p:tgtEl>
                                      </p:cBhvr>
                                    </p:animEffect>
                                    <p:animScale>
                                      <p:cBhvr>
                                        <p:cTn id="75" dur="500" autoRev="1" fill="hold"/>
                                        <p:tgtEl>
                                          <p:spTgt spid="4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9" grpId="0"/>
      <p:bldP spid="50" grpId="0"/>
      <p:bldP spid="51" grpId="0"/>
      <p:bldP spid="52" grpId="0"/>
      <p:bldP spid="59" grpId="0" bldLvl="0" animBg="1"/>
      <p:bldP spid="60" grpId="0" bldLvl="0" animBg="1"/>
      <p:bldP spid="61" grpId="0" bldLvl="0" animBg="1"/>
      <p:bldP spid="6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7073900"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Open Sans" panose="020B0606030504020204" pitchFamily="34" charset="0"/>
                <a:sym typeface="+mn-ea"/>
              </a:rPr>
              <a:t>支撑信息安全发展的理论与技术</a:t>
            </a:r>
            <a:endParaRPr kumimoji="0" lang="zh-CN" altLang="en-US"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Calibri" panose="020F0502020204030204"/>
              <a:ea typeface="ＤＦ明朝体W5" panose="02010609010101010101" pitchFamily="49" charset="-128"/>
              <a:cs typeface="Open Sans" panose="020B0606030504020204" pitchFamily="34" charset="0"/>
            </a:endParaRPr>
          </a:p>
        </p:txBody>
      </p:sp>
      <p:sp>
        <p:nvSpPr>
          <p:cNvPr id="49"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
            </p:custDataLst>
          </p:nvPr>
        </p:nvSpPr>
        <p:spPr>
          <a:xfrm>
            <a:off x="8291195" y="2077720"/>
            <a:ext cx="2218055" cy="1584325"/>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密码学理论</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现代密码学不仅包括对称加密和非对称加密技术，还涉及数字签名、哈希函数等技术，为保护信息的机密性、完整性提供了理论基础。</a:t>
            </a:r>
          </a:p>
        </p:txBody>
      </p:sp>
      <p:sp>
        <p:nvSpPr>
          <p:cNvPr id="5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8291416" y="4338353"/>
            <a:ext cx="2218094" cy="11144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博弈论应用</a:t>
            </a:r>
            <a:endPar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博弈论可以为信息安全中的对抗关系建模。攻击者和防御者之间的博弈模式在网络安全和系统安全中尤为重要，通过博弈论的分析可以设计出更有效的安全防护机制。</a:t>
            </a:r>
          </a:p>
        </p:txBody>
      </p:sp>
      <p:sp>
        <p:nvSpPr>
          <p:cNvPr id="5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1347470" y="1990725"/>
            <a:ext cx="2266950" cy="1035685"/>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理论基础</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信息安全的理论基础主要包括密码学、计算机科学、信息论和博弈论等，这些理论为信息安全的各项技术提供了指导。</a:t>
            </a:r>
            <a:endParaRPr kumimoji="0" 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5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1184910" y="3026410"/>
            <a:ext cx="2266950" cy="1252855"/>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计算机科学理论</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信息安全的许多基本问题，如身份认证、访问控制、数据完整性等，依赖于计算机科学中的算法、数据结构和计算复杂性理论。</a:t>
            </a:r>
          </a:p>
        </p:txBody>
      </p:sp>
      <p:sp>
        <p:nvSpPr>
          <p:cNvPr id="3"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40" name="组合 3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5"/>
            </p:custDataLst>
          </p:nvPr>
        </p:nvGrpSpPr>
        <p:grpSpPr>
          <a:xfrm>
            <a:off x="5340283" y="4039633"/>
            <a:ext cx="2208647" cy="2251005"/>
            <a:chOff x="5573328" y="4076086"/>
            <a:chExt cx="2208647" cy="2251005"/>
          </a:xfrm>
          <a:solidFill>
            <a:srgbClr val="62FDFE">
              <a:alpha val="36000"/>
            </a:srgbClr>
          </a:solidFill>
        </p:grpSpPr>
        <p:sp>
          <p:nvSpPr>
            <p:cNvPr id="10" name="任意多边形 9"/>
            <p:cNvSpPr/>
            <p:nvPr/>
          </p:nvSpPr>
          <p:spPr bwMode="auto">
            <a:xfrm rot="20584854">
              <a:off x="5659647" y="4799791"/>
              <a:ext cx="2122328" cy="1527300"/>
            </a:xfrm>
            <a:custGeom>
              <a:avLst/>
              <a:gdLst>
                <a:gd name="connsiteX0" fmla="*/ 10548 w 959404"/>
                <a:gd name="connsiteY0" fmla="*/ 0 h 690420"/>
                <a:gd name="connsiteX1" fmla="*/ 948857 w 959404"/>
                <a:gd name="connsiteY1" fmla="*/ 0 h 690420"/>
                <a:gd name="connsiteX2" fmla="*/ 949658 w 959404"/>
                <a:gd name="connsiteY2" fmla="*/ 1856 h 690420"/>
                <a:gd name="connsiteX3" fmla="*/ 959404 w 959404"/>
                <a:gd name="connsiteY3" fmla="*/ 71347 h 690420"/>
                <a:gd name="connsiteX4" fmla="*/ 747908 w 959404"/>
                <a:gd name="connsiteY4" fmla="*/ 357270 h 690420"/>
                <a:gd name="connsiteX5" fmla="*/ 740301 w 959404"/>
                <a:gd name="connsiteY5" fmla="*/ 360238 h 690420"/>
                <a:gd name="connsiteX6" fmla="*/ 755115 w 959404"/>
                <a:gd name="connsiteY6" fmla="*/ 375036 h 690420"/>
                <a:gd name="connsiteX7" fmla="*/ 753828 w 959404"/>
                <a:gd name="connsiteY7" fmla="*/ 390464 h 690420"/>
                <a:gd name="connsiteX8" fmla="*/ 742245 w 959404"/>
                <a:gd name="connsiteY8" fmla="*/ 402035 h 690420"/>
                <a:gd name="connsiteX9" fmla="*/ 738384 w 959404"/>
                <a:gd name="connsiteY9" fmla="*/ 409748 h 690420"/>
                <a:gd name="connsiteX10" fmla="*/ 733237 w 959404"/>
                <a:gd name="connsiteY10" fmla="*/ 421319 h 690420"/>
                <a:gd name="connsiteX11" fmla="*/ 735811 w 959404"/>
                <a:gd name="connsiteY11" fmla="*/ 435461 h 690420"/>
                <a:gd name="connsiteX12" fmla="*/ 743532 w 959404"/>
                <a:gd name="connsiteY12" fmla="*/ 447032 h 690420"/>
                <a:gd name="connsiteX13" fmla="*/ 740958 w 959404"/>
                <a:gd name="connsiteY13" fmla="*/ 472745 h 690420"/>
                <a:gd name="connsiteX14" fmla="*/ 658592 w 959404"/>
                <a:gd name="connsiteY14" fmla="*/ 584595 h 690420"/>
                <a:gd name="connsiteX15" fmla="*/ 639287 w 959404"/>
                <a:gd name="connsiteY15" fmla="*/ 593595 h 690420"/>
                <a:gd name="connsiteX16" fmla="*/ 614835 w 959404"/>
                <a:gd name="connsiteY16" fmla="*/ 601309 h 690420"/>
                <a:gd name="connsiteX17" fmla="*/ 564643 w 959404"/>
                <a:gd name="connsiteY17" fmla="*/ 675876 h 690420"/>
                <a:gd name="connsiteX18" fmla="*/ 383179 w 959404"/>
                <a:gd name="connsiteY18" fmla="*/ 665591 h 690420"/>
                <a:gd name="connsiteX19" fmla="*/ 336848 w 959404"/>
                <a:gd name="connsiteY19" fmla="*/ 584595 h 690420"/>
                <a:gd name="connsiteX20" fmla="*/ 290517 w 959404"/>
                <a:gd name="connsiteY20" fmla="*/ 552454 h 690420"/>
                <a:gd name="connsiteX21" fmla="*/ 215872 w 959404"/>
                <a:gd name="connsiteY21" fmla="*/ 471459 h 690420"/>
                <a:gd name="connsiteX22" fmla="*/ 215872 w 959404"/>
                <a:gd name="connsiteY22" fmla="*/ 450889 h 690420"/>
                <a:gd name="connsiteX23" fmla="*/ 228742 w 959404"/>
                <a:gd name="connsiteY23" fmla="*/ 450889 h 690420"/>
                <a:gd name="connsiteX24" fmla="*/ 221020 w 959404"/>
                <a:gd name="connsiteY24" fmla="*/ 432890 h 690420"/>
                <a:gd name="connsiteX25" fmla="*/ 204289 w 959404"/>
                <a:gd name="connsiteY25" fmla="*/ 398178 h 690420"/>
                <a:gd name="connsiteX26" fmla="*/ 204289 w 959404"/>
                <a:gd name="connsiteY26" fmla="*/ 386607 h 690420"/>
                <a:gd name="connsiteX27" fmla="*/ 227455 w 959404"/>
                <a:gd name="connsiteY27" fmla="*/ 367322 h 690420"/>
                <a:gd name="connsiteX28" fmla="*/ 224501 w 959404"/>
                <a:gd name="connsiteY28" fmla="*/ 362344 h 690420"/>
                <a:gd name="connsiteX29" fmla="*/ 211496 w 959404"/>
                <a:gd name="connsiteY29" fmla="*/ 357270 h 690420"/>
                <a:gd name="connsiteX30" fmla="*/ 0 w 959404"/>
                <a:gd name="connsiteY30" fmla="*/ 71347 h 690420"/>
                <a:gd name="connsiteX31" fmla="*/ 9746 w 959404"/>
                <a:gd name="connsiteY31" fmla="*/ 1856 h 69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59404" h="690420">
                  <a:moveTo>
                    <a:pt x="10548" y="0"/>
                  </a:moveTo>
                  <a:lnTo>
                    <a:pt x="948857" y="0"/>
                  </a:lnTo>
                  <a:lnTo>
                    <a:pt x="949658" y="1856"/>
                  </a:lnTo>
                  <a:cubicBezTo>
                    <a:pt x="956048" y="24302"/>
                    <a:pt x="959404" y="47543"/>
                    <a:pt x="959404" y="71347"/>
                  </a:cubicBezTo>
                  <a:cubicBezTo>
                    <a:pt x="959404" y="190368"/>
                    <a:pt x="875510" y="295305"/>
                    <a:pt x="747908" y="357270"/>
                  </a:cubicBezTo>
                  <a:lnTo>
                    <a:pt x="740301" y="360238"/>
                  </a:lnTo>
                  <a:lnTo>
                    <a:pt x="755115" y="375036"/>
                  </a:lnTo>
                  <a:cubicBezTo>
                    <a:pt x="753828" y="380179"/>
                    <a:pt x="753828" y="385321"/>
                    <a:pt x="753828" y="390464"/>
                  </a:cubicBezTo>
                  <a:cubicBezTo>
                    <a:pt x="749967" y="394321"/>
                    <a:pt x="746106" y="398178"/>
                    <a:pt x="742245" y="402035"/>
                  </a:cubicBezTo>
                  <a:cubicBezTo>
                    <a:pt x="740958" y="404606"/>
                    <a:pt x="739671" y="407177"/>
                    <a:pt x="738384" y="409748"/>
                  </a:cubicBezTo>
                  <a:cubicBezTo>
                    <a:pt x="737098" y="413605"/>
                    <a:pt x="735811" y="417462"/>
                    <a:pt x="733237" y="421319"/>
                  </a:cubicBezTo>
                  <a:cubicBezTo>
                    <a:pt x="734524" y="425176"/>
                    <a:pt x="735811" y="430319"/>
                    <a:pt x="735811" y="435461"/>
                  </a:cubicBezTo>
                  <a:cubicBezTo>
                    <a:pt x="738384" y="439318"/>
                    <a:pt x="740958" y="443175"/>
                    <a:pt x="743532" y="447032"/>
                  </a:cubicBezTo>
                  <a:cubicBezTo>
                    <a:pt x="742245" y="454746"/>
                    <a:pt x="742245" y="463745"/>
                    <a:pt x="740958" y="472745"/>
                  </a:cubicBezTo>
                  <a:cubicBezTo>
                    <a:pt x="713932" y="510028"/>
                    <a:pt x="685618" y="547312"/>
                    <a:pt x="658592" y="584595"/>
                  </a:cubicBezTo>
                  <a:cubicBezTo>
                    <a:pt x="652157" y="587167"/>
                    <a:pt x="645722" y="589738"/>
                    <a:pt x="639287" y="593595"/>
                  </a:cubicBezTo>
                  <a:cubicBezTo>
                    <a:pt x="631565" y="596166"/>
                    <a:pt x="622557" y="598737"/>
                    <a:pt x="614835" y="601309"/>
                  </a:cubicBezTo>
                  <a:cubicBezTo>
                    <a:pt x="598104" y="625736"/>
                    <a:pt x="581373" y="651449"/>
                    <a:pt x="564643" y="675876"/>
                  </a:cubicBezTo>
                  <a:cubicBezTo>
                    <a:pt x="540190" y="683589"/>
                    <a:pt x="452676" y="709302"/>
                    <a:pt x="383179" y="665591"/>
                  </a:cubicBezTo>
                  <a:cubicBezTo>
                    <a:pt x="367735" y="638592"/>
                    <a:pt x="352291" y="611594"/>
                    <a:pt x="336848" y="584595"/>
                  </a:cubicBezTo>
                  <a:cubicBezTo>
                    <a:pt x="321404" y="574310"/>
                    <a:pt x="305960" y="562740"/>
                    <a:pt x="290517" y="552454"/>
                  </a:cubicBezTo>
                  <a:cubicBezTo>
                    <a:pt x="266064" y="525456"/>
                    <a:pt x="240324" y="498458"/>
                    <a:pt x="215872" y="471459"/>
                  </a:cubicBezTo>
                  <a:cubicBezTo>
                    <a:pt x="215872" y="463745"/>
                    <a:pt x="215872" y="457317"/>
                    <a:pt x="215872" y="450889"/>
                  </a:cubicBezTo>
                  <a:cubicBezTo>
                    <a:pt x="219733" y="450889"/>
                    <a:pt x="224881" y="450889"/>
                    <a:pt x="228742" y="450889"/>
                  </a:cubicBezTo>
                  <a:cubicBezTo>
                    <a:pt x="226168" y="445746"/>
                    <a:pt x="223594" y="439318"/>
                    <a:pt x="221020" y="432890"/>
                  </a:cubicBezTo>
                  <a:cubicBezTo>
                    <a:pt x="215872" y="421319"/>
                    <a:pt x="209437" y="409748"/>
                    <a:pt x="204289" y="398178"/>
                  </a:cubicBezTo>
                  <a:cubicBezTo>
                    <a:pt x="204289" y="394321"/>
                    <a:pt x="204289" y="390464"/>
                    <a:pt x="204289" y="386607"/>
                  </a:cubicBezTo>
                  <a:cubicBezTo>
                    <a:pt x="212011" y="380179"/>
                    <a:pt x="219733" y="373751"/>
                    <a:pt x="227455" y="367322"/>
                  </a:cubicBezTo>
                  <a:lnTo>
                    <a:pt x="224501" y="362344"/>
                  </a:lnTo>
                  <a:lnTo>
                    <a:pt x="211496" y="357270"/>
                  </a:lnTo>
                  <a:cubicBezTo>
                    <a:pt x="83894" y="295305"/>
                    <a:pt x="0" y="190368"/>
                    <a:pt x="0" y="71347"/>
                  </a:cubicBezTo>
                  <a:cubicBezTo>
                    <a:pt x="0" y="47543"/>
                    <a:pt x="3356" y="24302"/>
                    <a:pt x="9746" y="1856"/>
                  </a:cubicBezTo>
                  <a:close/>
                </a:path>
              </a:pathLst>
            </a:custGeom>
            <a:grpFill/>
            <a:ln>
              <a:solidFill>
                <a:srgbClr val="62FDFE">
                  <a:alpha val="88000"/>
                </a:srgbClr>
              </a:solid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sp>
          <p:nvSpPr>
            <p:cNvPr id="42" name="任意多边形 41"/>
            <p:cNvSpPr/>
            <p:nvPr>
              <p:custDataLst>
                <p:tags r:id="rId19"/>
              </p:custDataLst>
            </p:nvPr>
          </p:nvSpPr>
          <p:spPr>
            <a:xfrm rot="20584854">
              <a:off x="6658854" y="4076086"/>
              <a:ext cx="607974" cy="558559"/>
            </a:xfrm>
            <a:custGeom>
              <a:avLst/>
              <a:gdLst>
                <a:gd name="connsiteX0" fmla="*/ 268771 w 268771"/>
                <a:gd name="connsiteY0" fmla="*/ 0 h 246926"/>
                <a:gd name="connsiteX1" fmla="*/ 268771 w 268771"/>
                <a:gd name="connsiteY1" fmla="*/ 246926 h 246926"/>
                <a:gd name="connsiteX2" fmla="*/ 0 w 268771"/>
                <a:gd name="connsiteY2" fmla="*/ 246926 h 246926"/>
                <a:gd name="connsiteX3" fmla="*/ 0 w 268771"/>
                <a:gd name="connsiteY3" fmla="*/ 55646 h 246926"/>
                <a:gd name="connsiteX4" fmla="*/ 268771 w 268771"/>
                <a:gd name="connsiteY4" fmla="*/ 0 h 246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771" h="246926">
                  <a:moveTo>
                    <a:pt x="268771" y="0"/>
                  </a:moveTo>
                  <a:lnTo>
                    <a:pt x="268771" y="246926"/>
                  </a:lnTo>
                  <a:lnTo>
                    <a:pt x="0" y="246926"/>
                  </a:lnTo>
                  <a:lnTo>
                    <a:pt x="0" y="55646"/>
                  </a:lnTo>
                  <a:lnTo>
                    <a:pt x="268771" y="0"/>
                  </a:lnTo>
                  <a:close/>
                </a:path>
              </a:pathLst>
            </a:cu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12" name="任意多边形 11"/>
            <p:cNvSpPr/>
            <p:nvPr>
              <p:custDataLst>
                <p:tags r:id="rId20"/>
              </p:custDataLst>
            </p:nvPr>
          </p:nvSpPr>
          <p:spPr>
            <a:xfrm rot="20584854">
              <a:off x="5573328" y="4654329"/>
              <a:ext cx="607974" cy="316006"/>
            </a:xfrm>
            <a:custGeom>
              <a:avLst/>
              <a:gdLst>
                <a:gd name="connsiteX0" fmla="*/ 268771 w 268771"/>
                <a:gd name="connsiteY0" fmla="*/ 0 h 139699"/>
                <a:gd name="connsiteX1" fmla="*/ 268771 w 268771"/>
                <a:gd name="connsiteY1" fmla="*/ 139699 h 139699"/>
                <a:gd name="connsiteX2" fmla="*/ 0 w 268771"/>
                <a:gd name="connsiteY2" fmla="*/ 139699 h 139699"/>
                <a:gd name="connsiteX3" fmla="*/ 0 w 268771"/>
                <a:gd name="connsiteY3" fmla="*/ 55646 h 139699"/>
                <a:gd name="connsiteX4" fmla="*/ 268771 w 268771"/>
                <a:gd name="connsiteY4" fmla="*/ 0 h 139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771" h="139699">
                  <a:moveTo>
                    <a:pt x="268771" y="0"/>
                  </a:moveTo>
                  <a:lnTo>
                    <a:pt x="268771" y="139699"/>
                  </a:lnTo>
                  <a:lnTo>
                    <a:pt x="0" y="139699"/>
                  </a:lnTo>
                  <a:lnTo>
                    <a:pt x="0" y="55646"/>
                  </a:lnTo>
                  <a:lnTo>
                    <a:pt x="268771" y="0"/>
                  </a:lnTo>
                  <a:close/>
                </a:path>
              </a:pathLst>
            </a:cu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grpSp>
      <p:grpSp>
        <p:nvGrpSpPr>
          <p:cNvPr id="47" name="组合 46"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6"/>
            </p:custDataLst>
          </p:nvPr>
        </p:nvGrpSpPr>
        <p:grpSpPr>
          <a:xfrm>
            <a:off x="4716118" y="3696946"/>
            <a:ext cx="2590005" cy="604526"/>
            <a:chOff x="4949163" y="3733399"/>
            <a:chExt cx="2590005" cy="604526"/>
          </a:xfrm>
          <a:solidFill>
            <a:srgbClr val="62FDFE">
              <a:alpha val="36000"/>
            </a:srgbClr>
          </a:solidFill>
        </p:grpSpPr>
        <p:sp>
          <p:nvSpPr>
            <p:cNvPr id="48" name="圆角矩形 47"/>
            <p:cNvSpPr/>
            <p:nvPr>
              <p:custDataLst>
                <p:tags r:id="rId17"/>
              </p:custDataLst>
            </p:nvPr>
          </p:nvSpPr>
          <p:spPr>
            <a:xfrm rot="19872676">
              <a:off x="4949163" y="3733399"/>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53" name="Freeform 59"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18"/>
              </p:custDataLst>
            </p:nvPr>
          </p:nvSpPr>
          <p:spPr bwMode="auto">
            <a:xfrm>
              <a:off x="6155969" y="3849706"/>
              <a:ext cx="322218" cy="322218"/>
            </a:xfrm>
            <a:custGeom>
              <a:avLst/>
              <a:gdLst/>
              <a:ahLst/>
              <a:cxnLst>
                <a:cxn ang="0">
                  <a:pos x="129" y="1"/>
                </a:cxn>
                <a:cxn ang="0">
                  <a:pos x="87" y="12"/>
                </a:cxn>
                <a:cxn ang="0">
                  <a:pos x="53" y="32"/>
                </a:cxn>
                <a:cxn ang="0">
                  <a:pos x="26" y="63"/>
                </a:cxn>
                <a:cxn ang="0">
                  <a:pos x="8" y="101"/>
                </a:cxn>
                <a:cxn ang="0">
                  <a:pos x="0" y="143"/>
                </a:cxn>
                <a:cxn ang="0">
                  <a:pos x="4" y="172"/>
                </a:cxn>
                <a:cxn ang="0">
                  <a:pos x="19" y="212"/>
                </a:cxn>
                <a:cxn ang="0">
                  <a:pos x="42" y="244"/>
                </a:cxn>
                <a:cxn ang="0">
                  <a:pos x="75" y="270"/>
                </a:cxn>
                <a:cxn ang="0">
                  <a:pos x="115" y="284"/>
                </a:cxn>
                <a:cxn ang="0">
                  <a:pos x="144" y="286"/>
                </a:cxn>
                <a:cxn ang="0">
                  <a:pos x="185" y="281"/>
                </a:cxn>
                <a:cxn ang="0">
                  <a:pos x="223" y="263"/>
                </a:cxn>
                <a:cxn ang="0">
                  <a:pos x="254" y="235"/>
                </a:cxn>
                <a:cxn ang="0">
                  <a:pos x="276" y="199"/>
                </a:cxn>
                <a:cxn ang="0">
                  <a:pos x="285" y="157"/>
                </a:cxn>
                <a:cxn ang="0">
                  <a:pos x="285" y="128"/>
                </a:cxn>
                <a:cxn ang="0">
                  <a:pos x="276" y="89"/>
                </a:cxn>
                <a:cxn ang="0">
                  <a:pos x="254" y="52"/>
                </a:cxn>
                <a:cxn ang="0">
                  <a:pos x="223" y="25"/>
                </a:cxn>
                <a:cxn ang="0">
                  <a:pos x="185" y="7"/>
                </a:cxn>
                <a:cxn ang="0">
                  <a:pos x="144" y="0"/>
                </a:cxn>
                <a:cxn ang="0">
                  <a:pos x="144" y="252"/>
                </a:cxn>
                <a:cxn ang="0">
                  <a:pos x="102" y="243"/>
                </a:cxn>
                <a:cxn ang="0">
                  <a:pos x="55" y="203"/>
                </a:cxn>
                <a:cxn ang="0">
                  <a:pos x="37" y="154"/>
                </a:cxn>
                <a:cxn ang="0">
                  <a:pos x="37" y="132"/>
                </a:cxn>
                <a:cxn ang="0">
                  <a:pos x="55" y="83"/>
                </a:cxn>
                <a:cxn ang="0">
                  <a:pos x="102" y="45"/>
                </a:cxn>
                <a:cxn ang="0">
                  <a:pos x="144" y="36"/>
                </a:cxn>
                <a:cxn ang="0">
                  <a:pos x="165" y="38"/>
                </a:cxn>
                <a:cxn ang="0">
                  <a:pos x="220" y="67"/>
                </a:cxn>
                <a:cxn ang="0">
                  <a:pos x="249" y="121"/>
                </a:cxn>
                <a:cxn ang="0">
                  <a:pos x="251" y="143"/>
                </a:cxn>
                <a:cxn ang="0">
                  <a:pos x="241" y="185"/>
                </a:cxn>
                <a:cxn ang="0">
                  <a:pos x="203" y="232"/>
                </a:cxn>
                <a:cxn ang="0">
                  <a:pos x="154" y="250"/>
                </a:cxn>
                <a:cxn ang="0">
                  <a:pos x="232" y="143"/>
                </a:cxn>
                <a:cxn ang="0">
                  <a:pos x="227" y="156"/>
                </a:cxn>
                <a:cxn ang="0">
                  <a:pos x="144" y="161"/>
                </a:cxn>
                <a:cxn ang="0">
                  <a:pos x="131" y="156"/>
                </a:cxn>
                <a:cxn ang="0">
                  <a:pos x="125" y="72"/>
                </a:cxn>
                <a:cxn ang="0">
                  <a:pos x="131" y="60"/>
                </a:cxn>
                <a:cxn ang="0">
                  <a:pos x="144" y="54"/>
                </a:cxn>
                <a:cxn ang="0">
                  <a:pos x="160" y="65"/>
                </a:cxn>
                <a:cxn ang="0">
                  <a:pos x="214" y="125"/>
                </a:cxn>
                <a:cxn ang="0">
                  <a:pos x="227" y="130"/>
                </a:cxn>
                <a:cxn ang="0">
                  <a:pos x="232" y="143"/>
                </a:cxn>
              </a:cxnLst>
              <a:rect l="0" t="0" r="r" b="b"/>
              <a:pathLst>
                <a:path w="287" h="286">
                  <a:moveTo>
                    <a:pt x="144" y="0"/>
                  </a:moveTo>
                  <a:lnTo>
                    <a:pt x="144" y="0"/>
                  </a:lnTo>
                  <a:lnTo>
                    <a:pt x="129" y="1"/>
                  </a:lnTo>
                  <a:lnTo>
                    <a:pt x="115" y="3"/>
                  </a:lnTo>
                  <a:lnTo>
                    <a:pt x="100" y="7"/>
                  </a:lnTo>
                  <a:lnTo>
                    <a:pt x="87" y="12"/>
                  </a:lnTo>
                  <a:lnTo>
                    <a:pt x="75" y="18"/>
                  </a:lnTo>
                  <a:lnTo>
                    <a:pt x="64" y="25"/>
                  </a:lnTo>
                  <a:lnTo>
                    <a:pt x="53" y="32"/>
                  </a:lnTo>
                  <a:lnTo>
                    <a:pt x="42" y="43"/>
                  </a:lnTo>
                  <a:lnTo>
                    <a:pt x="33" y="52"/>
                  </a:lnTo>
                  <a:lnTo>
                    <a:pt x="26" y="63"/>
                  </a:lnTo>
                  <a:lnTo>
                    <a:pt x="19" y="76"/>
                  </a:lnTo>
                  <a:lnTo>
                    <a:pt x="11" y="89"/>
                  </a:lnTo>
                  <a:lnTo>
                    <a:pt x="8" y="101"/>
                  </a:lnTo>
                  <a:lnTo>
                    <a:pt x="4" y="114"/>
                  </a:lnTo>
                  <a:lnTo>
                    <a:pt x="0" y="128"/>
                  </a:lnTo>
                  <a:lnTo>
                    <a:pt x="0" y="143"/>
                  </a:lnTo>
                  <a:lnTo>
                    <a:pt x="0" y="143"/>
                  </a:lnTo>
                  <a:lnTo>
                    <a:pt x="0" y="157"/>
                  </a:lnTo>
                  <a:lnTo>
                    <a:pt x="4" y="172"/>
                  </a:lnTo>
                  <a:lnTo>
                    <a:pt x="8" y="186"/>
                  </a:lnTo>
                  <a:lnTo>
                    <a:pt x="11" y="199"/>
                  </a:lnTo>
                  <a:lnTo>
                    <a:pt x="19" y="212"/>
                  </a:lnTo>
                  <a:lnTo>
                    <a:pt x="26" y="223"/>
                  </a:lnTo>
                  <a:lnTo>
                    <a:pt x="33" y="235"/>
                  </a:lnTo>
                  <a:lnTo>
                    <a:pt x="42" y="244"/>
                  </a:lnTo>
                  <a:lnTo>
                    <a:pt x="53" y="253"/>
                  </a:lnTo>
                  <a:lnTo>
                    <a:pt x="64" y="263"/>
                  </a:lnTo>
                  <a:lnTo>
                    <a:pt x="75" y="270"/>
                  </a:lnTo>
                  <a:lnTo>
                    <a:pt x="87" y="275"/>
                  </a:lnTo>
                  <a:lnTo>
                    <a:pt x="100" y="281"/>
                  </a:lnTo>
                  <a:lnTo>
                    <a:pt x="115" y="284"/>
                  </a:lnTo>
                  <a:lnTo>
                    <a:pt x="129" y="286"/>
                  </a:lnTo>
                  <a:lnTo>
                    <a:pt x="144" y="286"/>
                  </a:lnTo>
                  <a:lnTo>
                    <a:pt x="144" y="286"/>
                  </a:lnTo>
                  <a:lnTo>
                    <a:pt x="158" y="286"/>
                  </a:lnTo>
                  <a:lnTo>
                    <a:pt x="173" y="284"/>
                  </a:lnTo>
                  <a:lnTo>
                    <a:pt x="185" y="281"/>
                  </a:lnTo>
                  <a:lnTo>
                    <a:pt x="200" y="275"/>
                  </a:lnTo>
                  <a:lnTo>
                    <a:pt x="212" y="270"/>
                  </a:lnTo>
                  <a:lnTo>
                    <a:pt x="223" y="263"/>
                  </a:lnTo>
                  <a:lnTo>
                    <a:pt x="234" y="253"/>
                  </a:lnTo>
                  <a:lnTo>
                    <a:pt x="245" y="244"/>
                  </a:lnTo>
                  <a:lnTo>
                    <a:pt x="254" y="235"/>
                  </a:lnTo>
                  <a:lnTo>
                    <a:pt x="261" y="223"/>
                  </a:lnTo>
                  <a:lnTo>
                    <a:pt x="269" y="212"/>
                  </a:lnTo>
                  <a:lnTo>
                    <a:pt x="276" y="199"/>
                  </a:lnTo>
                  <a:lnTo>
                    <a:pt x="280" y="186"/>
                  </a:lnTo>
                  <a:lnTo>
                    <a:pt x="283" y="172"/>
                  </a:lnTo>
                  <a:lnTo>
                    <a:pt x="285" y="157"/>
                  </a:lnTo>
                  <a:lnTo>
                    <a:pt x="287" y="143"/>
                  </a:lnTo>
                  <a:lnTo>
                    <a:pt x="287" y="143"/>
                  </a:lnTo>
                  <a:lnTo>
                    <a:pt x="285" y="128"/>
                  </a:lnTo>
                  <a:lnTo>
                    <a:pt x="283" y="114"/>
                  </a:lnTo>
                  <a:lnTo>
                    <a:pt x="280" y="101"/>
                  </a:lnTo>
                  <a:lnTo>
                    <a:pt x="276" y="89"/>
                  </a:lnTo>
                  <a:lnTo>
                    <a:pt x="269" y="76"/>
                  </a:lnTo>
                  <a:lnTo>
                    <a:pt x="261" y="63"/>
                  </a:lnTo>
                  <a:lnTo>
                    <a:pt x="254" y="52"/>
                  </a:lnTo>
                  <a:lnTo>
                    <a:pt x="245" y="43"/>
                  </a:lnTo>
                  <a:lnTo>
                    <a:pt x="234" y="32"/>
                  </a:lnTo>
                  <a:lnTo>
                    <a:pt x="223" y="25"/>
                  </a:lnTo>
                  <a:lnTo>
                    <a:pt x="212" y="18"/>
                  </a:lnTo>
                  <a:lnTo>
                    <a:pt x="200" y="12"/>
                  </a:lnTo>
                  <a:lnTo>
                    <a:pt x="185" y="7"/>
                  </a:lnTo>
                  <a:lnTo>
                    <a:pt x="173" y="3"/>
                  </a:lnTo>
                  <a:lnTo>
                    <a:pt x="158" y="1"/>
                  </a:lnTo>
                  <a:lnTo>
                    <a:pt x="144" y="0"/>
                  </a:lnTo>
                  <a:lnTo>
                    <a:pt x="144" y="0"/>
                  </a:lnTo>
                  <a:close/>
                  <a:moveTo>
                    <a:pt x="144" y="252"/>
                  </a:moveTo>
                  <a:lnTo>
                    <a:pt x="144" y="252"/>
                  </a:lnTo>
                  <a:lnTo>
                    <a:pt x="133" y="250"/>
                  </a:lnTo>
                  <a:lnTo>
                    <a:pt x="122" y="248"/>
                  </a:lnTo>
                  <a:lnTo>
                    <a:pt x="102" y="243"/>
                  </a:lnTo>
                  <a:lnTo>
                    <a:pt x="84" y="232"/>
                  </a:lnTo>
                  <a:lnTo>
                    <a:pt x="67" y="219"/>
                  </a:lnTo>
                  <a:lnTo>
                    <a:pt x="55" y="203"/>
                  </a:lnTo>
                  <a:lnTo>
                    <a:pt x="44" y="185"/>
                  </a:lnTo>
                  <a:lnTo>
                    <a:pt x="38" y="165"/>
                  </a:lnTo>
                  <a:lnTo>
                    <a:pt x="37" y="154"/>
                  </a:lnTo>
                  <a:lnTo>
                    <a:pt x="37" y="143"/>
                  </a:lnTo>
                  <a:lnTo>
                    <a:pt x="37" y="143"/>
                  </a:lnTo>
                  <a:lnTo>
                    <a:pt x="37" y="132"/>
                  </a:lnTo>
                  <a:lnTo>
                    <a:pt x="38" y="121"/>
                  </a:lnTo>
                  <a:lnTo>
                    <a:pt x="44" y="101"/>
                  </a:lnTo>
                  <a:lnTo>
                    <a:pt x="55" y="83"/>
                  </a:lnTo>
                  <a:lnTo>
                    <a:pt x="67" y="67"/>
                  </a:lnTo>
                  <a:lnTo>
                    <a:pt x="84" y="54"/>
                  </a:lnTo>
                  <a:lnTo>
                    <a:pt x="102" y="45"/>
                  </a:lnTo>
                  <a:lnTo>
                    <a:pt x="122" y="38"/>
                  </a:lnTo>
                  <a:lnTo>
                    <a:pt x="133" y="36"/>
                  </a:lnTo>
                  <a:lnTo>
                    <a:pt x="144" y="36"/>
                  </a:lnTo>
                  <a:lnTo>
                    <a:pt x="144" y="36"/>
                  </a:lnTo>
                  <a:lnTo>
                    <a:pt x="154" y="36"/>
                  </a:lnTo>
                  <a:lnTo>
                    <a:pt x="165" y="38"/>
                  </a:lnTo>
                  <a:lnTo>
                    <a:pt x="185" y="45"/>
                  </a:lnTo>
                  <a:lnTo>
                    <a:pt x="203" y="54"/>
                  </a:lnTo>
                  <a:lnTo>
                    <a:pt x="220" y="67"/>
                  </a:lnTo>
                  <a:lnTo>
                    <a:pt x="232" y="83"/>
                  </a:lnTo>
                  <a:lnTo>
                    <a:pt x="241" y="101"/>
                  </a:lnTo>
                  <a:lnTo>
                    <a:pt x="249" y="121"/>
                  </a:lnTo>
                  <a:lnTo>
                    <a:pt x="251" y="132"/>
                  </a:lnTo>
                  <a:lnTo>
                    <a:pt x="251" y="143"/>
                  </a:lnTo>
                  <a:lnTo>
                    <a:pt x="251" y="143"/>
                  </a:lnTo>
                  <a:lnTo>
                    <a:pt x="251" y="154"/>
                  </a:lnTo>
                  <a:lnTo>
                    <a:pt x="249" y="165"/>
                  </a:lnTo>
                  <a:lnTo>
                    <a:pt x="241" y="185"/>
                  </a:lnTo>
                  <a:lnTo>
                    <a:pt x="232" y="203"/>
                  </a:lnTo>
                  <a:lnTo>
                    <a:pt x="220" y="219"/>
                  </a:lnTo>
                  <a:lnTo>
                    <a:pt x="203" y="232"/>
                  </a:lnTo>
                  <a:lnTo>
                    <a:pt x="185" y="243"/>
                  </a:lnTo>
                  <a:lnTo>
                    <a:pt x="165" y="248"/>
                  </a:lnTo>
                  <a:lnTo>
                    <a:pt x="154" y="250"/>
                  </a:lnTo>
                  <a:lnTo>
                    <a:pt x="144" y="252"/>
                  </a:lnTo>
                  <a:lnTo>
                    <a:pt x="144" y="252"/>
                  </a:lnTo>
                  <a:close/>
                  <a:moveTo>
                    <a:pt x="232" y="143"/>
                  </a:moveTo>
                  <a:lnTo>
                    <a:pt x="232" y="143"/>
                  </a:lnTo>
                  <a:lnTo>
                    <a:pt x="231" y="150"/>
                  </a:lnTo>
                  <a:lnTo>
                    <a:pt x="227" y="156"/>
                  </a:lnTo>
                  <a:lnTo>
                    <a:pt x="222" y="159"/>
                  </a:lnTo>
                  <a:lnTo>
                    <a:pt x="214" y="161"/>
                  </a:lnTo>
                  <a:lnTo>
                    <a:pt x="144" y="161"/>
                  </a:lnTo>
                  <a:lnTo>
                    <a:pt x="144" y="161"/>
                  </a:lnTo>
                  <a:lnTo>
                    <a:pt x="136" y="159"/>
                  </a:lnTo>
                  <a:lnTo>
                    <a:pt x="131" y="156"/>
                  </a:lnTo>
                  <a:lnTo>
                    <a:pt x="127" y="150"/>
                  </a:lnTo>
                  <a:lnTo>
                    <a:pt x="125" y="143"/>
                  </a:lnTo>
                  <a:lnTo>
                    <a:pt x="125" y="72"/>
                  </a:lnTo>
                  <a:lnTo>
                    <a:pt x="125" y="72"/>
                  </a:lnTo>
                  <a:lnTo>
                    <a:pt x="127" y="65"/>
                  </a:lnTo>
                  <a:lnTo>
                    <a:pt x="131" y="60"/>
                  </a:lnTo>
                  <a:lnTo>
                    <a:pt x="136" y="56"/>
                  </a:lnTo>
                  <a:lnTo>
                    <a:pt x="144" y="54"/>
                  </a:lnTo>
                  <a:lnTo>
                    <a:pt x="144" y="54"/>
                  </a:lnTo>
                  <a:lnTo>
                    <a:pt x="151" y="56"/>
                  </a:lnTo>
                  <a:lnTo>
                    <a:pt x="156" y="60"/>
                  </a:lnTo>
                  <a:lnTo>
                    <a:pt x="160" y="65"/>
                  </a:lnTo>
                  <a:lnTo>
                    <a:pt x="162" y="72"/>
                  </a:lnTo>
                  <a:lnTo>
                    <a:pt x="162" y="125"/>
                  </a:lnTo>
                  <a:lnTo>
                    <a:pt x="214" y="125"/>
                  </a:lnTo>
                  <a:lnTo>
                    <a:pt x="214" y="125"/>
                  </a:lnTo>
                  <a:lnTo>
                    <a:pt x="222" y="127"/>
                  </a:lnTo>
                  <a:lnTo>
                    <a:pt x="227" y="130"/>
                  </a:lnTo>
                  <a:lnTo>
                    <a:pt x="231" y="136"/>
                  </a:lnTo>
                  <a:lnTo>
                    <a:pt x="232" y="143"/>
                  </a:lnTo>
                  <a:lnTo>
                    <a:pt x="232" y="143"/>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nvGrpSpPr>
          <p:cNvPr id="56" name="组合 5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7"/>
            </p:custDataLst>
          </p:nvPr>
        </p:nvGrpSpPr>
        <p:grpSpPr>
          <a:xfrm>
            <a:off x="4255628" y="2326916"/>
            <a:ext cx="2590005" cy="604526"/>
            <a:chOff x="4488673" y="2363369"/>
            <a:chExt cx="2590005" cy="604526"/>
          </a:xfrm>
          <a:solidFill>
            <a:srgbClr val="62FDFE">
              <a:alpha val="36000"/>
            </a:srgbClr>
          </a:solidFill>
        </p:grpSpPr>
        <p:sp>
          <p:nvSpPr>
            <p:cNvPr id="57" name="圆角矩形 56"/>
            <p:cNvSpPr/>
            <p:nvPr>
              <p:custDataLst>
                <p:tags r:id="rId15"/>
              </p:custDataLst>
            </p:nvPr>
          </p:nvSpPr>
          <p:spPr>
            <a:xfrm rot="19872676">
              <a:off x="4488673" y="2363369"/>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58" name="Freeform 95"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16"/>
              </p:custDataLst>
            </p:nvPr>
          </p:nvSpPr>
          <p:spPr bwMode="auto">
            <a:xfrm>
              <a:off x="5581907" y="2518077"/>
              <a:ext cx="369536" cy="326726"/>
            </a:xfrm>
            <a:custGeom>
              <a:avLst/>
              <a:gdLst/>
              <a:ahLst/>
              <a:cxnLst>
                <a:cxn ang="0">
                  <a:pos x="296" y="7"/>
                </a:cxn>
                <a:cxn ang="0">
                  <a:pos x="285" y="5"/>
                </a:cxn>
                <a:cxn ang="0">
                  <a:pos x="279" y="11"/>
                </a:cxn>
                <a:cxn ang="0">
                  <a:pos x="276" y="16"/>
                </a:cxn>
                <a:cxn ang="0">
                  <a:pos x="196" y="94"/>
                </a:cxn>
                <a:cxn ang="0">
                  <a:pos x="192" y="112"/>
                </a:cxn>
                <a:cxn ang="0">
                  <a:pos x="200" y="121"/>
                </a:cxn>
                <a:cxn ang="0">
                  <a:pos x="129" y="83"/>
                </a:cxn>
                <a:cxn ang="0">
                  <a:pos x="131" y="58"/>
                </a:cxn>
                <a:cxn ang="0">
                  <a:pos x="124" y="33"/>
                </a:cxn>
                <a:cxn ang="0">
                  <a:pos x="113" y="18"/>
                </a:cxn>
                <a:cxn ang="0">
                  <a:pos x="91" y="4"/>
                </a:cxn>
                <a:cxn ang="0">
                  <a:pos x="66" y="0"/>
                </a:cxn>
                <a:cxn ang="0">
                  <a:pos x="86" y="40"/>
                </a:cxn>
                <a:cxn ang="0">
                  <a:pos x="2" y="49"/>
                </a:cxn>
                <a:cxn ang="0">
                  <a:pos x="0" y="65"/>
                </a:cxn>
                <a:cxn ang="0">
                  <a:pos x="4" y="91"/>
                </a:cxn>
                <a:cxn ang="0">
                  <a:pos x="18" y="112"/>
                </a:cxn>
                <a:cxn ang="0">
                  <a:pos x="35" y="123"/>
                </a:cxn>
                <a:cxn ang="0">
                  <a:pos x="60" y="131"/>
                </a:cxn>
                <a:cxn ang="0">
                  <a:pos x="86" y="129"/>
                </a:cxn>
                <a:cxn ang="0">
                  <a:pos x="89" y="234"/>
                </a:cxn>
                <a:cxn ang="0">
                  <a:pos x="47" y="281"/>
                </a:cxn>
                <a:cxn ang="0">
                  <a:pos x="104" y="248"/>
                </a:cxn>
                <a:cxn ang="0">
                  <a:pos x="240" y="281"/>
                </a:cxn>
                <a:cxn ang="0">
                  <a:pos x="250" y="288"/>
                </a:cxn>
                <a:cxn ang="0">
                  <a:pos x="261" y="290"/>
                </a:cxn>
                <a:cxn ang="0">
                  <a:pos x="278" y="285"/>
                </a:cxn>
                <a:cxn ang="0">
                  <a:pos x="287" y="277"/>
                </a:cxn>
                <a:cxn ang="0">
                  <a:pos x="292" y="259"/>
                </a:cxn>
                <a:cxn ang="0">
                  <a:pos x="287" y="243"/>
                </a:cxn>
                <a:cxn ang="0">
                  <a:pos x="212" y="134"/>
                </a:cxn>
                <a:cxn ang="0">
                  <a:pos x="229" y="136"/>
                </a:cxn>
                <a:cxn ang="0">
                  <a:pos x="314" y="60"/>
                </a:cxn>
                <a:cxn ang="0">
                  <a:pos x="316" y="56"/>
                </a:cxn>
                <a:cxn ang="0">
                  <a:pos x="321" y="53"/>
                </a:cxn>
                <a:cxn ang="0">
                  <a:pos x="328" y="47"/>
                </a:cxn>
                <a:cxn ang="0">
                  <a:pos x="325" y="36"/>
                </a:cxn>
                <a:cxn ang="0">
                  <a:pos x="263" y="252"/>
                </a:cxn>
                <a:cxn ang="0">
                  <a:pos x="276" y="259"/>
                </a:cxn>
                <a:cxn ang="0">
                  <a:pos x="276" y="268"/>
                </a:cxn>
                <a:cxn ang="0">
                  <a:pos x="263" y="276"/>
                </a:cxn>
                <a:cxn ang="0">
                  <a:pos x="256" y="272"/>
                </a:cxn>
                <a:cxn ang="0">
                  <a:pos x="252" y="265"/>
                </a:cxn>
                <a:cxn ang="0">
                  <a:pos x="260" y="254"/>
                </a:cxn>
                <a:cxn ang="0">
                  <a:pos x="221" y="98"/>
                </a:cxn>
                <a:cxn ang="0">
                  <a:pos x="278" y="42"/>
                </a:cxn>
                <a:cxn ang="0">
                  <a:pos x="234" y="111"/>
                </a:cxn>
                <a:cxn ang="0">
                  <a:pos x="240" y="116"/>
                </a:cxn>
              </a:cxnLst>
              <a:rect l="0" t="0" r="r" b="b"/>
              <a:pathLst>
                <a:path w="328" h="290">
                  <a:moveTo>
                    <a:pt x="325" y="36"/>
                  </a:moveTo>
                  <a:lnTo>
                    <a:pt x="296" y="7"/>
                  </a:lnTo>
                  <a:lnTo>
                    <a:pt x="296" y="7"/>
                  </a:lnTo>
                  <a:lnTo>
                    <a:pt x="292" y="5"/>
                  </a:lnTo>
                  <a:lnTo>
                    <a:pt x="289" y="4"/>
                  </a:lnTo>
                  <a:lnTo>
                    <a:pt x="285" y="5"/>
                  </a:lnTo>
                  <a:lnTo>
                    <a:pt x="281" y="7"/>
                  </a:lnTo>
                  <a:lnTo>
                    <a:pt x="281" y="7"/>
                  </a:lnTo>
                  <a:lnTo>
                    <a:pt x="279" y="11"/>
                  </a:lnTo>
                  <a:lnTo>
                    <a:pt x="279" y="16"/>
                  </a:lnTo>
                  <a:lnTo>
                    <a:pt x="279" y="16"/>
                  </a:lnTo>
                  <a:lnTo>
                    <a:pt x="276" y="16"/>
                  </a:lnTo>
                  <a:lnTo>
                    <a:pt x="272" y="18"/>
                  </a:lnTo>
                  <a:lnTo>
                    <a:pt x="272" y="18"/>
                  </a:lnTo>
                  <a:lnTo>
                    <a:pt x="196" y="94"/>
                  </a:lnTo>
                  <a:lnTo>
                    <a:pt x="196" y="94"/>
                  </a:lnTo>
                  <a:lnTo>
                    <a:pt x="196" y="103"/>
                  </a:lnTo>
                  <a:lnTo>
                    <a:pt x="192" y="112"/>
                  </a:lnTo>
                  <a:lnTo>
                    <a:pt x="200" y="121"/>
                  </a:lnTo>
                  <a:lnTo>
                    <a:pt x="200" y="121"/>
                  </a:lnTo>
                  <a:lnTo>
                    <a:pt x="200" y="121"/>
                  </a:lnTo>
                  <a:lnTo>
                    <a:pt x="183" y="138"/>
                  </a:lnTo>
                  <a:lnTo>
                    <a:pt x="129" y="83"/>
                  </a:lnTo>
                  <a:lnTo>
                    <a:pt x="129" y="83"/>
                  </a:lnTo>
                  <a:lnTo>
                    <a:pt x="131" y="74"/>
                  </a:lnTo>
                  <a:lnTo>
                    <a:pt x="131" y="67"/>
                  </a:lnTo>
                  <a:lnTo>
                    <a:pt x="131" y="58"/>
                  </a:lnTo>
                  <a:lnTo>
                    <a:pt x="129" y="49"/>
                  </a:lnTo>
                  <a:lnTo>
                    <a:pt x="127" y="42"/>
                  </a:lnTo>
                  <a:lnTo>
                    <a:pt x="124" y="33"/>
                  </a:lnTo>
                  <a:lnTo>
                    <a:pt x="118" y="25"/>
                  </a:lnTo>
                  <a:lnTo>
                    <a:pt x="113" y="18"/>
                  </a:lnTo>
                  <a:lnTo>
                    <a:pt x="113" y="18"/>
                  </a:lnTo>
                  <a:lnTo>
                    <a:pt x="105" y="13"/>
                  </a:lnTo>
                  <a:lnTo>
                    <a:pt x="98" y="9"/>
                  </a:lnTo>
                  <a:lnTo>
                    <a:pt x="91" y="4"/>
                  </a:lnTo>
                  <a:lnTo>
                    <a:pt x="82" y="2"/>
                  </a:lnTo>
                  <a:lnTo>
                    <a:pt x="73" y="0"/>
                  </a:lnTo>
                  <a:lnTo>
                    <a:pt x="66" y="0"/>
                  </a:lnTo>
                  <a:lnTo>
                    <a:pt x="57" y="0"/>
                  </a:lnTo>
                  <a:lnTo>
                    <a:pt x="47" y="2"/>
                  </a:lnTo>
                  <a:lnTo>
                    <a:pt x="86" y="40"/>
                  </a:lnTo>
                  <a:lnTo>
                    <a:pt x="76" y="76"/>
                  </a:lnTo>
                  <a:lnTo>
                    <a:pt x="38" y="85"/>
                  </a:lnTo>
                  <a:lnTo>
                    <a:pt x="2" y="49"/>
                  </a:lnTo>
                  <a:lnTo>
                    <a:pt x="2" y="49"/>
                  </a:lnTo>
                  <a:lnTo>
                    <a:pt x="0" y="56"/>
                  </a:lnTo>
                  <a:lnTo>
                    <a:pt x="0" y="65"/>
                  </a:lnTo>
                  <a:lnTo>
                    <a:pt x="0" y="74"/>
                  </a:lnTo>
                  <a:lnTo>
                    <a:pt x="2" y="82"/>
                  </a:lnTo>
                  <a:lnTo>
                    <a:pt x="4" y="91"/>
                  </a:lnTo>
                  <a:lnTo>
                    <a:pt x="8" y="98"/>
                  </a:lnTo>
                  <a:lnTo>
                    <a:pt x="13" y="105"/>
                  </a:lnTo>
                  <a:lnTo>
                    <a:pt x="18" y="112"/>
                  </a:lnTo>
                  <a:lnTo>
                    <a:pt x="18" y="112"/>
                  </a:lnTo>
                  <a:lnTo>
                    <a:pt x="26" y="118"/>
                  </a:lnTo>
                  <a:lnTo>
                    <a:pt x="35" y="123"/>
                  </a:lnTo>
                  <a:lnTo>
                    <a:pt x="42" y="127"/>
                  </a:lnTo>
                  <a:lnTo>
                    <a:pt x="51" y="129"/>
                  </a:lnTo>
                  <a:lnTo>
                    <a:pt x="60" y="131"/>
                  </a:lnTo>
                  <a:lnTo>
                    <a:pt x="69" y="131"/>
                  </a:lnTo>
                  <a:lnTo>
                    <a:pt x="76" y="131"/>
                  </a:lnTo>
                  <a:lnTo>
                    <a:pt x="86" y="129"/>
                  </a:lnTo>
                  <a:lnTo>
                    <a:pt x="86" y="129"/>
                  </a:lnTo>
                  <a:lnTo>
                    <a:pt x="140" y="181"/>
                  </a:lnTo>
                  <a:lnTo>
                    <a:pt x="89" y="234"/>
                  </a:lnTo>
                  <a:lnTo>
                    <a:pt x="86" y="230"/>
                  </a:lnTo>
                  <a:lnTo>
                    <a:pt x="71" y="243"/>
                  </a:lnTo>
                  <a:lnTo>
                    <a:pt x="47" y="281"/>
                  </a:lnTo>
                  <a:lnTo>
                    <a:pt x="53" y="286"/>
                  </a:lnTo>
                  <a:lnTo>
                    <a:pt x="91" y="263"/>
                  </a:lnTo>
                  <a:lnTo>
                    <a:pt x="104" y="248"/>
                  </a:lnTo>
                  <a:lnTo>
                    <a:pt x="100" y="245"/>
                  </a:lnTo>
                  <a:lnTo>
                    <a:pt x="153" y="194"/>
                  </a:lnTo>
                  <a:lnTo>
                    <a:pt x="240" y="281"/>
                  </a:lnTo>
                  <a:lnTo>
                    <a:pt x="240" y="281"/>
                  </a:lnTo>
                  <a:lnTo>
                    <a:pt x="245" y="285"/>
                  </a:lnTo>
                  <a:lnTo>
                    <a:pt x="250" y="288"/>
                  </a:lnTo>
                  <a:lnTo>
                    <a:pt x="256" y="290"/>
                  </a:lnTo>
                  <a:lnTo>
                    <a:pt x="261" y="290"/>
                  </a:lnTo>
                  <a:lnTo>
                    <a:pt x="261" y="290"/>
                  </a:lnTo>
                  <a:lnTo>
                    <a:pt x="267" y="290"/>
                  </a:lnTo>
                  <a:lnTo>
                    <a:pt x="272" y="288"/>
                  </a:lnTo>
                  <a:lnTo>
                    <a:pt x="278" y="285"/>
                  </a:lnTo>
                  <a:lnTo>
                    <a:pt x="283" y="281"/>
                  </a:lnTo>
                  <a:lnTo>
                    <a:pt x="283" y="281"/>
                  </a:lnTo>
                  <a:lnTo>
                    <a:pt x="287" y="277"/>
                  </a:lnTo>
                  <a:lnTo>
                    <a:pt x="290" y="272"/>
                  </a:lnTo>
                  <a:lnTo>
                    <a:pt x="292" y="265"/>
                  </a:lnTo>
                  <a:lnTo>
                    <a:pt x="292" y="259"/>
                  </a:lnTo>
                  <a:lnTo>
                    <a:pt x="292" y="254"/>
                  </a:lnTo>
                  <a:lnTo>
                    <a:pt x="290" y="248"/>
                  </a:lnTo>
                  <a:lnTo>
                    <a:pt x="287" y="243"/>
                  </a:lnTo>
                  <a:lnTo>
                    <a:pt x="283" y="237"/>
                  </a:lnTo>
                  <a:lnTo>
                    <a:pt x="196" y="150"/>
                  </a:lnTo>
                  <a:lnTo>
                    <a:pt x="212" y="134"/>
                  </a:lnTo>
                  <a:lnTo>
                    <a:pt x="220" y="141"/>
                  </a:lnTo>
                  <a:lnTo>
                    <a:pt x="220" y="141"/>
                  </a:lnTo>
                  <a:lnTo>
                    <a:pt x="229" y="136"/>
                  </a:lnTo>
                  <a:lnTo>
                    <a:pt x="240" y="136"/>
                  </a:lnTo>
                  <a:lnTo>
                    <a:pt x="314" y="62"/>
                  </a:lnTo>
                  <a:lnTo>
                    <a:pt x="314" y="60"/>
                  </a:lnTo>
                  <a:lnTo>
                    <a:pt x="314" y="60"/>
                  </a:lnTo>
                  <a:lnTo>
                    <a:pt x="314" y="60"/>
                  </a:lnTo>
                  <a:lnTo>
                    <a:pt x="316" y="56"/>
                  </a:lnTo>
                  <a:lnTo>
                    <a:pt x="318" y="54"/>
                  </a:lnTo>
                  <a:lnTo>
                    <a:pt x="318" y="54"/>
                  </a:lnTo>
                  <a:lnTo>
                    <a:pt x="321" y="53"/>
                  </a:lnTo>
                  <a:lnTo>
                    <a:pt x="325" y="51"/>
                  </a:lnTo>
                  <a:lnTo>
                    <a:pt x="325" y="51"/>
                  </a:lnTo>
                  <a:lnTo>
                    <a:pt x="328" y="47"/>
                  </a:lnTo>
                  <a:lnTo>
                    <a:pt x="328" y="44"/>
                  </a:lnTo>
                  <a:lnTo>
                    <a:pt x="328" y="40"/>
                  </a:lnTo>
                  <a:lnTo>
                    <a:pt x="325" y="36"/>
                  </a:lnTo>
                  <a:lnTo>
                    <a:pt x="325" y="36"/>
                  </a:lnTo>
                  <a:close/>
                  <a:moveTo>
                    <a:pt x="263" y="252"/>
                  </a:moveTo>
                  <a:lnTo>
                    <a:pt x="263" y="252"/>
                  </a:lnTo>
                  <a:lnTo>
                    <a:pt x="269" y="254"/>
                  </a:lnTo>
                  <a:lnTo>
                    <a:pt x="272" y="256"/>
                  </a:lnTo>
                  <a:lnTo>
                    <a:pt x="276" y="259"/>
                  </a:lnTo>
                  <a:lnTo>
                    <a:pt x="276" y="265"/>
                  </a:lnTo>
                  <a:lnTo>
                    <a:pt x="276" y="265"/>
                  </a:lnTo>
                  <a:lnTo>
                    <a:pt x="276" y="268"/>
                  </a:lnTo>
                  <a:lnTo>
                    <a:pt x="272" y="272"/>
                  </a:lnTo>
                  <a:lnTo>
                    <a:pt x="269" y="276"/>
                  </a:lnTo>
                  <a:lnTo>
                    <a:pt x="263" y="276"/>
                  </a:lnTo>
                  <a:lnTo>
                    <a:pt x="263" y="276"/>
                  </a:lnTo>
                  <a:lnTo>
                    <a:pt x="260" y="276"/>
                  </a:lnTo>
                  <a:lnTo>
                    <a:pt x="256" y="272"/>
                  </a:lnTo>
                  <a:lnTo>
                    <a:pt x="252" y="268"/>
                  </a:lnTo>
                  <a:lnTo>
                    <a:pt x="252" y="265"/>
                  </a:lnTo>
                  <a:lnTo>
                    <a:pt x="252" y="265"/>
                  </a:lnTo>
                  <a:lnTo>
                    <a:pt x="252" y="259"/>
                  </a:lnTo>
                  <a:lnTo>
                    <a:pt x="256" y="256"/>
                  </a:lnTo>
                  <a:lnTo>
                    <a:pt x="260" y="254"/>
                  </a:lnTo>
                  <a:lnTo>
                    <a:pt x="263" y="252"/>
                  </a:lnTo>
                  <a:lnTo>
                    <a:pt x="263" y="252"/>
                  </a:lnTo>
                  <a:close/>
                  <a:moveTo>
                    <a:pt x="221" y="98"/>
                  </a:moveTo>
                  <a:lnTo>
                    <a:pt x="216" y="92"/>
                  </a:lnTo>
                  <a:lnTo>
                    <a:pt x="272" y="36"/>
                  </a:lnTo>
                  <a:lnTo>
                    <a:pt x="278" y="42"/>
                  </a:lnTo>
                  <a:lnTo>
                    <a:pt x="221" y="98"/>
                  </a:lnTo>
                  <a:close/>
                  <a:moveTo>
                    <a:pt x="240" y="116"/>
                  </a:moveTo>
                  <a:lnTo>
                    <a:pt x="234" y="111"/>
                  </a:lnTo>
                  <a:lnTo>
                    <a:pt x="290" y="54"/>
                  </a:lnTo>
                  <a:lnTo>
                    <a:pt x="296" y="60"/>
                  </a:lnTo>
                  <a:lnTo>
                    <a:pt x="240" y="116"/>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nvGrpSpPr>
          <p:cNvPr id="77" name="组合 76"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8"/>
            </p:custDataLst>
          </p:nvPr>
        </p:nvGrpSpPr>
        <p:grpSpPr>
          <a:xfrm>
            <a:off x="4488891" y="3016658"/>
            <a:ext cx="2590005" cy="604526"/>
            <a:chOff x="4721936" y="3053111"/>
            <a:chExt cx="2590005" cy="604526"/>
          </a:xfrm>
          <a:solidFill>
            <a:srgbClr val="62FDFE">
              <a:alpha val="36000"/>
            </a:srgbClr>
          </a:solidFill>
        </p:grpSpPr>
        <p:sp>
          <p:nvSpPr>
            <p:cNvPr id="78" name="圆角矩形 77"/>
            <p:cNvSpPr/>
            <p:nvPr>
              <p:custDataLst>
                <p:tags r:id="rId12"/>
              </p:custDataLst>
            </p:nvPr>
          </p:nvSpPr>
          <p:spPr>
            <a:xfrm rot="19872676">
              <a:off x="4721936" y="3053111"/>
              <a:ext cx="2590005"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grpSp>
          <p:nvGrpSpPr>
            <p:cNvPr id="79" name="Group 85"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GrpSpPr/>
            <p:nvPr/>
          </p:nvGrpSpPr>
          <p:grpSpPr>
            <a:xfrm>
              <a:off x="5915622" y="3178355"/>
              <a:ext cx="284450" cy="378022"/>
              <a:chOff x="5575100" y="3734191"/>
              <a:chExt cx="315602" cy="419419"/>
            </a:xfrm>
            <a:grpFill/>
          </p:grpSpPr>
          <p:sp>
            <p:nvSpPr>
              <p:cNvPr id="80" name="Freeform 108"/>
              <p:cNvSpPr>
                <a:spLocks noEditPoints="1"/>
              </p:cNvSpPr>
              <p:nvPr>
                <p:custDataLst>
                  <p:tags r:id="rId13"/>
                </p:custDataLst>
              </p:nvPr>
            </p:nvSpPr>
            <p:spPr bwMode="auto">
              <a:xfrm>
                <a:off x="5575100" y="3734191"/>
                <a:ext cx="315602" cy="419419"/>
              </a:xfrm>
              <a:custGeom>
                <a:avLst/>
                <a:gdLst/>
                <a:ahLst/>
                <a:cxnLst>
                  <a:cxn ang="0">
                    <a:pos x="136" y="2"/>
                  </a:cxn>
                  <a:cxn ang="0">
                    <a:pos x="92" y="13"/>
                  </a:cxn>
                  <a:cxn ang="0">
                    <a:pos x="56" y="35"/>
                  </a:cxn>
                  <a:cxn ang="0">
                    <a:pos x="25" y="67"/>
                  </a:cxn>
                  <a:cxn ang="0">
                    <a:pos x="7" y="107"/>
                  </a:cxn>
                  <a:cxn ang="0">
                    <a:pos x="0" y="153"/>
                  </a:cxn>
                  <a:cxn ang="0">
                    <a:pos x="5" y="187"/>
                  </a:cxn>
                  <a:cxn ang="0">
                    <a:pos x="25" y="236"/>
                  </a:cxn>
                  <a:cxn ang="0">
                    <a:pos x="63" y="274"/>
                  </a:cxn>
                  <a:cxn ang="0">
                    <a:pos x="69" y="278"/>
                  </a:cxn>
                  <a:cxn ang="0">
                    <a:pos x="76" y="301"/>
                  </a:cxn>
                  <a:cxn ang="0">
                    <a:pos x="76" y="354"/>
                  </a:cxn>
                  <a:cxn ang="0">
                    <a:pos x="83" y="372"/>
                  </a:cxn>
                  <a:cxn ang="0">
                    <a:pos x="140" y="401"/>
                  </a:cxn>
                  <a:cxn ang="0">
                    <a:pos x="150" y="405"/>
                  </a:cxn>
                  <a:cxn ang="0">
                    <a:pos x="214" y="376"/>
                  </a:cxn>
                  <a:cxn ang="0">
                    <a:pos x="225" y="367"/>
                  </a:cxn>
                  <a:cxn ang="0">
                    <a:pos x="228" y="303"/>
                  </a:cxn>
                  <a:cxn ang="0">
                    <a:pos x="230" y="289"/>
                  </a:cxn>
                  <a:cxn ang="0">
                    <a:pos x="243" y="270"/>
                  </a:cxn>
                  <a:cxn ang="0">
                    <a:pos x="261" y="256"/>
                  </a:cxn>
                  <a:cxn ang="0">
                    <a:pos x="288" y="216"/>
                  </a:cxn>
                  <a:cxn ang="0">
                    <a:pos x="301" y="169"/>
                  </a:cxn>
                  <a:cxn ang="0">
                    <a:pos x="301" y="136"/>
                  </a:cxn>
                  <a:cxn ang="0">
                    <a:pos x="290" y="93"/>
                  </a:cxn>
                  <a:cxn ang="0">
                    <a:pos x="268" y="57"/>
                  </a:cxn>
                  <a:cxn ang="0">
                    <a:pos x="236" y="28"/>
                  </a:cxn>
                  <a:cxn ang="0">
                    <a:pos x="196" y="8"/>
                  </a:cxn>
                  <a:cxn ang="0">
                    <a:pos x="150" y="0"/>
                  </a:cxn>
                  <a:cxn ang="0">
                    <a:pos x="100" y="354"/>
                  </a:cxn>
                  <a:cxn ang="0">
                    <a:pos x="203" y="303"/>
                  </a:cxn>
                  <a:cxn ang="0">
                    <a:pos x="100" y="303"/>
                  </a:cxn>
                  <a:cxn ang="0">
                    <a:pos x="203" y="303"/>
                  </a:cxn>
                  <a:cxn ang="0">
                    <a:pos x="230" y="249"/>
                  </a:cxn>
                  <a:cxn ang="0">
                    <a:pos x="210" y="270"/>
                  </a:cxn>
                  <a:cxn ang="0">
                    <a:pos x="96" y="278"/>
                  </a:cxn>
                  <a:cxn ang="0">
                    <a:pos x="85" y="260"/>
                  </a:cxn>
                  <a:cxn ang="0">
                    <a:pos x="67" y="245"/>
                  </a:cxn>
                  <a:cxn ang="0">
                    <a:pos x="40" y="211"/>
                  </a:cxn>
                  <a:cxn ang="0">
                    <a:pos x="27" y="167"/>
                  </a:cxn>
                  <a:cxn ang="0">
                    <a:pos x="25" y="140"/>
                  </a:cxn>
                  <a:cxn ang="0">
                    <a:pos x="36" y="104"/>
                  </a:cxn>
                  <a:cxn ang="0">
                    <a:pos x="54" y="71"/>
                  </a:cxn>
                  <a:cxn ang="0">
                    <a:pos x="82" y="47"/>
                  </a:cxn>
                  <a:cxn ang="0">
                    <a:pos x="114" y="31"/>
                  </a:cxn>
                  <a:cxn ang="0">
                    <a:pos x="150" y="26"/>
                  </a:cxn>
                  <a:cxn ang="0">
                    <a:pos x="176" y="29"/>
                  </a:cxn>
                  <a:cxn ang="0">
                    <a:pos x="212" y="42"/>
                  </a:cxn>
                  <a:cxn ang="0">
                    <a:pos x="239" y="64"/>
                  </a:cxn>
                  <a:cxn ang="0">
                    <a:pos x="261" y="93"/>
                  </a:cxn>
                  <a:cxn ang="0">
                    <a:pos x="274" y="127"/>
                  </a:cxn>
                  <a:cxn ang="0">
                    <a:pos x="277" y="153"/>
                  </a:cxn>
                  <a:cxn ang="0">
                    <a:pos x="270" y="192"/>
                  </a:cxn>
                  <a:cxn ang="0">
                    <a:pos x="250" y="229"/>
                  </a:cxn>
                  <a:cxn ang="0">
                    <a:pos x="232" y="249"/>
                  </a:cxn>
                </a:cxnLst>
                <a:rect l="0" t="0" r="r" b="b"/>
                <a:pathLst>
                  <a:path w="303" h="405">
                    <a:moveTo>
                      <a:pt x="150" y="0"/>
                    </a:moveTo>
                    <a:lnTo>
                      <a:pt x="150" y="0"/>
                    </a:lnTo>
                    <a:lnTo>
                      <a:pt x="136" y="2"/>
                    </a:lnTo>
                    <a:lnTo>
                      <a:pt x="121" y="4"/>
                    </a:lnTo>
                    <a:lnTo>
                      <a:pt x="107" y="8"/>
                    </a:lnTo>
                    <a:lnTo>
                      <a:pt x="92" y="13"/>
                    </a:lnTo>
                    <a:lnTo>
                      <a:pt x="80" y="18"/>
                    </a:lnTo>
                    <a:lnTo>
                      <a:pt x="67" y="28"/>
                    </a:lnTo>
                    <a:lnTo>
                      <a:pt x="56" y="35"/>
                    </a:lnTo>
                    <a:lnTo>
                      <a:pt x="45" y="46"/>
                    </a:lnTo>
                    <a:lnTo>
                      <a:pt x="34" y="57"/>
                    </a:lnTo>
                    <a:lnTo>
                      <a:pt x="25" y="67"/>
                    </a:lnTo>
                    <a:lnTo>
                      <a:pt x="18" y="80"/>
                    </a:lnTo>
                    <a:lnTo>
                      <a:pt x="13" y="93"/>
                    </a:lnTo>
                    <a:lnTo>
                      <a:pt x="7" y="107"/>
                    </a:lnTo>
                    <a:lnTo>
                      <a:pt x="4" y="122"/>
                    </a:lnTo>
                    <a:lnTo>
                      <a:pt x="2" y="136"/>
                    </a:lnTo>
                    <a:lnTo>
                      <a:pt x="0" y="153"/>
                    </a:lnTo>
                    <a:lnTo>
                      <a:pt x="0" y="153"/>
                    </a:lnTo>
                    <a:lnTo>
                      <a:pt x="2" y="171"/>
                    </a:lnTo>
                    <a:lnTo>
                      <a:pt x="5" y="187"/>
                    </a:lnTo>
                    <a:lnTo>
                      <a:pt x="9" y="205"/>
                    </a:lnTo>
                    <a:lnTo>
                      <a:pt x="16" y="221"/>
                    </a:lnTo>
                    <a:lnTo>
                      <a:pt x="25" y="236"/>
                    </a:lnTo>
                    <a:lnTo>
                      <a:pt x="36" y="251"/>
                    </a:lnTo>
                    <a:lnTo>
                      <a:pt x="49" y="263"/>
                    </a:lnTo>
                    <a:lnTo>
                      <a:pt x="63" y="274"/>
                    </a:lnTo>
                    <a:lnTo>
                      <a:pt x="65" y="276"/>
                    </a:lnTo>
                    <a:lnTo>
                      <a:pt x="65" y="276"/>
                    </a:lnTo>
                    <a:lnTo>
                      <a:pt x="69" y="278"/>
                    </a:lnTo>
                    <a:lnTo>
                      <a:pt x="71" y="281"/>
                    </a:lnTo>
                    <a:lnTo>
                      <a:pt x="74" y="290"/>
                    </a:lnTo>
                    <a:lnTo>
                      <a:pt x="76" y="301"/>
                    </a:lnTo>
                    <a:lnTo>
                      <a:pt x="76" y="303"/>
                    </a:lnTo>
                    <a:lnTo>
                      <a:pt x="76" y="354"/>
                    </a:lnTo>
                    <a:lnTo>
                      <a:pt x="76" y="354"/>
                    </a:lnTo>
                    <a:lnTo>
                      <a:pt x="76" y="359"/>
                    </a:lnTo>
                    <a:lnTo>
                      <a:pt x="80" y="367"/>
                    </a:lnTo>
                    <a:lnTo>
                      <a:pt x="83" y="372"/>
                    </a:lnTo>
                    <a:lnTo>
                      <a:pt x="89" y="376"/>
                    </a:lnTo>
                    <a:lnTo>
                      <a:pt x="140" y="401"/>
                    </a:lnTo>
                    <a:lnTo>
                      <a:pt x="140" y="401"/>
                    </a:lnTo>
                    <a:lnTo>
                      <a:pt x="145" y="403"/>
                    </a:lnTo>
                    <a:lnTo>
                      <a:pt x="150" y="405"/>
                    </a:lnTo>
                    <a:lnTo>
                      <a:pt x="150" y="405"/>
                    </a:lnTo>
                    <a:lnTo>
                      <a:pt x="158" y="403"/>
                    </a:lnTo>
                    <a:lnTo>
                      <a:pt x="163" y="401"/>
                    </a:lnTo>
                    <a:lnTo>
                      <a:pt x="214" y="376"/>
                    </a:lnTo>
                    <a:lnTo>
                      <a:pt x="214" y="376"/>
                    </a:lnTo>
                    <a:lnTo>
                      <a:pt x="219" y="372"/>
                    </a:lnTo>
                    <a:lnTo>
                      <a:pt x="225" y="367"/>
                    </a:lnTo>
                    <a:lnTo>
                      <a:pt x="227" y="359"/>
                    </a:lnTo>
                    <a:lnTo>
                      <a:pt x="228" y="354"/>
                    </a:lnTo>
                    <a:lnTo>
                      <a:pt x="228" y="303"/>
                    </a:lnTo>
                    <a:lnTo>
                      <a:pt x="228" y="303"/>
                    </a:lnTo>
                    <a:lnTo>
                      <a:pt x="228" y="296"/>
                    </a:lnTo>
                    <a:lnTo>
                      <a:pt x="230" y="289"/>
                    </a:lnTo>
                    <a:lnTo>
                      <a:pt x="236" y="278"/>
                    </a:lnTo>
                    <a:lnTo>
                      <a:pt x="241" y="272"/>
                    </a:lnTo>
                    <a:lnTo>
                      <a:pt x="243" y="270"/>
                    </a:lnTo>
                    <a:lnTo>
                      <a:pt x="248" y="267"/>
                    </a:lnTo>
                    <a:lnTo>
                      <a:pt x="248" y="267"/>
                    </a:lnTo>
                    <a:lnTo>
                      <a:pt x="261" y="256"/>
                    </a:lnTo>
                    <a:lnTo>
                      <a:pt x="272" y="243"/>
                    </a:lnTo>
                    <a:lnTo>
                      <a:pt x="281" y="231"/>
                    </a:lnTo>
                    <a:lnTo>
                      <a:pt x="288" y="216"/>
                    </a:lnTo>
                    <a:lnTo>
                      <a:pt x="294" y="200"/>
                    </a:lnTo>
                    <a:lnTo>
                      <a:pt x="299" y="185"/>
                    </a:lnTo>
                    <a:lnTo>
                      <a:pt x="301" y="169"/>
                    </a:lnTo>
                    <a:lnTo>
                      <a:pt x="303" y="153"/>
                    </a:lnTo>
                    <a:lnTo>
                      <a:pt x="303" y="153"/>
                    </a:lnTo>
                    <a:lnTo>
                      <a:pt x="301" y="136"/>
                    </a:lnTo>
                    <a:lnTo>
                      <a:pt x="299" y="122"/>
                    </a:lnTo>
                    <a:lnTo>
                      <a:pt x="295" y="107"/>
                    </a:lnTo>
                    <a:lnTo>
                      <a:pt x="290" y="93"/>
                    </a:lnTo>
                    <a:lnTo>
                      <a:pt x="285" y="80"/>
                    </a:lnTo>
                    <a:lnTo>
                      <a:pt x="275" y="67"/>
                    </a:lnTo>
                    <a:lnTo>
                      <a:pt x="268" y="57"/>
                    </a:lnTo>
                    <a:lnTo>
                      <a:pt x="257" y="46"/>
                    </a:lnTo>
                    <a:lnTo>
                      <a:pt x="246" y="35"/>
                    </a:lnTo>
                    <a:lnTo>
                      <a:pt x="236" y="28"/>
                    </a:lnTo>
                    <a:lnTo>
                      <a:pt x="223" y="18"/>
                    </a:lnTo>
                    <a:lnTo>
                      <a:pt x="210" y="13"/>
                    </a:lnTo>
                    <a:lnTo>
                      <a:pt x="196" y="8"/>
                    </a:lnTo>
                    <a:lnTo>
                      <a:pt x="181" y="4"/>
                    </a:lnTo>
                    <a:lnTo>
                      <a:pt x="167" y="2"/>
                    </a:lnTo>
                    <a:lnTo>
                      <a:pt x="150" y="0"/>
                    </a:lnTo>
                    <a:lnTo>
                      <a:pt x="150" y="0"/>
                    </a:lnTo>
                    <a:close/>
                    <a:moveTo>
                      <a:pt x="150" y="379"/>
                    </a:moveTo>
                    <a:lnTo>
                      <a:pt x="100" y="354"/>
                    </a:lnTo>
                    <a:lnTo>
                      <a:pt x="203" y="354"/>
                    </a:lnTo>
                    <a:lnTo>
                      <a:pt x="150" y="379"/>
                    </a:lnTo>
                    <a:close/>
                    <a:moveTo>
                      <a:pt x="203" y="303"/>
                    </a:moveTo>
                    <a:lnTo>
                      <a:pt x="203" y="328"/>
                    </a:lnTo>
                    <a:lnTo>
                      <a:pt x="100" y="328"/>
                    </a:lnTo>
                    <a:lnTo>
                      <a:pt x="100" y="303"/>
                    </a:lnTo>
                    <a:lnTo>
                      <a:pt x="100" y="303"/>
                    </a:lnTo>
                    <a:lnTo>
                      <a:pt x="203" y="303"/>
                    </a:lnTo>
                    <a:lnTo>
                      <a:pt x="203" y="303"/>
                    </a:lnTo>
                    <a:close/>
                    <a:moveTo>
                      <a:pt x="232" y="249"/>
                    </a:moveTo>
                    <a:lnTo>
                      <a:pt x="232" y="249"/>
                    </a:lnTo>
                    <a:lnTo>
                      <a:pt x="230" y="249"/>
                    </a:lnTo>
                    <a:lnTo>
                      <a:pt x="223" y="254"/>
                    </a:lnTo>
                    <a:lnTo>
                      <a:pt x="214" y="263"/>
                    </a:lnTo>
                    <a:lnTo>
                      <a:pt x="210" y="270"/>
                    </a:lnTo>
                    <a:lnTo>
                      <a:pt x="207" y="278"/>
                    </a:lnTo>
                    <a:lnTo>
                      <a:pt x="96" y="278"/>
                    </a:lnTo>
                    <a:lnTo>
                      <a:pt x="96" y="278"/>
                    </a:lnTo>
                    <a:lnTo>
                      <a:pt x="94" y="270"/>
                    </a:lnTo>
                    <a:lnTo>
                      <a:pt x="91" y="265"/>
                    </a:lnTo>
                    <a:lnTo>
                      <a:pt x="85" y="260"/>
                    </a:lnTo>
                    <a:lnTo>
                      <a:pt x="78" y="254"/>
                    </a:lnTo>
                    <a:lnTo>
                      <a:pt x="78" y="254"/>
                    </a:lnTo>
                    <a:lnTo>
                      <a:pt x="67" y="245"/>
                    </a:lnTo>
                    <a:lnTo>
                      <a:pt x="56" y="234"/>
                    </a:lnTo>
                    <a:lnTo>
                      <a:pt x="47" y="223"/>
                    </a:lnTo>
                    <a:lnTo>
                      <a:pt x="40" y="211"/>
                    </a:lnTo>
                    <a:lnTo>
                      <a:pt x="34" y="196"/>
                    </a:lnTo>
                    <a:lnTo>
                      <a:pt x="29" y="182"/>
                    </a:lnTo>
                    <a:lnTo>
                      <a:pt x="27" y="167"/>
                    </a:lnTo>
                    <a:lnTo>
                      <a:pt x="25" y="153"/>
                    </a:lnTo>
                    <a:lnTo>
                      <a:pt x="25" y="153"/>
                    </a:lnTo>
                    <a:lnTo>
                      <a:pt x="25" y="140"/>
                    </a:lnTo>
                    <a:lnTo>
                      <a:pt x="27" y="127"/>
                    </a:lnTo>
                    <a:lnTo>
                      <a:pt x="31" y="115"/>
                    </a:lnTo>
                    <a:lnTo>
                      <a:pt x="36" y="104"/>
                    </a:lnTo>
                    <a:lnTo>
                      <a:pt x="40" y="93"/>
                    </a:lnTo>
                    <a:lnTo>
                      <a:pt x="47" y="82"/>
                    </a:lnTo>
                    <a:lnTo>
                      <a:pt x="54" y="71"/>
                    </a:lnTo>
                    <a:lnTo>
                      <a:pt x="62" y="64"/>
                    </a:lnTo>
                    <a:lnTo>
                      <a:pt x="71" y="55"/>
                    </a:lnTo>
                    <a:lnTo>
                      <a:pt x="82" y="47"/>
                    </a:lnTo>
                    <a:lnTo>
                      <a:pt x="91" y="42"/>
                    </a:lnTo>
                    <a:lnTo>
                      <a:pt x="101" y="37"/>
                    </a:lnTo>
                    <a:lnTo>
                      <a:pt x="114" y="31"/>
                    </a:lnTo>
                    <a:lnTo>
                      <a:pt x="125" y="29"/>
                    </a:lnTo>
                    <a:lnTo>
                      <a:pt x="138" y="28"/>
                    </a:lnTo>
                    <a:lnTo>
                      <a:pt x="150" y="26"/>
                    </a:lnTo>
                    <a:lnTo>
                      <a:pt x="150" y="26"/>
                    </a:lnTo>
                    <a:lnTo>
                      <a:pt x="165" y="28"/>
                    </a:lnTo>
                    <a:lnTo>
                      <a:pt x="176" y="29"/>
                    </a:lnTo>
                    <a:lnTo>
                      <a:pt x="188" y="31"/>
                    </a:lnTo>
                    <a:lnTo>
                      <a:pt x="199" y="37"/>
                    </a:lnTo>
                    <a:lnTo>
                      <a:pt x="212" y="42"/>
                    </a:lnTo>
                    <a:lnTo>
                      <a:pt x="221" y="47"/>
                    </a:lnTo>
                    <a:lnTo>
                      <a:pt x="232" y="55"/>
                    </a:lnTo>
                    <a:lnTo>
                      <a:pt x="239" y="64"/>
                    </a:lnTo>
                    <a:lnTo>
                      <a:pt x="248" y="71"/>
                    </a:lnTo>
                    <a:lnTo>
                      <a:pt x="256" y="82"/>
                    </a:lnTo>
                    <a:lnTo>
                      <a:pt x="261" y="93"/>
                    </a:lnTo>
                    <a:lnTo>
                      <a:pt x="266" y="104"/>
                    </a:lnTo>
                    <a:lnTo>
                      <a:pt x="272" y="115"/>
                    </a:lnTo>
                    <a:lnTo>
                      <a:pt x="274" y="127"/>
                    </a:lnTo>
                    <a:lnTo>
                      <a:pt x="275" y="140"/>
                    </a:lnTo>
                    <a:lnTo>
                      <a:pt x="277" y="153"/>
                    </a:lnTo>
                    <a:lnTo>
                      <a:pt x="277" y="153"/>
                    </a:lnTo>
                    <a:lnTo>
                      <a:pt x="275" y="165"/>
                    </a:lnTo>
                    <a:lnTo>
                      <a:pt x="274" y="180"/>
                    </a:lnTo>
                    <a:lnTo>
                      <a:pt x="270" y="192"/>
                    </a:lnTo>
                    <a:lnTo>
                      <a:pt x="265" y="205"/>
                    </a:lnTo>
                    <a:lnTo>
                      <a:pt x="259" y="218"/>
                    </a:lnTo>
                    <a:lnTo>
                      <a:pt x="250" y="229"/>
                    </a:lnTo>
                    <a:lnTo>
                      <a:pt x="243" y="240"/>
                    </a:lnTo>
                    <a:lnTo>
                      <a:pt x="232" y="249"/>
                    </a:lnTo>
                    <a:lnTo>
                      <a:pt x="232" y="249"/>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sp>
            <p:nvSpPr>
              <p:cNvPr id="81" name="Freeform 109"/>
              <p:cNvSpPr/>
              <p:nvPr>
                <p:custDataLst>
                  <p:tags r:id="rId14"/>
                </p:custDataLst>
              </p:nvPr>
            </p:nvSpPr>
            <p:spPr bwMode="auto">
              <a:xfrm>
                <a:off x="5732901" y="3788176"/>
                <a:ext cx="103817" cy="103817"/>
              </a:xfrm>
              <a:custGeom>
                <a:avLst/>
                <a:gdLst/>
                <a:ahLst/>
                <a:cxnLst>
                  <a:cxn ang="0">
                    <a:pos x="13" y="0"/>
                  </a:cxn>
                  <a:cxn ang="0">
                    <a:pos x="13" y="0"/>
                  </a:cxn>
                  <a:cxn ang="0">
                    <a:pos x="9" y="2"/>
                  </a:cxn>
                  <a:cxn ang="0">
                    <a:pos x="4" y="4"/>
                  </a:cxn>
                  <a:cxn ang="0">
                    <a:pos x="2" y="7"/>
                  </a:cxn>
                  <a:cxn ang="0">
                    <a:pos x="0" y="13"/>
                  </a:cxn>
                  <a:cxn ang="0">
                    <a:pos x="0" y="13"/>
                  </a:cxn>
                  <a:cxn ang="0">
                    <a:pos x="2" y="18"/>
                  </a:cxn>
                  <a:cxn ang="0">
                    <a:pos x="4" y="22"/>
                  </a:cxn>
                  <a:cxn ang="0">
                    <a:pos x="9" y="24"/>
                  </a:cxn>
                  <a:cxn ang="0">
                    <a:pos x="13" y="25"/>
                  </a:cxn>
                  <a:cxn ang="0">
                    <a:pos x="13" y="25"/>
                  </a:cxn>
                  <a:cxn ang="0">
                    <a:pos x="24" y="27"/>
                  </a:cxn>
                  <a:cxn ang="0">
                    <a:pos x="35" y="31"/>
                  </a:cxn>
                  <a:cxn ang="0">
                    <a:pos x="46" y="36"/>
                  </a:cxn>
                  <a:cxn ang="0">
                    <a:pos x="57" y="44"/>
                  </a:cxn>
                  <a:cxn ang="0">
                    <a:pos x="64" y="53"/>
                  </a:cxn>
                  <a:cxn ang="0">
                    <a:pos x="71" y="64"/>
                  </a:cxn>
                  <a:cxn ang="0">
                    <a:pos x="75" y="76"/>
                  </a:cxn>
                  <a:cxn ang="0">
                    <a:pos x="77" y="89"/>
                  </a:cxn>
                  <a:cxn ang="0">
                    <a:pos x="77" y="89"/>
                  </a:cxn>
                  <a:cxn ang="0">
                    <a:pos x="78" y="94"/>
                  </a:cxn>
                  <a:cxn ang="0">
                    <a:pos x="80" y="98"/>
                  </a:cxn>
                  <a:cxn ang="0">
                    <a:pos x="84" y="102"/>
                  </a:cxn>
                  <a:cxn ang="0">
                    <a:pos x="89" y="102"/>
                  </a:cxn>
                  <a:cxn ang="0">
                    <a:pos x="89" y="102"/>
                  </a:cxn>
                  <a:cxn ang="0">
                    <a:pos x="95" y="102"/>
                  </a:cxn>
                  <a:cxn ang="0">
                    <a:pos x="98" y="98"/>
                  </a:cxn>
                  <a:cxn ang="0">
                    <a:pos x="100" y="94"/>
                  </a:cxn>
                  <a:cxn ang="0">
                    <a:pos x="102" y="89"/>
                  </a:cxn>
                  <a:cxn ang="0">
                    <a:pos x="102" y="89"/>
                  </a:cxn>
                  <a:cxn ang="0">
                    <a:pos x="100" y="69"/>
                  </a:cxn>
                  <a:cxn ang="0">
                    <a:pos x="95" y="51"/>
                  </a:cxn>
                  <a:cxn ang="0">
                    <a:pos x="86" y="36"/>
                  </a:cxn>
                  <a:cxn ang="0">
                    <a:pos x="75" y="24"/>
                  </a:cxn>
                  <a:cxn ang="0">
                    <a:pos x="60" y="13"/>
                  </a:cxn>
                  <a:cxn ang="0">
                    <a:pos x="46" y="6"/>
                  </a:cxn>
                  <a:cxn ang="0">
                    <a:pos x="29" y="2"/>
                  </a:cxn>
                  <a:cxn ang="0">
                    <a:pos x="13" y="0"/>
                  </a:cxn>
                  <a:cxn ang="0">
                    <a:pos x="13" y="0"/>
                  </a:cxn>
                </a:cxnLst>
                <a:rect l="0" t="0" r="r" b="b"/>
                <a:pathLst>
                  <a:path w="102" h="102">
                    <a:moveTo>
                      <a:pt x="13" y="0"/>
                    </a:moveTo>
                    <a:lnTo>
                      <a:pt x="13" y="0"/>
                    </a:lnTo>
                    <a:lnTo>
                      <a:pt x="9" y="2"/>
                    </a:lnTo>
                    <a:lnTo>
                      <a:pt x="4" y="4"/>
                    </a:lnTo>
                    <a:lnTo>
                      <a:pt x="2" y="7"/>
                    </a:lnTo>
                    <a:lnTo>
                      <a:pt x="0" y="13"/>
                    </a:lnTo>
                    <a:lnTo>
                      <a:pt x="0" y="13"/>
                    </a:lnTo>
                    <a:lnTo>
                      <a:pt x="2" y="18"/>
                    </a:lnTo>
                    <a:lnTo>
                      <a:pt x="4" y="22"/>
                    </a:lnTo>
                    <a:lnTo>
                      <a:pt x="9" y="24"/>
                    </a:lnTo>
                    <a:lnTo>
                      <a:pt x="13" y="25"/>
                    </a:lnTo>
                    <a:lnTo>
                      <a:pt x="13" y="25"/>
                    </a:lnTo>
                    <a:lnTo>
                      <a:pt x="24" y="27"/>
                    </a:lnTo>
                    <a:lnTo>
                      <a:pt x="35" y="31"/>
                    </a:lnTo>
                    <a:lnTo>
                      <a:pt x="46" y="36"/>
                    </a:lnTo>
                    <a:lnTo>
                      <a:pt x="57" y="44"/>
                    </a:lnTo>
                    <a:lnTo>
                      <a:pt x="64" y="53"/>
                    </a:lnTo>
                    <a:lnTo>
                      <a:pt x="71" y="64"/>
                    </a:lnTo>
                    <a:lnTo>
                      <a:pt x="75" y="76"/>
                    </a:lnTo>
                    <a:lnTo>
                      <a:pt x="77" y="89"/>
                    </a:lnTo>
                    <a:lnTo>
                      <a:pt x="77" y="89"/>
                    </a:lnTo>
                    <a:lnTo>
                      <a:pt x="78" y="94"/>
                    </a:lnTo>
                    <a:lnTo>
                      <a:pt x="80" y="98"/>
                    </a:lnTo>
                    <a:lnTo>
                      <a:pt x="84" y="102"/>
                    </a:lnTo>
                    <a:lnTo>
                      <a:pt x="89" y="102"/>
                    </a:lnTo>
                    <a:lnTo>
                      <a:pt x="89" y="102"/>
                    </a:lnTo>
                    <a:lnTo>
                      <a:pt x="95" y="102"/>
                    </a:lnTo>
                    <a:lnTo>
                      <a:pt x="98" y="98"/>
                    </a:lnTo>
                    <a:lnTo>
                      <a:pt x="100" y="94"/>
                    </a:lnTo>
                    <a:lnTo>
                      <a:pt x="102" y="89"/>
                    </a:lnTo>
                    <a:lnTo>
                      <a:pt x="102" y="89"/>
                    </a:lnTo>
                    <a:lnTo>
                      <a:pt x="100" y="69"/>
                    </a:lnTo>
                    <a:lnTo>
                      <a:pt x="95" y="51"/>
                    </a:lnTo>
                    <a:lnTo>
                      <a:pt x="86" y="36"/>
                    </a:lnTo>
                    <a:lnTo>
                      <a:pt x="75" y="24"/>
                    </a:lnTo>
                    <a:lnTo>
                      <a:pt x="60" y="13"/>
                    </a:lnTo>
                    <a:lnTo>
                      <a:pt x="46" y="6"/>
                    </a:lnTo>
                    <a:lnTo>
                      <a:pt x="29" y="2"/>
                    </a:lnTo>
                    <a:lnTo>
                      <a:pt x="13" y="0"/>
                    </a:lnTo>
                    <a:lnTo>
                      <a:pt x="13" y="0"/>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grpSp>
      <p:grpSp>
        <p:nvGrpSpPr>
          <p:cNvPr id="82" name="组合 8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9"/>
            </p:custDataLst>
          </p:nvPr>
        </p:nvGrpSpPr>
        <p:grpSpPr>
          <a:xfrm>
            <a:off x="4205018" y="1682606"/>
            <a:ext cx="2054494" cy="604526"/>
            <a:chOff x="4438063" y="1719059"/>
            <a:chExt cx="2054494" cy="604526"/>
          </a:xfrm>
          <a:solidFill>
            <a:srgbClr val="62FDFE">
              <a:alpha val="36000"/>
            </a:srgbClr>
          </a:solidFill>
        </p:grpSpPr>
        <p:sp>
          <p:nvSpPr>
            <p:cNvPr id="83" name="圆角矩形 82"/>
            <p:cNvSpPr/>
            <p:nvPr>
              <p:custDataLst>
                <p:tags r:id="rId10"/>
              </p:custDataLst>
            </p:nvPr>
          </p:nvSpPr>
          <p:spPr>
            <a:xfrm rot="19872676">
              <a:off x="4438063" y="1719059"/>
              <a:ext cx="2054494" cy="604526"/>
            </a:xfrm>
            <a:prstGeom prst="roundRect">
              <a:avLst>
                <a:gd name="adj" fmla="val 50000"/>
              </a:avLst>
            </a:prstGeom>
            <a:grpFill/>
            <a:ln>
              <a:solidFill>
                <a:srgbClr val="62FDFE">
                  <a:alpha val="8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84" name="Freeform 110" descr="e7d195523061f1c0205959036996ad55c215b892a7aac5c0B9ADEF7896FB48F2EF97163A2DE1401E1875DEDC438B7864AD24CA23553DBBBD975DAF4CAD4A2592689FFB6CEE59FFA55B2702D0E5EE29CDFC0DD98BC7D6A39AC79B6ADB4494F64490EB4C31DB9891A84D90C9EBFA8A380490144D54B9AEB01EF6F5A99FAE794984C883C594A39202C9E1FA60A3027770F3"/>
            <p:cNvSpPr>
              <a:spLocks noEditPoints="1"/>
            </p:cNvSpPr>
            <p:nvPr>
              <p:custDataLst>
                <p:tags r:id="rId11"/>
              </p:custDataLst>
            </p:nvPr>
          </p:nvSpPr>
          <p:spPr bwMode="auto">
            <a:xfrm>
              <a:off x="5272361" y="1839118"/>
              <a:ext cx="383054" cy="376296"/>
            </a:xfrm>
            <a:custGeom>
              <a:avLst/>
              <a:gdLst/>
              <a:ahLst/>
              <a:cxnLst>
                <a:cxn ang="0">
                  <a:pos x="284" y="107"/>
                </a:cxn>
                <a:cxn ang="0">
                  <a:pos x="295" y="86"/>
                </a:cxn>
                <a:cxn ang="0">
                  <a:pos x="302" y="60"/>
                </a:cxn>
                <a:cxn ang="0">
                  <a:pos x="277" y="35"/>
                </a:cxn>
                <a:cxn ang="0">
                  <a:pos x="252" y="44"/>
                </a:cxn>
                <a:cxn ang="0">
                  <a:pos x="208" y="46"/>
                </a:cxn>
                <a:cxn ang="0">
                  <a:pos x="199" y="22"/>
                </a:cxn>
                <a:cxn ang="0">
                  <a:pos x="188" y="0"/>
                </a:cxn>
                <a:cxn ang="0">
                  <a:pos x="150" y="0"/>
                </a:cxn>
                <a:cxn ang="0">
                  <a:pos x="139" y="22"/>
                </a:cxn>
                <a:cxn ang="0">
                  <a:pos x="110" y="55"/>
                </a:cxn>
                <a:cxn ang="0">
                  <a:pos x="87" y="44"/>
                </a:cxn>
                <a:cxn ang="0">
                  <a:pos x="61" y="37"/>
                </a:cxn>
                <a:cxn ang="0">
                  <a:pos x="36" y="62"/>
                </a:cxn>
                <a:cxn ang="0">
                  <a:pos x="45" y="86"/>
                </a:cxn>
                <a:cxn ang="0">
                  <a:pos x="45" y="129"/>
                </a:cxn>
                <a:cxn ang="0">
                  <a:pos x="23" y="138"/>
                </a:cxn>
                <a:cxn ang="0">
                  <a:pos x="0" y="149"/>
                </a:cxn>
                <a:cxn ang="0">
                  <a:pos x="0" y="185"/>
                </a:cxn>
                <a:cxn ang="0">
                  <a:pos x="23" y="196"/>
                </a:cxn>
                <a:cxn ang="0">
                  <a:pos x="54" y="225"/>
                </a:cxn>
                <a:cxn ang="0">
                  <a:pos x="45" y="249"/>
                </a:cxn>
                <a:cxn ang="0">
                  <a:pos x="36" y="272"/>
                </a:cxn>
                <a:cxn ang="0">
                  <a:pos x="63" y="298"/>
                </a:cxn>
                <a:cxn ang="0">
                  <a:pos x="87" y="291"/>
                </a:cxn>
                <a:cxn ang="0">
                  <a:pos x="130" y="289"/>
                </a:cxn>
                <a:cxn ang="0">
                  <a:pos x="141" y="310"/>
                </a:cxn>
                <a:cxn ang="0">
                  <a:pos x="152" y="334"/>
                </a:cxn>
                <a:cxn ang="0">
                  <a:pos x="188" y="334"/>
                </a:cxn>
                <a:cxn ang="0">
                  <a:pos x="199" y="310"/>
                </a:cxn>
                <a:cxn ang="0">
                  <a:pos x="230" y="280"/>
                </a:cxn>
                <a:cxn ang="0">
                  <a:pos x="253" y="289"/>
                </a:cxn>
                <a:cxn ang="0">
                  <a:pos x="277" y="298"/>
                </a:cxn>
                <a:cxn ang="0">
                  <a:pos x="304" y="271"/>
                </a:cxn>
                <a:cxn ang="0">
                  <a:pos x="295" y="247"/>
                </a:cxn>
                <a:cxn ang="0">
                  <a:pos x="293" y="205"/>
                </a:cxn>
                <a:cxn ang="0">
                  <a:pos x="317" y="196"/>
                </a:cxn>
                <a:cxn ang="0">
                  <a:pos x="340" y="184"/>
                </a:cxn>
                <a:cxn ang="0">
                  <a:pos x="340" y="147"/>
                </a:cxn>
                <a:cxn ang="0">
                  <a:pos x="317" y="136"/>
                </a:cxn>
                <a:cxn ang="0">
                  <a:pos x="293" y="129"/>
                </a:cxn>
                <a:cxn ang="0">
                  <a:pos x="224" y="167"/>
                </a:cxn>
                <a:cxn ang="0">
                  <a:pos x="219" y="187"/>
                </a:cxn>
                <a:cxn ang="0">
                  <a:pos x="208" y="205"/>
                </a:cxn>
                <a:cxn ang="0">
                  <a:pos x="190" y="216"/>
                </a:cxn>
                <a:cxn ang="0">
                  <a:pos x="170" y="220"/>
                </a:cxn>
                <a:cxn ang="0">
                  <a:pos x="159" y="220"/>
                </a:cxn>
                <a:cxn ang="0">
                  <a:pos x="139" y="211"/>
                </a:cxn>
                <a:cxn ang="0">
                  <a:pos x="125" y="196"/>
                </a:cxn>
                <a:cxn ang="0">
                  <a:pos x="116" y="178"/>
                </a:cxn>
                <a:cxn ang="0">
                  <a:pos x="116" y="167"/>
                </a:cxn>
                <a:cxn ang="0">
                  <a:pos x="119" y="145"/>
                </a:cxn>
                <a:cxn ang="0">
                  <a:pos x="130" y="129"/>
                </a:cxn>
                <a:cxn ang="0">
                  <a:pos x="148" y="118"/>
                </a:cxn>
                <a:cxn ang="0">
                  <a:pos x="170" y="113"/>
                </a:cxn>
                <a:cxn ang="0">
                  <a:pos x="181" y="115"/>
                </a:cxn>
                <a:cxn ang="0">
                  <a:pos x="201" y="122"/>
                </a:cxn>
                <a:cxn ang="0">
                  <a:pos x="215" y="136"/>
                </a:cxn>
                <a:cxn ang="0">
                  <a:pos x="223" y="156"/>
                </a:cxn>
                <a:cxn ang="0">
                  <a:pos x="224" y="167"/>
                </a:cxn>
              </a:cxnLst>
              <a:rect l="0" t="0" r="r" b="b"/>
              <a:pathLst>
                <a:path w="340" h="334">
                  <a:moveTo>
                    <a:pt x="293" y="129"/>
                  </a:moveTo>
                  <a:lnTo>
                    <a:pt x="284" y="107"/>
                  </a:lnTo>
                  <a:lnTo>
                    <a:pt x="284" y="107"/>
                  </a:lnTo>
                  <a:lnTo>
                    <a:pt x="295" y="86"/>
                  </a:lnTo>
                  <a:lnTo>
                    <a:pt x="300" y="69"/>
                  </a:lnTo>
                  <a:lnTo>
                    <a:pt x="302" y="60"/>
                  </a:lnTo>
                  <a:lnTo>
                    <a:pt x="277" y="35"/>
                  </a:lnTo>
                  <a:lnTo>
                    <a:pt x="277" y="35"/>
                  </a:lnTo>
                  <a:lnTo>
                    <a:pt x="268" y="37"/>
                  </a:lnTo>
                  <a:lnTo>
                    <a:pt x="252" y="44"/>
                  </a:lnTo>
                  <a:lnTo>
                    <a:pt x="230" y="55"/>
                  </a:lnTo>
                  <a:lnTo>
                    <a:pt x="208" y="46"/>
                  </a:lnTo>
                  <a:lnTo>
                    <a:pt x="208" y="46"/>
                  </a:lnTo>
                  <a:lnTo>
                    <a:pt x="199" y="22"/>
                  </a:lnTo>
                  <a:lnTo>
                    <a:pt x="192" y="8"/>
                  </a:lnTo>
                  <a:lnTo>
                    <a:pt x="188" y="0"/>
                  </a:lnTo>
                  <a:lnTo>
                    <a:pt x="150" y="0"/>
                  </a:lnTo>
                  <a:lnTo>
                    <a:pt x="150" y="0"/>
                  </a:lnTo>
                  <a:lnTo>
                    <a:pt x="146" y="8"/>
                  </a:lnTo>
                  <a:lnTo>
                    <a:pt x="139" y="22"/>
                  </a:lnTo>
                  <a:lnTo>
                    <a:pt x="130" y="46"/>
                  </a:lnTo>
                  <a:lnTo>
                    <a:pt x="110" y="55"/>
                  </a:lnTo>
                  <a:lnTo>
                    <a:pt x="110" y="55"/>
                  </a:lnTo>
                  <a:lnTo>
                    <a:pt x="87" y="44"/>
                  </a:lnTo>
                  <a:lnTo>
                    <a:pt x="70" y="39"/>
                  </a:lnTo>
                  <a:lnTo>
                    <a:pt x="61" y="37"/>
                  </a:lnTo>
                  <a:lnTo>
                    <a:pt x="36" y="62"/>
                  </a:lnTo>
                  <a:lnTo>
                    <a:pt x="36" y="62"/>
                  </a:lnTo>
                  <a:lnTo>
                    <a:pt x="38" y="71"/>
                  </a:lnTo>
                  <a:lnTo>
                    <a:pt x="45" y="86"/>
                  </a:lnTo>
                  <a:lnTo>
                    <a:pt x="54" y="109"/>
                  </a:lnTo>
                  <a:lnTo>
                    <a:pt x="45" y="129"/>
                  </a:lnTo>
                  <a:lnTo>
                    <a:pt x="45" y="129"/>
                  </a:lnTo>
                  <a:lnTo>
                    <a:pt x="23" y="138"/>
                  </a:lnTo>
                  <a:lnTo>
                    <a:pt x="7" y="145"/>
                  </a:lnTo>
                  <a:lnTo>
                    <a:pt x="0" y="149"/>
                  </a:lnTo>
                  <a:lnTo>
                    <a:pt x="0" y="185"/>
                  </a:lnTo>
                  <a:lnTo>
                    <a:pt x="0" y="185"/>
                  </a:lnTo>
                  <a:lnTo>
                    <a:pt x="7" y="191"/>
                  </a:lnTo>
                  <a:lnTo>
                    <a:pt x="23" y="196"/>
                  </a:lnTo>
                  <a:lnTo>
                    <a:pt x="47" y="205"/>
                  </a:lnTo>
                  <a:lnTo>
                    <a:pt x="54" y="225"/>
                  </a:lnTo>
                  <a:lnTo>
                    <a:pt x="54" y="225"/>
                  </a:lnTo>
                  <a:lnTo>
                    <a:pt x="45" y="249"/>
                  </a:lnTo>
                  <a:lnTo>
                    <a:pt x="38" y="265"/>
                  </a:lnTo>
                  <a:lnTo>
                    <a:pt x="36" y="272"/>
                  </a:lnTo>
                  <a:lnTo>
                    <a:pt x="63" y="298"/>
                  </a:lnTo>
                  <a:lnTo>
                    <a:pt x="63" y="298"/>
                  </a:lnTo>
                  <a:lnTo>
                    <a:pt x="70" y="296"/>
                  </a:lnTo>
                  <a:lnTo>
                    <a:pt x="87" y="291"/>
                  </a:lnTo>
                  <a:lnTo>
                    <a:pt x="110" y="280"/>
                  </a:lnTo>
                  <a:lnTo>
                    <a:pt x="130" y="289"/>
                  </a:lnTo>
                  <a:lnTo>
                    <a:pt x="130" y="289"/>
                  </a:lnTo>
                  <a:lnTo>
                    <a:pt x="141" y="310"/>
                  </a:lnTo>
                  <a:lnTo>
                    <a:pt x="146" y="327"/>
                  </a:lnTo>
                  <a:lnTo>
                    <a:pt x="152" y="334"/>
                  </a:lnTo>
                  <a:lnTo>
                    <a:pt x="188" y="334"/>
                  </a:lnTo>
                  <a:lnTo>
                    <a:pt x="188" y="334"/>
                  </a:lnTo>
                  <a:lnTo>
                    <a:pt x="194" y="327"/>
                  </a:lnTo>
                  <a:lnTo>
                    <a:pt x="199" y="310"/>
                  </a:lnTo>
                  <a:lnTo>
                    <a:pt x="208" y="289"/>
                  </a:lnTo>
                  <a:lnTo>
                    <a:pt x="230" y="280"/>
                  </a:lnTo>
                  <a:lnTo>
                    <a:pt x="230" y="280"/>
                  </a:lnTo>
                  <a:lnTo>
                    <a:pt x="253" y="289"/>
                  </a:lnTo>
                  <a:lnTo>
                    <a:pt x="270" y="296"/>
                  </a:lnTo>
                  <a:lnTo>
                    <a:pt x="277" y="298"/>
                  </a:lnTo>
                  <a:lnTo>
                    <a:pt x="304" y="271"/>
                  </a:lnTo>
                  <a:lnTo>
                    <a:pt x="304" y="271"/>
                  </a:lnTo>
                  <a:lnTo>
                    <a:pt x="302" y="263"/>
                  </a:lnTo>
                  <a:lnTo>
                    <a:pt x="295" y="247"/>
                  </a:lnTo>
                  <a:lnTo>
                    <a:pt x="284" y="225"/>
                  </a:lnTo>
                  <a:lnTo>
                    <a:pt x="293" y="205"/>
                  </a:lnTo>
                  <a:lnTo>
                    <a:pt x="293" y="205"/>
                  </a:lnTo>
                  <a:lnTo>
                    <a:pt x="317" y="196"/>
                  </a:lnTo>
                  <a:lnTo>
                    <a:pt x="333" y="189"/>
                  </a:lnTo>
                  <a:lnTo>
                    <a:pt x="340" y="184"/>
                  </a:lnTo>
                  <a:lnTo>
                    <a:pt x="340" y="147"/>
                  </a:lnTo>
                  <a:lnTo>
                    <a:pt x="340" y="147"/>
                  </a:lnTo>
                  <a:lnTo>
                    <a:pt x="333" y="144"/>
                  </a:lnTo>
                  <a:lnTo>
                    <a:pt x="317" y="136"/>
                  </a:lnTo>
                  <a:lnTo>
                    <a:pt x="293" y="129"/>
                  </a:lnTo>
                  <a:lnTo>
                    <a:pt x="293" y="129"/>
                  </a:lnTo>
                  <a:close/>
                  <a:moveTo>
                    <a:pt x="224" y="167"/>
                  </a:moveTo>
                  <a:lnTo>
                    <a:pt x="224" y="167"/>
                  </a:lnTo>
                  <a:lnTo>
                    <a:pt x="223" y="178"/>
                  </a:lnTo>
                  <a:lnTo>
                    <a:pt x="219" y="187"/>
                  </a:lnTo>
                  <a:lnTo>
                    <a:pt x="215" y="196"/>
                  </a:lnTo>
                  <a:lnTo>
                    <a:pt x="208" y="205"/>
                  </a:lnTo>
                  <a:lnTo>
                    <a:pt x="201" y="211"/>
                  </a:lnTo>
                  <a:lnTo>
                    <a:pt x="190" y="216"/>
                  </a:lnTo>
                  <a:lnTo>
                    <a:pt x="181" y="220"/>
                  </a:lnTo>
                  <a:lnTo>
                    <a:pt x="170" y="220"/>
                  </a:lnTo>
                  <a:lnTo>
                    <a:pt x="170" y="220"/>
                  </a:lnTo>
                  <a:lnTo>
                    <a:pt x="159" y="220"/>
                  </a:lnTo>
                  <a:lnTo>
                    <a:pt x="148" y="216"/>
                  </a:lnTo>
                  <a:lnTo>
                    <a:pt x="139" y="211"/>
                  </a:lnTo>
                  <a:lnTo>
                    <a:pt x="130" y="205"/>
                  </a:lnTo>
                  <a:lnTo>
                    <a:pt x="125" y="196"/>
                  </a:lnTo>
                  <a:lnTo>
                    <a:pt x="119" y="187"/>
                  </a:lnTo>
                  <a:lnTo>
                    <a:pt x="116" y="178"/>
                  </a:lnTo>
                  <a:lnTo>
                    <a:pt x="116" y="167"/>
                  </a:lnTo>
                  <a:lnTo>
                    <a:pt x="116" y="167"/>
                  </a:lnTo>
                  <a:lnTo>
                    <a:pt x="116" y="156"/>
                  </a:lnTo>
                  <a:lnTo>
                    <a:pt x="119" y="145"/>
                  </a:lnTo>
                  <a:lnTo>
                    <a:pt x="125" y="136"/>
                  </a:lnTo>
                  <a:lnTo>
                    <a:pt x="130" y="129"/>
                  </a:lnTo>
                  <a:lnTo>
                    <a:pt x="139" y="122"/>
                  </a:lnTo>
                  <a:lnTo>
                    <a:pt x="148" y="118"/>
                  </a:lnTo>
                  <a:lnTo>
                    <a:pt x="159" y="115"/>
                  </a:lnTo>
                  <a:lnTo>
                    <a:pt x="170" y="113"/>
                  </a:lnTo>
                  <a:lnTo>
                    <a:pt x="170" y="113"/>
                  </a:lnTo>
                  <a:lnTo>
                    <a:pt x="181" y="115"/>
                  </a:lnTo>
                  <a:lnTo>
                    <a:pt x="190" y="118"/>
                  </a:lnTo>
                  <a:lnTo>
                    <a:pt x="201" y="122"/>
                  </a:lnTo>
                  <a:lnTo>
                    <a:pt x="208" y="129"/>
                  </a:lnTo>
                  <a:lnTo>
                    <a:pt x="215" y="136"/>
                  </a:lnTo>
                  <a:lnTo>
                    <a:pt x="219" y="145"/>
                  </a:lnTo>
                  <a:lnTo>
                    <a:pt x="223" y="156"/>
                  </a:lnTo>
                  <a:lnTo>
                    <a:pt x="224" y="167"/>
                  </a:lnTo>
                  <a:lnTo>
                    <a:pt x="224" y="167"/>
                  </a:lnTo>
                  <a:close/>
                </a:path>
              </a:pathLst>
            </a:custGeom>
            <a:grpFill/>
            <a:ln w="9525">
              <a:solidFill>
                <a:srgbClr val="62FDFE">
                  <a:alpha val="88000"/>
                </a:srgbClr>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grpSp>
      <p:sp>
        <p:nvSpPr>
          <p:cNvPr id="4" name="文本框 3"/>
          <p:cNvSpPr txBox="1"/>
          <p:nvPr/>
        </p:nvSpPr>
        <p:spPr>
          <a:xfrm>
            <a:off x="1555115" y="4338320"/>
            <a:ext cx="2151380" cy="1054100"/>
          </a:xfrm>
          <a:prstGeom prst="rect">
            <a:avLst/>
          </a:prstGeom>
          <a:no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信息论</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信息安全的理论基础主要包括密码学、计算机科学、信息论和博弈论等，这些理论为信息安全的各项技术提供了指导。</a:t>
            </a: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0" presetClass="entr" presetSubtype="0" decel="100000" fill="hold" grpId="0" nodeType="withEffect">
                                  <p:stCondLst>
                                    <p:cond delay="2750"/>
                                  </p:stCondLst>
                                  <p:childTnLst>
                                    <p:set>
                                      <p:cBhvr>
                                        <p:cTn id="25" dur="1" fill="hold">
                                          <p:stCondLst>
                                            <p:cond delay="0"/>
                                          </p:stCondLst>
                                        </p:cTn>
                                        <p:tgtEl>
                                          <p:spTgt spid="51"/>
                                        </p:tgtEl>
                                        <p:attrNameLst>
                                          <p:attrName>style.visibility</p:attrName>
                                        </p:attrNameLst>
                                      </p:cBhvr>
                                      <p:to>
                                        <p:strVal val="visible"/>
                                      </p:to>
                                    </p:set>
                                    <p:anim calcmode="lin" valueType="num">
                                      <p:cBhvr>
                                        <p:cTn id="26" dur="1000" fill="hold"/>
                                        <p:tgtEl>
                                          <p:spTgt spid="51"/>
                                        </p:tgtEl>
                                        <p:attrNameLst>
                                          <p:attrName>ppt_w</p:attrName>
                                        </p:attrNameLst>
                                      </p:cBhvr>
                                      <p:tavLst>
                                        <p:tav tm="0">
                                          <p:val>
                                            <p:strVal val="#ppt_w+.3"/>
                                          </p:val>
                                        </p:tav>
                                        <p:tav tm="100000">
                                          <p:val>
                                            <p:strVal val="#ppt_w"/>
                                          </p:val>
                                        </p:tav>
                                      </p:tavLst>
                                    </p:anim>
                                    <p:anim calcmode="lin" valueType="num">
                                      <p:cBhvr>
                                        <p:cTn id="27" dur="1000" fill="hold"/>
                                        <p:tgtEl>
                                          <p:spTgt spid="51"/>
                                        </p:tgtEl>
                                        <p:attrNameLst>
                                          <p:attrName>ppt_h</p:attrName>
                                        </p:attrNameLst>
                                      </p:cBhvr>
                                      <p:tavLst>
                                        <p:tav tm="0">
                                          <p:val>
                                            <p:strVal val="#ppt_h"/>
                                          </p:val>
                                        </p:tav>
                                        <p:tav tm="100000">
                                          <p:val>
                                            <p:strVal val="#ppt_h"/>
                                          </p:val>
                                        </p:tav>
                                      </p:tavLst>
                                    </p:anim>
                                    <p:animEffect transition="in" filter="fade">
                                      <p:cBhvr>
                                        <p:cTn id="28" dur="1000"/>
                                        <p:tgtEl>
                                          <p:spTgt spid="51"/>
                                        </p:tgtEl>
                                      </p:cBhvr>
                                    </p:animEffect>
                                  </p:childTnLst>
                                </p:cTn>
                              </p:par>
                              <p:par>
                                <p:cTn id="29" presetID="50" presetClass="entr" presetSubtype="0" decel="100000" fill="hold" grpId="0" nodeType="withEffect">
                                  <p:stCondLst>
                                    <p:cond delay="2750"/>
                                  </p:stCondLst>
                                  <p:childTnLst>
                                    <p:set>
                                      <p:cBhvr>
                                        <p:cTn id="30" dur="1" fill="hold">
                                          <p:stCondLst>
                                            <p:cond delay="0"/>
                                          </p:stCondLst>
                                        </p:cTn>
                                        <p:tgtEl>
                                          <p:spTgt spid="52"/>
                                        </p:tgtEl>
                                        <p:attrNameLst>
                                          <p:attrName>style.visibility</p:attrName>
                                        </p:attrNameLst>
                                      </p:cBhvr>
                                      <p:to>
                                        <p:strVal val="visible"/>
                                      </p:to>
                                    </p:set>
                                    <p:anim calcmode="lin" valueType="num">
                                      <p:cBhvr>
                                        <p:cTn id="31" dur="1000" fill="hold"/>
                                        <p:tgtEl>
                                          <p:spTgt spid="52"/>
                                        </p:tgtEl>
                                        <p:attrNameLst>
                                          <p:attrName>ppt_w</p:attrName>
                                        </p:attrNameLst>
                                      </p:cBhvr>
                                      <p:tavLst>
                                        <p:tav tm="0">
                                          <p:val>
                                            <p:strVal val="#ppt_w+.3"/>
                                          </p:val>
                                        </p:tav>
                                        <p:tav tm="100000">
                                          <p:val>
                                            <p:strVal val="#ppt_w"/>
                                          </p:val>
                                        </p:tav>
                                      </p:tavLst>
                                    </p:anim>
                                    <p:anim calcmode="lin" valueType="num">
                                      <p:cBhvr>
                                        <p:cTn id="32" dur="1000" fill="hold"/>
                                        <p:tgtEl>
                                          <p:spTgt spid="52"/>
                                        </p:tgtEl>
                                        <p:attrNameLst>
                                          <p:attrName>ppt_h</p:attrName>
                                        </p:attrNameLst>
                                      </p:cBhvr>
                                      <p:tavLst>
                                        <p:tav tm="0">
                                          <p:val>
                                            <p:strVal val="#ppt_h"/>
                                          </p:val>
                                        </p:tav>
                                        <p:tav tm="100000">
                                          <p:val>
                                            <p:strVal val="#ppt_h"/>
                                          </p:val>
                                        </p:tav>
                                      </p:tavLst>
                                    </p:anim>
                                    <p:animEffect transition="in" filter="fade">
                                      <p:cBhvr>
                                        <p:cTn id="33" dur="1000"/>
                                        <p:tgtEl>
                                          <p:spTgt spid="52"/>
                                        </p:tgtEl>
                                      </p:cBhvr>
                                    </p:animEffect>
                                  </p:childTnLst>
                                </p:cTn>
                              </p:par>
                              <p:par>
                                <p:cTn id="34" presetID="50" presetClass="entr" presetSubtype="0" decel="100000" fill="hold" grpId="0" nodeType="withEffect">
                                  <p:stCondLst>
                                    <p:cond delay="2750"/>
                                  </p:stCondLst>
                                  <p:childTnLst>
                                    <p:set>
                                      <p:cBhvr>
                                        <p:cTn id="35" dur="1" fill="hold">
                                          <p:stCondLst>
                                            <p:cond delay="0"/>
                                          </p:stCondLst>
                                        </p:cTn>
                                        <p:tgtEl>
                                          <p:spTgt spid="49"/>
                                        </p:tgtEl>
                                        <p:attrNameLst>
                                          <p:attrName>style.visibility</p:attrName>
                                        </p:attrNameLst>
                                      </p:cBhvr>
                                      <p:to>
                                        <p:strVal val="visible"/>
                                      </p:to>
                                    </p:set>
                                    <p:anim calcmode="lin" valueType="num">
                                      <p:cBhvr>
                                        <p:cTn id="36" dur="1000" fill="hold"/>
                                        <p:tgtEl>
                                          <p:spTgt spid="49"/>
                                        </p:tgtEl>
                                        <p:attrNameLst>
                                          <p:attrName>ppt_w</p:attrName>
                                        </p:attrNameLst>
                                      </p:cBhvr>
                                      <p:tavLst>
                                        <p:tav tm="0">
                                          <p:val>
                                            <p:strVal val="#ppt_w+.3"/>
                                          </p:val>
                                        </p:tav>
                                        <p:tav tm="100000">
                                          <p:val>
                                            <p:strVal val="#ppt_w"/>
                                          </p:val>
                                        </p:tav>
                                      </p:tavLst>
                                    </p:anim>
                                    <p:anim calcmode="lin" valueType="num">
                                      <p:cBhvr>
                                        <p:cTn id="37" dur="1000" fill="hold"/>
                                        <p:tgtEl>
                                          <p:spTgt spid="49"/>
                                        </p:tgtEl>
                                        <p:attrNameLst>
                                          <p:attrName>ppt_h</p:attrName>
                                        </p:attrNameLst>
                                      </p:cBhvr>
                                      <p:tavLst>
                                        <p:tav tm="0">
                                          <p:val>
                                            <p:strVal val="#ppt_h"/>
                                          </p:val>
                                        </p:tav>
                                        <p:tav tm="100000">
                                          <p:val>
                                            <p:strVal val="#ppt_h"/>
                                          </p:val>
                                        </p:tav>
                                      </p:tavLst>
                                    </p:anim>
                                    <p:animEffect transition="in" filter="fade">
                                      <p:cBhvr>
                                        <p:cTn id="38" dur="1000"/>
                                        <p:tgtEl>
                                          <p:spTgt spid="49"/>
                                        </p:tgtEl>
                                      </p:cBhvr>
                                    </p:animEffect>
                                  </p:childTnLst>
                                </p:cTn>
                              </p:par>
                              <p:par>
                                <p:cTn id="39" presetID="50" presetClass="entr" presetSubtype="0" decel="100000" fill="hold" grpId="0" nodeType="withEffect">
                                  <p:stCondLst>
                                    <p:cond delay="2750"/>
                                  </p:stCondLst>
                                  <p:childTnLst>
                                    <p:set>
                                      <p:cBhvr>
                                        <p:cTn id="40" dur="1" fill="hold">
                                          <p:stCondLst>
                                            <p:cond delay="0"/>
                                          </p:stCondLst>
                                        </p:cTn>
                                        <p:tgtEl>
                                          <p:spTgt spid="50"/>
                                        </p:tgtEl>
                                        <p:attrNameLst>
                                          <p:attrName>style.visibility</p:attrName>
                                        </p:attrNameLst>
                                      </p:cBhvr>
                                      <p:to>
                                        <p:strVal val="visible"/>
                                      </p:to>
                                    </p:set>
                                    <p:anim calcmode="lin" valueType="num">
                                      <p:cBhvr>
                                        <p:cTn id="41" dur="1000" fill="hold"/>
                                        <p:tgtEl>
                                          <p:spTgt spid="50"/>
                                        </p:tgtEl>
                                        <p:attrNameLst>
                                          <p:attrName>ppt_w</p:attrName>
                                        </p:attrNameLst>
                                      </p:cBhvr>
                                      <p:tavLst>
                                        <p:tav tm="0">
                                          <p:val>
                                            <p:strVal val="#ppt_w+.3"/>
                                          </p:val>
                                        </p:tav>
                                        <p:tav tm="100000">
                                          <p:val>
                                            <p:strVal val="#ppt_w"/>
                                          </p:val>
                                        </p:tav>
                                      </p:tavLst>
                                    </p:anim>
                                    <p:anim calcmode="lin" valueType="num">
                                      <p:cBhvr>
                                        <p:cTn id="42" dur="1000" fill="hold"/>
                                        <p:tgtEl>
                                          <p:spTgt spid="50"/>
                                        </p:tgtEl>
                                        <p:attrNameLst>
                                          <p:attrName>ppt_h</p:attrName>
                                        </p:attrNameLst>
                                      </p:cBhvr>
                                      <p:tavLst>
                                        <p:tav tm="0">
                                          <p:val>
                                            <p:strVal val="#ppt_h"/>
                                          </p:val>
                                        </p:tav>
                                        <p:tav tm="100000">
                                          <p:val>
                                            <p:strVal val="#ppt_h"/>
                                          </p:val>
                                        </p:tav>
                                      </p:tavLst>
                                    </p:anim>
                                    <p:animEffect transition="in" filter="fade">
                                      <p:cBhvr>
                                        <p:cTn id="43" dur="1000"/>
                                        <p:tgtEl>
                                          <p:spTgt spid="50"/>
                                        </p:tgtEl>
                                      </p:cBhvr>
                                    </p:animEffect>
                                  </p:childTnLst>
                                </p:cTn>
                              </p:par>
                              <p:par>
                                <p:cTn id="44" presetID="53" presetClass="entr" presetSubtype="16" fill="hold" nodeType="withEffect">
                                  <p:stCondLst>
                                    <p:cond delay="1000"/>
                                  </p:stCondLst>
                                  <p:childTnLst>
                                    <p:set>
                                      <p:cBhvr>
                                        <p:cTn id="45" dur="1" fill="hold">
                                          <p:stCondLst>
                                            <p:cond delay="0"/>
                                          </p:stCondLst>
                                        </p:cTn>
                                        <p:tgtEl>
                                          <p:spTgt spid="40"/>
                                        </p:tgtEl>
                                        <p:attrNameLst>
                                          <p:attrName>style.visibility</p:attrName>
                                        </p:attrNameLst>
                                      </p:cBhvr>
                                      <p:to>
                                        <p:strVal val="visible"/>
                                      </p:to>
                                    </p:set>
                                    <p:anim calcmode="lin" valueType="num">
                                      <p:cBhvr>
                                        <p:cTn id="46" dur="500" fill="hold"/>
                                        <p:tgtEl>
                                          <p:spTgt spid="40"/>
                                        </p:tgtEl>
                                        <p:attrNameLst>
                                          <p:attrName>ppt_w</p:attrName>
                                        </p:attrNameLst>
                                      </p:cBhvr>
                                      <p:tavLst>
                                        <p:tav tm="0">
                                          <p:val>
                                            <p:fltVal val="0"/>
                                          </p:val>
                                        </p:tav>
                                        <p:tav tm="100000">
                                          <p:val>
                                            <p:strVal val="#ppt_w"/>
                                          </p:val>
                                        </p:tav>
                                      </p:tavLst>
                                    </p:anim>
                                    <p:anim calcmode="lin" valueType="num">
                                      <p:cBhvr>
                                        <p:cTn id="47" dur="500" fill="hold"/>
                                        <p:tgtEl>
                                          <p:spTgt spid="40"/>
                                        </p:tgtEl>
                                        <p:attrNameLst>
                                          <p:attrName>ppt_h</p:attrName>
                                        </p:attrNameLst>
                                      </p:cBhvr>
                                      <p:tavLst>
                                        <p:tav tm="0">
                                          <p:val>
                                            <p:fltVal val="0"/>
                                          </p:val>
                                        </p:tav>
                                        <p:tav tm="100000">
                                          <p:val>
                                            <p:strVal val="#ppt_h"/>
                                          </p:val>
                                        </p:tav>
                                      </p:tavLst>
                                    </p:anim>
                                    <p:animEffect transition="in" filter="fade">
                                      <p:cBhvr>
                                        <p:cTn id="48" dur="500"/>
                                        <p:tgtEl>
                                          <p:spTgt spid="40"/>
                                        </p:tgtEl>
                                      </p:cBhvr>
                                    </p:animEffect>
                                  </p:childTnLst>
                                </p:cTn>
                              </p:par>
                              <p:par>
                                <p:cTn id="49" presetID="42" presetClass="path" presetSubtype="0" accel="50000" decel="50000" fill="hold" nodeType="withEffect">
                                  <p:stCondLst>
                                    <p:cond delay="1000"/>
                                  </p:stCondLst>
                                  <p:childTnLst>
                                    <p:animMotion origin="layout" path="M 0.01888 0.12685 L 3.75E-6 2.59259E-6 " pathEditMode="relative" rAng="0" ptsTypes="AA">
                                      <p:cBhvr>
                                        <p:cTn id="50" dur="1000" fill="hold"/>
                                        <p:tgtEl>
                                          <p:spTgt spid="40"/>
                                        </p:tgtEl>
                                        <p:attrNameLst>
                                          <p:attrName>ppt_x</p:attrName>
                                          <p:attrName>ppt_y</p:attrName>
                                        </p:attrNameLst>
                                      </p:cBhvr>
                                      <p:rCtr x="-951" y="-6343"/>
                                    </p:animMotion>
                                  </p:childTnLst>
                                </p:cTn>
                              </p:par>
                              <p:par>
                                <p:cTn id="51" presetID="53" presetClass="entr" presetSubtype="16" fill="hold" nodeType="withEffect">
                                  <p:stCondLst>
                                    <p:cond delay="1000"/>
                                  </p:stCondLst>
                                  <p:childTnLst>
                                    <p:set>
                                      <p:cBhvr>
                                        <p:cTn id="52" dur="1" fill="hold">
                                          <p:stCondLst>
                                            <p:cond delay="0"/>
                                          </p:stCondLst>
                                        </p:cTn>
                                        <p:tgtEl>
                                          <p:spTgt spid="47"/>
                                        </p:tgtEl>
                                        <p:attrNameLst>
                                          <p:attrName>style.visibility</p:attrName>
                                        </p:attrNameLst>
                                      </p:cBhvr>
                                      <p:to>
                                        <p:strVal val="visible"/>
                                      </p:to>
                                    </p:set>
                                    <p:anim calcmode="lin" valueType="num">
                                      <p:cBhvr>
                                        <p:cTn id="53" dur="500" fill="hold"/>
                                        <p:tgtEl>
                                          <p:spTgt spid="47"/>
                                        </p:tgtEl>
                                        <p:attrNameLst>
                                          <p:attrName>ppt_w</p:attrName>
                                        </p:attrNameLst>
                                      </p:cBhvr>
                                      <p:tavLst>
                                        <p:tav tm="0">
                                          <p:val>
                                            <p:fltVal val="0"/>
                                          </p:val>
                                        </p:tav>
                                        <p:tav tm="100000">
                                          <p:val>
                                            <p:strVal val="#ppt_w"/>
                                          </p:val>
                                        </p:tav>
                                      </p:tavLst>
                                    </p:anim>
                                    <p:anim calcmode="lin" valueType="num">
                                      <p:cBhvr>
                                        <p:cTn id="54" dur="500" fill="hold"/>
                                        <p:tgtEl>
                                          <p:spTgt spid="47"/>
                                        </p:tgtEl>
                                        <p:attrNameLst>
                                          <p:attrName>ppt_h</p:attrName>
                                        </p:attrNameLst>
                                      </p:cBhvr>
                                      <p:tavLst>
                                        <p:tav tm="0">
                                          <p:val>
                                            <p:fltVal val="0"/>
                                          </p:val>
                                        </p:tav>
                                        <p:tav tm="100000">
                                          <p:val>
                                            <p:strVal val="#ppt_h"/>
                                          </p:val>
                                        </p:tav>
                                      </p:tavLst>
                                    </p:anim>
                                    <p:animEffect transition="in" filter="fade">
                                      <p:cBhvr>
                                        <p:cTn id="55" dur="500"/>
                                        <p:tgtEl>
                                          <p:spTgt spid="47"/>
                                        </p:tgtEl>
                                      </p:cBhvr>
                                    </p:animEffect>
                                  </p:childTnLst>
                                </p:cTn>
                              </p:par>
                              <p:par>
                                <p:cTn id="56" presetID="42" presetClass="path" presetSubtype="0" accel="50000" decel="50000" fill="hold" nodeType="withEffect">
                                  <p:stCondLst>
                                    <p:cond delay="1000"/>
                                  </p:stCondLst>
                                  <p:childTnLst>
                                    <p:animMotion origin="layout" path="M -0.00833 -0.05579 L 6.25E-7 1.48148E-6 " pathEditMode="relative" rAng="0" ptsTypes="AA">
                                      <p:cBhvr>
                                        <p:cTn id="57" dur="1000" fill="hold"/>
                                        <p:tgtEl>
                                          <p:spTgt spid="47"/>
                                        </p:tgtEl>
                                        <p:attrNameLst>
                                          <p:attrName>ppt_x</p:attrName>
                                          <p:attrName>ppt_y</p:attrName>
                                        </p:attrNameLst>
                                      </p:cBhvr>
                                      <p:rCtr x="417" y="2778"/>
                                    </p:animMotion>
                                  </p:childTnLst>
                                </p:cTn>
                              </p:par>
                              <p:par>
                                <p:cTn id="58" presetID="53" presetClass="entr" presetSubtype="16" fill="hold" nodeType="withEffect">
                                  <p:stCondLst>
                                    <p:cond delay="1250"/>
                                  </p:stCondLst>
                                  <p:childTnLst>
                                    <p:set>
                                      <p:cBhvr>
                                        <p:cTn id="59" dur="1" fill="hold">
                                          <p:stCondLst>
                                            <p:cond delay="0"/>
                                          </p:stCondLst>
                                        </p:cTn>
                                        <p:tgtEl>
                                          <p:spTgt spid="77"/>
                                        </p:tgtEl>
                                        <p:attrNameLst>
                                          <p:attrName>style.visibility</p:attrName>
                                        </p:attrNameLst>
                                      </p:cBhvr>
                                      <p:to>
                                        <p:strVal val="visible"/>
                                      </p:to>
                                    </p:set>
                                    <p:anim calcmode="lin" valueType="num">
                                      <p:cBhvr>
                                        <p:cTn id="60" dur="500" fill="hold"/>
                                        <p:tgtEl>
                                          <p:spTgt spid="77"/>
                                        </p:tgtEl>
                                        <p:attrNameLst>
                                          <p:attrName>ppt_w</p:attrName>
                                        </p:attrNameLst>
                                      </p:cBhvr>
                                      <p:tavLst>
                                        <p:tav tm="0">
                                          <p:val>
                                            <p:fltVal val="0"/>
                                          </p:val>
                                        </p:tav>
                                        <p:tav tm="100000">
                                          <p:val>
                                            <p:strVal val="#ppt_w"/>
                                          </p:val>
                                        </p:tav>
                                      </p:tavLst>
                                    </p:anim>
                                    <p:anim calcmode="lin" valueType="num">
                                      <p:cBhvr>
                                        <p:cTn id="61" dur="500" fill="hold"/>
                                        <p:tgtEl>
                                          <p:spTgt spid="77"/>
                                        </p:tgtEl>
                                        <p:attrNameLst>
                                          <p:attrName>ppt_h</p:attrName>
                                        </p:attrNameLst>
                                      </p:cBhvr>
                                      <p:tavLst>
                                        <p:tav tm="0">
                                          <p:val>
                                            <p:fltVal val="0"/>
                                          </p:val>
                                        </p:tav>
                                        <p:tav tm="100000">
                                          <p:val>
                                            <p:strVal val="#ppt_h"/>
                                          </p:val>
                                        </p:tav>
                                      </p:tavLst>
                                    </p:anim>
                                    <p:animEffect transition="in" filter="fade">
                                      <p:cBhvr>
                                        <p:cTn id="62" dur="500"/>
                                        <p:tgtEl>
                                          <p:spTgt spid="77"/>
                                        </p:tgtEl>
                                      </p:cBhvr>
                                    </p:animEffect>
                                  </p:childTnLst>
                                </p:cTn>
                              </p:par>
                              <p:par>
                                <p:cTn id="63" presetID="42" presetClass="path" presetSubtype="0" accel="50000" decel="50000" fill="hold" nodeType="withEffect">
                                  <p:stCondLst>
                                    <p:cond delay="1250"/>
                                  </p:stCondLst>
                                  <p:childTnLst>
                                    <p:animMotion origin="layout" path="M -0.00833 -0.05578 L 4.16667E-7 -4.44444E-6 " pathEditMode="relative" rAng="0" ptsTypes="AA">
                                      <p:cBhvr>
                                        <p:cTn id="64" dur="1000" fill="hold"/>
                                        <p:tgtEl>
                                          <p:spTgt spid="77"/>
                                        </p:tgtEl>
                                        <p:attrNameLst>
                                          <p:attrName>ppt_x</p:attrName>
                                          <p:attrName>ppt_y</p:attrName>
                                        </p:attrNameLst>
                                      </p:cBhvr>
                                      <p:rCtr x="417" y="2778"/>
                                    </p:animMotion>
                                  </p:childTnLst>
                                </p:cTn>
                              </p:par>
                              <p:par>
                                <p:cTn id="65" presetID="53" presetClass="entr" presetSubtype="16" fill="hold" nodeType="withEffect">
                                  <p:stCondLst>
                                    <p:cond delay="1500"/>
                                  </p:stCondLst>
                                  <p:childTnLst>
                                    <p:set>
                                      <p:cBhvr>
                                        <p:cTn id="66" dur="1" fill="hold">
                                          <p:stCondLst>
                                            <p:cond delay="0"/>
                                          </p:stCondLst>
                                        </p:cTn>
                                        <p:tgtEl>
                                          <p:spTgt spid="56"/>
                                        </p:tgtEl>
                                        <p:attrNameLst>
                                          <p:attrName>style.visibility</p:attrName>
                                        </p:attrNameLst>
                                      </p:cBhvr>
                                      <p:to>
                                        <p:strVal val="visible"/>
                                      </p:to>
                                    </p:set>
                                    <p:anim calcmode="lin" valueType="num">
                                      <p:cBhvr>
                                        <p:cTn id="67" dur="500" fill="hold"/>
                                        <p:tgtEl>
                                          <p:spTgt spid="56"/>
                                        </p:tgtEl>
                                        <p:attrNameLst>
                                          <p:attrName>ppt_w</p:attrName>
                                        </p:attrNameLst>
                                      </p:cBhvr>
                                      <p:tavLst>
                                        <p:tav tm="0">
                                          <p:val>
                                            <p:fltVal val="0"/>
                                          </p:val>
                                        </p:tav>
                                        <p:tav tm="100000">
                                          <p:val>
                                            <p:strVal val="#ppt_w"/>
                                          </p:val>
                                        </p:tav>
                                      </p:tavLst>
                                    </p:anim>
                                    <p:anim calcmode="lin" valueType="num">
                                      <p:cBhvr>
                                        <p:cTn id="68" dur="500" fill="hold"/>
                                        <p:tgtEl>
                                          <p:spTgt spid="56"/>
                                        </p:tgtEl>
                                        <p:attrNameLst>
                                          <p:attrName>ppt_h</p:attrName>
                                        </p:attrNameLst>
                                      </p:cBhvr>
                                      <p:tavLst>
                                        <p:tav tm="0">
                                          <p:val>
                                            <p:fltVal val="0"/>
                                          </p:val>
                                        </p:tav>
                                        <p:tav tm="100000">
                                          <p:val>
                                            <p:strVal val="#ppt_h"/>
                                          </p:val>
                                        </p:tav>
                                      </p:tavLst>
                                    </p:anim>
                                    <p:animEffect transition="in" filter="fade">
                                      <p:cBhvr>
                                        <p:cTn id="69" dur="500"/>
                                        <p:tgtEl>
                                          <p:spTgt spid="56"/>
                                        </p:tgtEl>
                                      </p:cBhvr>
                                    </p:animEffect>
                                  </p:childTnLst>
                                </p:cTn>
                              </p:par>
                              <p:par>
                                <p:cTn id="70" presetID="42" presetClass="path" presetSubtype="0" accel="50000" decel="50000" fill="hold" nodeType="withEffect">
                                  <p:stCondLst>
                                    <p:cond delay="1500"/>
                                  </p:stCondLst>
                                  <p:childTnLst>
                                    <p:animMotion origin="layout" path="M -0.00833 -0.05579 L 1.04167E-6 5.55112E-17 " pathEditMode="relative" rAng="0" ptsTypes="AA">
                                      <p:cBhvr>
                                        <p:cTn id="71" dur="1000" fill="hold"/>
                                        <p:tgtEl>
                                          <p:spTgt spid="56"/>
                                        </p:tgtEl>
                                        <p:attrNameLst>
                                          <p:attrName>ppt_x</p:attrName>
                                          <p:attrName>ppt_y</p:attrName>
                                        </p:attrNameLst>
                                      </p:cBhvr>
                                      <p:rCtr x="417" y="2778"/>
                                    </p:animMotion>
                                  </p:childTnLst>
                                </p:cTn>
                              </p:par>
                              <p:par>
                                <p:cTn id="72" presetID="53" presetClass="entr" presetSubtype="16" fill="hold" nodeType="withEffect">
                                  <p:stCondLst>
                                    <p:cond delay="1750"/>
                                  </p:stCondLst>
                                  <p:childTnLst>
                                    <p:set>
                                      <p:cBhvr>
                                        <p:cTn id="73" dur="1" fill="hold">
                                          <p:stCondLst>
                                            <p:cond delay="0"/>
                                          </p:stCondLst>
                                        </p:cTn>
                                        <p:tgtEl>
                                          <p:spTgt spid="82"/>
                                        </p:tgtEl>
                                        <p:attrNameLst>
                                          <p:attrName>style.visibility</p:attrName>
                                        </p:attrNameLst>
                                      </p:cBhvr>
                                      <p:to>
                                        <p:strVal val="visible"/>
                                      </p:to>
                                    </p:set>
                                    <p:anim calcmode="lin" valueType="num">
                                      <p:cBhvr>
                                        <p:cTn id="74" dur="500" fill="hold"/>
                                        <p:tgtEl>
                                          <p:spTgt spid="82"/>
                                        </p:tgtEl>
                                        <p:attrNameLst>
                                          <p:attrName>ppt_w</p:attrName>
                                        </p:attrNameLst>
                                      </p:cBhvr>
                                      <p:tavLst>
                                        <p:tav tm="0">
                                          <p:val>
                                            <p:fltVal val="0"/>
                                          </p:val>
                                        </p:tav>
                                        <p:tav tm="100000">
                                          <p:val>
                                            <p:strVal val="#ppt_w"/>
                                          </p:val>
                                        </p:tav>
                                      </p:tavLst>
                                    </p:anim>
                                    <p:anim calcmode="lin" valueType="num">
                                      <p:cBhvr>
                                        <p:cTn id="75" dur="500" fill="hold"/>
                                        <p:tgtEl>
                                          <p:spTgt spid="82"/>
                                        </p:tgtEl>
                                        <p:attrNameLst>
                                          <p:attrName>ppt_h</p:attrName>
                                        </p:attrNameLst>
                                      </p:cBhvr>
                                      <p:tavLst>
                                        <p:tav tm="0">
                                          <p:val>
                                            <p:fltVal val="0"/>
                                          </p:val>
                                        </p:tav>
                                        <p:tav tm="100000">
                                          <p:val>
                                            <p:strVal val="#ppt_h"/>
                                          </p:val>
                                        </p:tav>
                                      </p:tavLst>
                                    </p:anim>
                                    <p:animEffect transition="in" filter="fade">
                                      <p:cBhvr>
                                        <p:cTn id="76" dur="500"/>
                                        <p:tgtEl>
                                          <p:spTgt spid="82"/>
                                        </p:tgtEl>
                                      </p:cBhvr>
                                    </p:animEffect>
                                  </p:childTnLst>
                                </p:cTn>
                              </p:par>
                              <p:par>
                                <p:cTn id="77" presetID="42" presetClass="path" presetSubtype="0" accel="50000" decel="50000" fill="hold" nodeType="withEffect">
                                  <p:stCondLst>
                                    <p:cond delay="1750"/>
                                  </p:stCondLst>
                                  <p:childTnLst>
                                    <p:animMotion origin="layout" path="M -0.00834 -0.05579 L 2.70833E-6 1.48148E-6 " pathEditMode="relative" rAng="0" ptsTypes="AA">
                                      <p:cBhvr>
                                        <p:cTn id="78" dur="1000" fill="hold"/>
                                        <p:tgtEl>
                                          <p:spTgt spid="82"/>
                                        </p:tgtEl>
                                        <p:attrNameLst>
                                          <p:attrName>ppt_x</p:attrName>
                                          <p:attrName>ppt_y</p:attrName>
                                        </p:attrNameLst>
                                      </p:cBhvr>
                                      <p:rCtr x="417" y="27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9" grpId="0"/>
      <p:bldP spid="50" grpId="0"/>
      <p:bldP spid="51"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088515" y="509905"/>
            <a:ext cx="6577330"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微软雅黑" panose="020B0503020204020204" charset="-122"/>
                <a:sym typeface="+mn-ea"/>
              </a:rPr>
              <a:t>核心技术</a:t>
            </a:r>
            <a:endParaRPr kumimoji="0" lang="zh-CN" altLang="en-US" sz="3600" b="1" i="0" u="none" strike="noStrike" kern="1200" cap="none" spc="200" normalizeH="0" baseline="0" noProof="0" dirty="0">
              <a:ln>
                <a:noFill/>
              </a:ln>
              <a:solidFill>
                <a:srgbClr val="A0DAE4"/>
              </a:solidFill>
              <a:effectLst/>
              <a:uLnTx/>
              <a:uFillTx/>
              <a:latin typeface="Calibri" panose="020F0502020204030204"/>
              <a:ea typeface="ＤＦ明朝体W5" panose="02010609010101010101" pitchFamily="49" charset="-128"/>
              <a:cs typeface="Open Sans" panose="020B0606030504020204" pitchFamily="34" charset="0"/>
            </a:endParaRPr>
          </a:p>
        </p:txBody>
      </p:sp>
      <p:grpSp>
        <p:nvGrpSpPr>
          <p:cNvPr id="6" name="组合 5"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nvGrpSpPr>
        <p:grpSpPr>
          <a:xfrm>
            <a:off x="902572" y="2241436"/>
            <a:ext cx="4722975" cy="3791616"/>
            <a:chOff x="1052038" y="2205441"/>
            <a:chExt cx="5050588" cy="3940703"/>
          </a:xfrm>
        </p:grpSpPr>
        <p:sp>
          <p:nvSpPr>
            <p:cNvPr id="3" name="矩形 2"/>
            <p:cNvSpPr/>
            <p:nvPr/>
          </p:nvSpPr>
          <p:spPr>
            <a:xfrm>
              <a:off x="1052038" y="2205441"/>
              <a:ext cx="5040649" cy="3940703"/>
            </a:xfrm>
            <a:prstGeom prst="rect">
              <a:avLst/>
            </a:prstGeom>
            <a:noFill/>
            <a:ln>
              <a:solidFill>
                <a:srgbClr val="62FDFE">
                  <a:alpha val="5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任意多边形 3"/>
            <p:cNvSpPr/>
            <p:nvPr/>
          </p:nvSpPr>
          <p:spPr>
            <a:xfrm>
              <a:off x="5844209" y="2206487"/>
              <a:ext cx="258417" cy="278296"/>
            </a:xfrm>
            <a:custGeom>
              <a:avLst/>
              <a:gdLst>
                <a:gd name="connsiteX0" fmla="*/ 0 w 258417"/>
                <a:gd name="connsiteY0" fmla="*/ 0 h 278296"/>
                <a:gd name="connsiteX1" fmla="*/ 258417 w 258417"/>
                <a:gd name="connsiteY1" fmla="*/ 0 h 278296"/>
                <a:gd name="connsiteX2" fmla="*/ 258417 w 258417"/>
                <a:gd name="connsiteY2" fmla="*/ 278296 h 278296"/>
              </a:gdLst>
              <a:ahLst/>
              <a:cxnLst>
                <a:cxn ang="0">
                  <a:pos x="connsiteX0" y="connsiteY0"/>
                </a:cxn>
                <a:cxn ang="0">
                  <a:pos x="connsiteX1" y="connsiteY1"/>
                </a:cxn>
                <a:cxn ang="0">
                  <a:pos x="connsiteX2" y="connsiteY2"/>
                </a:cxn>
              </a:cxnLst>
              <a:rect l="l" t="t" r="r" b="b"/>
              <a:pathLst>
                <a:path w="258417" h="278296">
                  <a:moveTo>
                    <a:pt x="0" y="0"/>
                  </a:moveTo>
                  <a:lnTo>
                    <a:pt x="258417" y="0"/>
                  </a:lnTo>
                  <a:lnTo>
                    <a:pt x="258417" y="278296"/>
                  </a:lnTo>
                </a:path>
              </a:pathLst>
            </a:custGeom>
            <a:noFill/>
            <a:ln w="3810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任意多边形 12"/>
            <p:cNvSpPr/>
            <p:nvPr/>
          </p:nvSpPr>
          <p:spPr>
            <a:xfrm flipH="1">
              <a:off x="1059678" y="2206487"/>
              <a:ext cx="258417" cy="278296"/>
            </a:xfrm>
            <a:custGeom>
              <a:avLst/>
              <a:gdLst>
                <a:gd name="connsiteX0" fmla="*/ 0 w 258417"/>
                <a:gd name="connsiteY0" fmla="*/ 0 h 278296"/>
                <a:gd name="connsiteX1" fmla="*/ 258417 w 258417"/>
                <a:gd name="connsiteY1" fmla="*/ 0 h 278296"/>
                <a:gd name="connsiteX2" fmla="*/ 258417 w 258417"/>
                <a:gd name="connsiteY2" fmla="*/ 278296 h 278296"/>
              </a:gdLst>
              <a:ahLst/>
              <a:cxnLst>
                <a:cxn ang="0">
                  <a:pos x="connsiteX0" y="connsiteY0"/>
                </a:cxn>
                <a:cxn ang="0">
                  <a:pos x="connsiteX1" y="connsiteY1"/>
                </a:cxn>
                <a:cxn ang="0">
                  <a:pos x="connsiteX2" y="connsiteY2"/>
                </a:cxn>
              </a:cxnLst>
              <a:rect l="l" t="t" r="r" b="b"/>
              <a:pathLst>
                <a:path w="258417" h="278296">
                  <a:moveTo>
                    <a:pt x="0" y="0"/>
                  </a:moveTo>
                  <a:lnTo>
                    <a:pt x="258417" y="0"/>
                  </a:lnTo>
                  <a:lnTo>
                    <a:pt x="258417" y="278296"/>
                  </a:lnTo>
                </a:path>
              </a:pathLst>
            </a:custGeom>
            <a:noFill/>
            <a:ln w="3810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5" name="组合 4"/>
            <p:cNvGrpSpPr/>
            <p:nvPr/>
          </p:nvGrpSpPr>
          <p:grpSpPr>
            <a:xfrm flipV="1">
              <a:off x="1059678" y="5867848"/>
              <a:ext cx="5042948" cy="278296"/>
              <a:chOff x="1212078" y="2358887"/>
              <a:chExt cx="5042948" cy="278296"/>
            </a:xfrm>
          </p:grpSpPr>
          <p:sp>
            <p:nvSpPr>
              <p:cNvPr id="14" name="任意多边形 13"/>
              <p:cNvSpPr/>
              <p:nvPr/>
            </p:nvSpPr>
            <p:spPr>
              <a:xfrm>
                <a:off x="5996609" y="2358887"/>
                <a:ext cx="258417" cy="278296"/>
              </a:xfrm>
              <a:custGeom>
                <a:avLst/>
                <a:gdLst>
                  <a:gd name="connsiteX0" fmla="*/ 0 w 258417"/>
                  <a:gd name="connsiteY0" fmla="*/ 0 h 278296"/>
                  <a:gd name="connsiteX1" fmla="*/ 258417 w 258417"/>
                  <a:gd name="connsiteY1" fmla="*/ 0 h 278296"/>
                  <a:gd name="connsiteX2" fmla="*/ 258417 w 258417"/>
                  <a:gd name="connsiteY2" fmla="*/ 278296 h 278296"/>
                </a:gdLst>
                <a:ahLst/>
                <a:cxnLst>
                  <a:cxn ang="0">
                    <a:pos x="connsiteX0" y="connsiteY0"/>
                  </a:cxn>
                  <a:cxn ang="0">
                    <a:pos x="connsiteX1" y="connsiteY1"/>
                  </a:cxn>
                  <a:cxn ang="0">
                    <a:pos x="connsiteX2" y="connsiteY2"/>
                  </a:cxn>
                </a:cxnLst>
                <a:rect l="l" t="t" r="r" b="b"/>
                <a:pathLst>
                  <a:path w="258417" h="278296">
                    <a:moveTo>
                      <a:pt x="0" y="0"/>
                    </a:moveTo>
                    <a:lnTo>
                      <a:pt x="258417" y="0"/>
                    </a:lnTo>
                    <a:lnTo>
                      <a:pt x="258417" y="278296"/>
                    </a:lnTo>
                  </a:path>
                </a:pathLst>
              </a:custGeom>
              <a:noFill/>
              <a:ln w="3810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任意多边形 14"/>
              <p:cNvSpPr/>
              <p:nvPr/>
            </p:nvSpPr>
            <p:spPr>
              <a:xfrm flipH="1">
                <a:off x="1212078" y="2358887"/>
                <a:ext cx="258417" cy="278296"/>
              </a:xfrm>
              <a:custGeom>
                <a:avLst/>
                <a:gdLst>
                  <a:gd name="connsiteX0" fmla="*/ 0 w 258417"/>
                  <a:gd name="connsiteY0" fmla="*/ 0 h 278296"/>
                  <a:gd name="connsiteX1" fmla="*/ 258417 w 258417"/>
                  <a:gd name="connsiteY1" fmla="*/ 0 h 278296"/>
                  <a:gd name="connsiteX2" fmla="*/ 258417 w 258417"/>
                  <a:gd name="connsiteY2" fmla="*/ 278296 h 278296"/>
                </a:gdLst>
                <a:ahLst/>
                <a:cxnLst>
                  <a:cxn ang="0">
                    <a:pos x="connsiteX0" y="connsiteY0"/>
                  </a:cxn>
                  <a:cxn ang="0">
                    <a:pos x="connsiteX1" y="connsiteY1"/>
                  </a:cxn>
                  <a:cxn ang="0">
                    <a:pos x="connsiteX2" y="connsiteY2"/>
                  </a:cxn>
                </a:cxnLst>
                <a:rect l="l" t="t" r="r" b="b"/>
                <a:pathLst>
                  <a:path w="258417" h="278296">
                    <a:moveTo>
                      <a:pt x="0" y="0"/>
                    </a:moveTo>
                    <a:lnTo>
                      <a:pt x="258417" y="0"/>
                    </a:lnTo>
                    <a:lnTo>
                      <a:pt x="258417" y="278296"/>
                    </a:lnTo>
                  </a:path>
                </a:pathLst>
              </a:custGeom>
              <a:noFill/>
              <a:ln w="38100">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sp>
        <p:nvSpPr>
          <p:cNvPr id="18" name="椭圆 1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
            </p:custDataLst>
          </p:nvPr>
        </p:nvSpPr>
        <p:spPr>
          <a:xfrm>
            <a:off x="6572176" y="1079868"/>
            <a:ext cx="643101" cy="643101"/>
          </a:xfrm>
          <a:prstGeom prst="ellipse">
            <a:avLst/>
          </a:prstGeom>
          <a:solidFill>
            <a:srgbClr val="6EC7D6">
              <a:alpha val="46000"/>
            </a:srgbClr>
          </a:solidFill>
          <a:ln>
            <a:solidFill>
              <a:srgbClr val="90D5E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srgbClr val="6EC7D6"/>
              </a:solidFill>
              <a:effectLst/>
              <a:uLnTx/>
              <a:uFillTx/>
              <a:latin typeface="Calibri" panose="020F0502020204030204"/>
              <a:ea typeface="宋体" panose="02010600030101010101" pitchFamily="2" charset="-122"/>
              <a:cs typeface="+mn-cs"/>
            </a:endParaRPr>
          </a:p>
        </p:txBody>
      </p:sp>
      <p:sp>
        <p:nvSpPr>
          <p:cNvPr id="19" name="椭圆 1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6563757" y="2328251"/>
            <a:ext cx="643101" cy="643101"/>
          </a:xfrm>
          <a:prstGeom prst="ellipse">
            <a:avLst/>
          </a:prstGeom>
          <a:solidFill>
            <a:srgbClr val="6EC7D6">
              <a:alpha val="46000"/>
            </a:srgbClr>
          </a:solidFill>
          <a:ln>
            <a:solidFill>
              <a:srgbClr val="90D5E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srgbClr val="6EC7D6"/>
              </a:solidFill>
              <a:effectLst/>
              <a:uLnTx/>
              <a:uFillTx/>
              <a:latin typeface="Calibri" panose="020F0502020204030204"/>
              <a:ea typeface="宋体" panose="02010600030101010101" pitchFamily="2" charset="-122"/>
              <a:cs typeface="+mn-cs"/>
            </a:endParaRPr>
          </a:p>
        </p:txBody>
      </p:sp>
      <p:sp>
        <p:nvSpPr>
          <p:cNvPr id="20" name="矩形 1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6649679" y="1240065"/>
            <a:ext cx="430028" cy="3683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Open Sans" panose="020B0606030504020204" pitchFamily="34" charset="0"/>
              </a:rPr>
              <a:t>01</a:t>
            </a:r>
            <a:endParaRPr kumimoji="0" lang="zh-CN" altLang="en-US" sz="1800" b="0"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mn-cs"/>
            </a:endParaRPr>
          </a:p>
        </p:txBody>
      </p:sp>
      <p:sp>
        <p:nvSpPr>
          <p:cNvPr id="21" name="矩形 2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6655223" y="2445710"/>
            <a:ext cx="430028"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Open Sans" panose="020B0606030504020204" pitchFamily="34" charset="0"/>
              </a:rPr>
              <a:t>02</a:t>
            </a:r>
            <a:endParaRPr kumimoji="0" lang="zh-CN" altLang="en-US" sz="1800" b="0"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mn-cs"/>
            </a:endParaRPr>
          </a:p>
        </p:txBody>
      </p:sp>
      <p:sp>
        <p:nvSpPr>
          <p:cNvPr id="22" name="椭圆 2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5"/>
            </p:custDataLst>
          </p:nvPr>
        </p:nvSpPr>
        <p:spPr>
          <a:xfrm>
            <a:off x="6570563" y="3538815"/>
            <a:ext cx="643101" cy="643101"/>
          </a:xfrm>
          <a:prstGeom prst="ellipse">
            <a:avLst/>
          </a:prstGeom>
          <a:solidFill>
            <a:srgbClr val="6EC7D6">
              <a:alpha val="46000"/>
            </a:srgbClr>
          </a:solidFill>
          <a:ln>
            <a:solidFill>
              <a:srgbClr val="90D5E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srgbClr val="6EC7D6"/>
              </a:solidFill>
              <a:effectLst/>
              <a:uLnTx/>
              <a:uFillTx/>
              <a:latin typeface="Calibri" panose="020F0502020204030204"/>
              <a:ea typeface="宋体" panose="02010600030101010101" pitchFamily="2" charset="-122"/>
              <a:cs typeface="+mn-cs"/>
            </a:endParaRPr>
          </a:p>
        </p:txBody>
      </p:sp>
      <p:sp>
        <p:nvSpPr>
          <p:cNvPr id="23" name="椭圆 2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6"/>
            </p:custDataLst>
          </p:nvPr>
        </p:nvSpPr>
        <p:spPr>
          <a:xfrm>
            <a:off x="6572304" y="4598131"/>
            <a:ext cx="643101" cy="643101"/>
          </a:xfrm>
          <a:prstGeom prst="ellipse">
            <a:avLst/>
          </a:prstGeom>
          <a:solidFill>
            <a:srgbClr val="6EC7D6">
              <a:alpha val="46000"/>
            </a:srgbClr>
          </a:solidFill>
          <a:ln>
            <a:solidFill>
              <a:srgbClr val="90D5E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srgbClr val="6EC7D6"/>
              </a:solidFill>
              <a:effectLst/>
              <a:uLnTx/>
              <a:uFillTx/>
              <a:latin typeface="Calibri" panose="020F0502020204030204"/>
              <a:ea typeface="宋体" panose="02010600030101010101" pitchFamily="2" charset="-122"/>
              <a:cs typeface="+mn-cs"/>
            </a:endParaRPr>
          </a:p>
        </p:txBody>
      </p:sp>
      <p:sp>
        <p:nvSpPr>
          <p:cNvPr id="24" name="矩形 2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7"/>
            </p:custDataLst>
          </p:nvPr>
        </p:nvSpPr>
        <p:spPr>
          <a:xfrm>
            <a:off x="6648066" y="3699012"/>
            <a:ext cx="430028" cy="3683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Open Sans" panose="020B0606030504020204" pitchFamily="34" charset="0"/>
              </a:rPr>
              <a:t>03</a:t>
            </a:r>
            <a:endParaRPr kumimoji="0" lang="zh-CN" altLang="en-US" sz="1800" b="0"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mn-cs"/>
            </a:endParaRPr>
          </a:p>
        </p:txBody>
      </p:sp>
      <p:sp>
        <p:nvSpPr>
          <p:cNvPr id="25" name="矩形 2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8"/>
            </p:custDataLst>
          </p:nvPr>
        </p:nvSpPr>
        <p:spPr>
          <a:xfrm>
            <a:off x="6663770" y="4715590"/>
            <a:ext cx="430028" cy="3683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Open Sans" panose="020B0606030504020204" pitchFamily="34" charset="0"/>
              </a:rPr>
              <a:t>04</a:t>
            </a:r>
            <a:endParaRPr kumimoji="0" lang="zh-CN" altLang="en-US" sz="1800" b="0"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mn-cs"/>
            </a:endParaRPr>
          </a:p>
        </p:txBody>
      </p:sp>
      <p:sp>
        <p:nvSpPr>
          <p:cNvPr id="7"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pic>
        <p:nvPicPr>
          <p:cNvPr id="30" name="图片 29"/>
          <p:cNvPicPr>
            <a:picLocks noChangeAspect="1"/>
          </p:cNvPicPr>
          <p:nvPr/>
        </p:nvPicPr>
        <p:blipFill rotWithShape="1">
          <a:blip r:embed="rId20"/>
          <a:srcRect l="1" r="46144"/>
          <a:stretch>
            <a:fillRect/>
          </a:stretch>
        </p:blipFill>
        <p:spPr>
          <a:xfrm>
            <a:off x="1089394" y="2480424"/>
            <a:ext cx="4162500" cy="3237310"/>
          </a:xfrm>
          <a:prstGeom prst="rect">
            <a:avLst/>
          </a:prstGeom>
        </p:spPr>
      </p:pic>
      <p:sp>
        <p:nvSpPr>
          <p:cNvPr id="3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9"/>
            </p:custDataLst>
          </p:nvPr>
        </p:nvSpPr>
        <p:spPr>
          <a:xfrm>
            <a:off x="7551420" y="934085"/>
            <a:ext cx="3812540" cy="11144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加密技术</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加密技术是信息安全的基础，它通过算法将原始数据转换成无法被直接理解的格式，从而保护数据的机密性。加密算法的类型繁多，其中高级加密标准（</a:t>
            </a:r>
            <a:r>
              <a:rPr kumimoji="0" lang="en-US" altLang="zh-CN"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AES</a:t>
            </a:r>
            <a:r>
              <a:rPr kumimoji="0" lang="zh-CN" altLang="en-US"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）和公钥加密算法（如</a:t>
            </a:r>
            <a:r>
              <a:rPr kumimoji="0" lang="en-US" altLang="zh-CN"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RSA</a:t>
            </a:r>
            <a:r>
              <a:rPr kumimoji="0" lang="zh-CN" altLang="en-US" sz="1050" b="0" i="0" u="none" strike="noStrike" kern="1200" cap="none" spc="0" normalizeH="0" baseline="0" noProof="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）因其强大的安全性和广泛的应用而成为业界标准。这些算法能够在数据传输和存储过程中防止数据被窃取或泄露。</a:t>
            </a:r>
          </a:p>
        </p:txBody>
      </p:sp>
      <p:sp>
        <p:nvSpPr>
          <p:cNvPr id="3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0"/>
            </p:custDataLst>
          </p:nvPr>
        </p:nvSpPr>
        <p:spPr>
          <a:xfrm>
            <a:off x="7551420" y="2111375"/>
            <a:ext cx="3812540" cy="127635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访问控制与身份认证</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访问控制技术确保只有授权用户才能访问特定的系统或数据。身份认证机制，如用户名和密码、生物识别技术等，是验证用户身份的第一步。多因素认证（</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MFA</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）通过增加额外的验证步骤（如短信验证码、指纹认证等）来增强安全性。基于角色的访问控制（</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RBAC</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）则是根据用户的角色和职责来限制对资源的访问，从而减少潜在的安全风险。</a:t>
            </a:r>
          </a:p>
        </p:txBody>
      </p:sp>
      <p:sp>
        <p:nvSpPr>
          <p:cNvPr id="33"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1"/>
            </p:custDataLst>
          </p:nvPr>
        </p:nvSpPr>
        <p:spPr>
          <a:xfrm>
            <a:off x="7551420" y="3387725"/>
            <a:ext cx="3812540" cy="11144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入侵检测与防火墙</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入侵检测系统（</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IDS</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）和防火墙是网络安全的两个重要组成部分。</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IDS</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通过监控网络流量和系统活动来检测潜在的入侵行为，而防火墙则在网络边界上设置规则，以阻止未授权的访问和恶意流量。这些工具能够及时发现并响应安全威胁，保护网络不受攻击。</a:t>
            </a:r>
          </a:p>
        </p:txBody>
      </p:sp>
      <p:sp>
        <p:nvSpPr>
          <p:cNvPr id="34"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2"/>
            </p:custDataLst>
          </p:nvPr>
        </p:nvSpPr>
        <p:spPr>
          <a:xfrm>
            <a:off x="7551420" y="5518785"/>
            <a:ext cx="3812540" cy="9531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区块链</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区块链技术以其去中心化和分布式账本的特性，为数据的不可篡改性和透明性提供了新的解决方案。在区块链中，数据一旦被记录就无法更改，这使得区块链在金融交易、智能合约以及身份验证等领域中具有显著的安全性优势。</a:t>
            </a:r>
          </a:p>
        </p:txBody>
      </p:sp>
      <p:sp>
        <p:nvSpPr>
          <p:cNvPr id="8" name="椭圆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3"/>
            </p:custDataLst>
          </p:nvPr>
        </p:nvSpPr>
        <p:spPr>
          <a:xfrm>
            <a:off x="6572304" y="5518881"/>
            <a:ext cx="643101" cy="643101"/>
          </a:xfrm>
          <a:prstGeom prst="ellipse">
            <a:avLst/>
          </a:prstGeom>
          <a:solidFill>
            <a:srgbClr val="6EC7D6">
              <a:alpha val="46000"/>
            </a:srgbClr>
          </a:solidFill>
          <a:ln>
            <a:solidFill>
              <a:srgbClr val="90D5E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a:ln>
                <a:noFill/>
              </a:ln>
              <a:solidFill>
                <a:srgbClr val="6EC7D6"/>
              </a:solidFill>
              <a:effectLst/>
              <a:uLnTx/>
              <a:uFillTx/>
              <a:latin typeface="Calibri" panose="020F0502020204030204"/>
              <a:ea typeface="宋体" panose="02010600030101010101" pitchFamily="2" charset="-122"/>
              <a:cs typeface="+mn-cs"/>
            </a:endParaRPr>
          </a:p>
        </p:txBody>
      </p:sp>
      <p:sp>
        <p:nvSpPr>
          <p:cNvPr id="9" name="矩形 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4"/>
            </p:custDataLst>
          </p:nvPr>
        </p:nvSpPr>
        <p:spPr>
          <a:xfrm>
            <a:off x="6689170" y="5656660"/>
            <a:ext cx="430028" cy="36830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Open Sans" panose="020B0606030504020204" pitchFamily="34" charset="0"/>
              </a:rPr>
              <a:t>05</a:t>
            </a:r>
            <a:endParaRPr kumimoji="0" lang="zh-CN" altLang="en-US" sz="1800" b="0" i="0" u="none" strike="noStrike" kern="1200" cap="none" spc="0" normalizeH="0" baseline="0" noProof="0" dirty="0">
              <a:ln>
                <a:noFill/>
              </a:ln>
              <a:solidFill>
                <a:srgbClr val="6EC7D6"/>
              </a:solidFill>
              <a:effectLst/>
              <a:uLnTx/>
              <a:uFillTx/>
              <a:latin typeface="Calibri" panose="020F0502020204030204"/>
              <a:ea typeface="宋体" panose="02010600030101010101" pitchFamily="2" charset="-122"/>
              <a:cs typeface="+mn-cs"/>
            </a:endParaRPr>
          </a:p>
        </p:txBody>
      </p:sp>
      <p:sp>
        <p:nvSpPr>
          <p:cNvPr id="1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5"/>
            </p:custDataLst>
          </p:nvPr>
        </p:nvSpPr>
        <p:spPr>
          <a:xfrm>
            <a:off x="7551420" y="4502150"/>
            <a:ext cx="3812540" cy="9531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人工智能</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能够通过分析大量的数据，自动识别和响应安全威胁，甚至能够预测未来的攻击模式。</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AI</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和</a:t>
            </a: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ML</a:t>
            </a: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技术的应用，使得安全防护能够更加智能化，提高了对复杂和新型攻击的防御能力，是未来信息安全发展的重要方向。</a:t>
            </a: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3" presetClass="entr" presetSubtype="16" fill="hold" grpId="0" nodeType="withEffect">
                                  <p:stCondLst>
                                    <p:cond delay="2000"/>
                                  </p:stCondLst>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animEffect transition="in" filter="fade">
                                      <p:cBhvr>
                                        <p:cTn id="28" dur="500"/>
                                        <p:tgtEl>
                                          <p:spTgt spid="18"/>
                                        </p:tgtEl>
                                      </p:cBhvr>
                                    </p:animEffect>
                                  </p:childTnLst>
                                </p:cTn>
                              </p:par>
                              <p:par>
                                <p:cTn id="29" presetID="42" presetClass="path" presetSubtype="0" accel="50000" decel="50000" fill="hold" grpId="1" nodeType="withEffect">
                                  <p:stCondLst>
                                    <p:cond delay="2000"/>
                                  </p:stCondLst>
                                  <p:childTnLst>
                                    <p:animMotion origin="layout" path="M 0.10494 -0.00324 L 5E-6 4.44444E-6 " pathEditMode="relative" rAng="0" ptsTypes="AA">
                                      <p:cBhvr>
                                        <p:cTn id="30" dur="2000" fill="hold"/>
                                        <p:tgtEl>
                                          <p:spTgt spid="18"/>
                                        </p:tgtEl>
                                        <p:attrNameLst>
                                          <p:attrName>ppt_x</p:attrName>
                                          <p:attrName>ppt_y</p:attrName>
                                        </p:attrNameLst>
                                      </p:cBhvr>
                                      <p:rCtr x="-5260" y="208"/>
                                    </p:animMotion>
                                  </p:childTnLst>
                                </p:cTn>
                              </p:par>
                              <p:par>
                                <p:cTn id="31" presetID="53" presetClass="entr" presetSubtype="16" fill="hold" grpId="0" nodeType="withEffect">
                                  <p:stCondLst>
                                    <p:cond delay="2000"/>
                                  </p:stCondLst>
                                  <p:childTnLst>
                                    <p:set>
                                      <p:cBhvr>
                                        <p:cTn id="32" dur="1" fill="hold">
                                          <p:stCondLst>
                                            <p:cond delay="0"/>
                                          </p:stCondLst>
                                        </p:cTn>
                                        <p:tgtEl>
                                          <p:spTgt spid="19"/>
                                        </p:tgtEl>
                                        <p:attrNameLst>
                                          <p:attrName>style.visibility</p:attrName>
                                        </p:attrNameLst>
                                      </p:cBhvr>
                                      <p:to>
                                        <p:strVal val="visible"/>
                                      </p:to>
                                    </p:set>
                                    <p:anim calcmode="lin" valueType="num">
                                      <p:cBhvr>
                                        <p:cTn id="33" dur="500" fill="hold"/>
                                        <p:tgtEl>
                                          <p:spTgt spid="19"/>
                                        </p:tgtEl>
                                        <p:attrNameLst>
                                          <p:attrName>ppt_w</p:attrName>
                                        </p:attrNameLst>
                                      </p:cBhvr>
                                      <p:tavLst>
                                        <p:tav tm="0">
                                          <p:val>
                                            <p:fltVal val="0"/>
                                          </p:val>
                                        </p:tav>
                                        <p:tav tm="100000">
                                          <p:val>
                                            <p:strVal val="#ppt_w"/>
                                          </p:val>
                                        </p:tav>
                                      </p:tavLst>
                                    </p:anim>
                                    <p:anim calcmode="lin" valueType="num">
                                      <p:cBhvr>
                                        <p:cTn id="34" dur="500" fill="hold"/>
                                        <p:tgtEl>
                                          <p:spTgt spid="19"/>
                                        </p:tgtEl>
                                        <p:attrNameLst>
                                          <p:attrName>ppt_h</p:attrName>
                                        </p:attrNameLst>
                                      </p:cBhvr>
                                      <p:tavLst>
                                        <p:tav tm="0">
                                          <p:val>
                                            <p:fltVal val="0"/>
                                          </p:val>
                                        </p:tav>
                                        <p:tav tm="100000">
                                          <p:val>
                                            <p:strVal val="#ppt_h"/>
                                          </p:val>
                                        </p:tav>
                                      </p:tavLst>
                                    </p:anim>
                                    <p:animEffect transition="in" filter="fade">
                                      <p:cBhvr>
                                        <p:cTn id="35" dur="500"/>
                                        <p:tgtEl>
                                          <p:spTgt spid="19"/>
                                        </p:tgtEl>
                                      </p:cBhvr>
                                    </p:animEffect>
                                  </p:childTnLst>
                                </p:cTn>
                              </p:par>
                              <p:par>
                                <p:cTn id="36" presetID="42" presetClass="path" presetSubtype="0" accel="50000" decel="50000" fill="hold" grpId="1" nodeType="withEffect">
                                  <p:stCondLst>
                                    <p:cond delay="2000"/>
                                  </p:stCondLst>
                                  <p:childTnLst>
                                    <p:animMotion origin="layout" path="M 0.10494 -0.00324 L 5E-6 4.44444E-6 " pathEditMode="relative" rAng="0" ptsTypes="AA">
                                      <p:cBhvr>
                                        <p:cTn id="37" dur="2000" fill="hold"/>
                                        <p:tgtEl>
                                          <p:spTgt spid="19"/>
                                        </p:tgtEl>
                                        <p:attrNameLst>
                                          <p:attrName>ppt_x</p:attrName>
                                          <p:attrName>ppt_y</p:attrName>
                                        </p:attrNameLst>
                                      </p:cBhvr>
                                      <p:rCtr x="-5260" y="208"/>
                                    </p:animMotion>
                                  </p:childTnLst>
                                </p:cTn>
                              </p:par>
                              <p:par>
                                <p:cTn id="38" presetID="53" presetClass="entr" presetSubtype="16" fill="hold" grpId="0" nodeType="withEffect">
                                  <p:stCondLst>
                                    <p:cond delay="2000"/>
                                  </p:stCondLst>
                                  <p:childTnLst>
                                    <p:set>
                                      <p:cBhvr>
                                        <p:cTn id="39" dur="1" fill="hold">
                                          <p:stCondLst>
                                            <p:cond delay="0"/>
                                          </p:stCondLst>
                                        </p:cTn>
                                        <p:tgtEl>
                                          <p:spTgt spid="22"/>
                                        </p:tgtEl>
                                        <p:attrNameLst>
                                          <p:attrName>style.visibility</p:attrName>
                                        </p:attrNameLst>
                                      </p:cBhvr>
                                      <p:to>
                                        <p:strVal val="visible"/>
                                      </p:to>
                                    </p:set>
                                    <p:anim calcmode="lin" valueType="num">
                                      <p:cBhvr>
                                        <p:cTn id="40" dur="500" fill="hold"/>
                                        <p:tgtEl>
                                          <p:spTgt spid="22"/>
                                        </p:tgtEl>
                                        <p:attrNameLst>
                                          <p:attrName>ppt_w</p:attrName>
                                        </p:attrNameLst>
                                      </p:cBhvr>
                                      <p:tavLst>
                                        <p:tav tm="0">
                                          <p:val>
                                            <p:fltVal val="0"/>
                                          </p:val>
                                        </p:tav>
                                        <p:tav tm="100000">
                                          <p:val>
                                            <p:strVal val="#ppt_w"/>
                                          </p:val>
                                        </p:tav>
                                      </p:tavLst>
                                    </p:anim>
                                    <p:anim calcmode="lin" valueType="num">
                                      <p:cBhvr>
                                        <p:cTn id="41" dur="500" fill="hold"/>
                                        <p:tgtEl>
                                          <p:spTgt spid="22"/>
                                        </p:tgtEl>
                                        <p:attrNameLst>
                                          <p:attrName>ppt_h</p:attrName>
                                        </p:attrNameLst>
                                      </p:cBhvr>
                                      <p:tavLst>
                                        <p:tav tm="0">
                                          <p:val>
                                            <p:fltVal val="0"/>
                                          </p:val>
                                        </p:tav>
                                        <p:tav tm="100000">
                                          <p:val>
                                            <p:strVal val="#ppt_h"/>
                                          </p:val>
                                        </p:tav>
                                      </p:tavLst>
                                    </p:anim>
                                    <p:animEffect transition="in" filter="fade">
                                      <p:cBhvr>
                                        <p:cTn id="42" dur="500"/>
                                        <p:tgtEl>
                                          <p:spTgt spid="22"/>
                                        </p:tgtEl>
                                      </p:cBhvr>
                                    </p:animEffect>
                                  </p:childTnLst>
                                </p:cTn>
                              </p:par>
                              <p:par>
                                <p:cTn id="43" presetID="42" presetClass="path" presetSubtype="0" accel="50000" decel="50000" fill="hold" grpId="1" nodeType="withEffect">
                                  <p:stCondLst>
                                    <p:cond delay="2000"/>
                                  </p:stCondLst>
                                  <p:childTnLst>
                                    <p:animMotion origin="layout" path="M 0.10494 -0.00324 L 5E-6 4.44444E-6 " pathEditMode="relative" rAng="0" ptsTypes="AA">
                                      <p:cBhvr>
                                        <p:cTn id="44" dur="2000" fill="hold"/>
                                        <p:tgtEl>
                                          <p:spTgt spid="22"/>
                                        </p:tgtEl>
                                        <p:attrNameLst>
                                          <p:attrName>ppt_x</p:attrName>
                                          <p:attrName>ppt_y</p:attrName>
                                        </p:attrNameLst>
                                      </p:cBhvr>
                                      <p:rCtr x="-5260" y="208"/>
                                    </p:animMotion>
                                  </p:childTnLst>
                                </p:cTn>
                              </p:par>
                              <p:par>
                                <p:cTn id="45" presetID="53" presetClass="entr" presetSubtype="16" fill="hold" grpId="0" nodeType="withEffect">
                                  <p:stCondLst>
                                    <p:cond delay="200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par>
                                <p:cTn id="50" presetID="42" presetClass="path" presetSubtype="0" accel="50000" decel="50000" fill="hold" grpId="1" nodeType="withEffect">
                                  <p:stCondLst>
                                    <p:cond delay="2000"/>
                                  </p:stCondLst>
                                  <p:childTnLst>
                                    <p:animMotion origin="layout" path="M 0.10494 -0.00324 L 5E-6 4.44444E-6 " pathEditMode="relative" rAng="0" ptsTypes="AA">
                                      <p:cBhvr>
                                        <p:cTn id="51" dur="2000" fill="hold"/>
                                        <p:tgtEl>
                                          <p:spTgt spid="23"/>
                                        </p:tgtEl>
                                        <p:attrNameLst>
                                          <p:attrName>ppt_x</p:attrName>
                                          <p:attrName>ppt_y</p:attrName>
                                        </p:attrNameLst>
                                      </p:cBhvr>
                                      <p:rCtr x="-5260" y="208"/>
                                    </p:animMotion>
                                  </p:childTnLst>
                                </p:cTn>
                              </p:par>
                              <p:par>
                                <p:cTn id="52" presetID="53" presetClass="entr" presetSubtype="16" fill="hold" grpId="0" nodeType="withEffect">
                                  <p:stCondLst>
                                    <p:cond delay="3500"/>
                                  </p:stCondLst>
                                  <p:childTnLst>
                                    <p:set>
                                      <p:cBhvr>
                                        <p:cTn id="53" dur="1" fill="hold">
                                          <p:stCondLst>
                                            <p:cond delay="0"/>
                                          </p:stCondLst>
                                        </p:cTn>
                                        <p:tgtEl>
                                          <p:spTgt spid="20"/>
                                        </p:tgtEl>
                                        <p:attrNameLst>
                                          <p:attrName>style.visibility</p:attrName>
                                        </p:attrNameLst>
                                      </p:cBhvr>
                                      <p:to>
                                        <p:strVal val="visible"/>
                                      </p:to>
                                    </p:set>
                                    <p:anim calcmode="lin" valueType="num">
                                      <p:cBhvr>
                                        <p:cTn id="54" dur="500" fill="hold"/>
                                        <p:tgtEl>
                                          <p:spTgt spid="20"/>
                                        </p:tgtEl>
                                        <p:attrNameLst>
                                          <p:attrName>ppt_w</p:attrName>
                                        </p:attrNameLst>
                                      </p:cBhvr>
                                      <p:tavLst>
                                        <p:tav tm="0">
                                          <p:val>
                                            <p:fltVal val="0"/>
                                          </p:val>
                                        </p:tav>
                                        <p:tav tm="100000">
                                          <p:val>
                                            <p:strVal val="#ppt_w"/>
                                          </p:val>
                                        </p:tav>
                                      </p:tavLst>
                                    </p:anim>
                                    <p:anim calcmode="lin" valueType="num">
                                      <p:cBhvr>
                                        <p:cTn id="55" dur="500" fill="hold"/>
                                        <p:tgtEl>
                                          <p:spTgt spid="20"/>
                                        </p:tgtEl>
                                        <p:attrNameLst>
                                          <p:attrName>ppt_h</p:attrName>
                                        </p:attrNameLst>
                                      </p:cBhvr>
                                      <p:tavLst>
                                        <p:tav tm="0">
                                          <p:val>
                                            <p:fltVal val="0"/>
                                          </p:val>
                                        </p:tav>
                                        <p:tav tm="100000">
                                          <p:val>
                                            <p:strVal val="#ppt_h"/>
                                          </p:val>
                                        </p:tav>
                                      </p:tavLst>
                                    </p:anim>
                                    <p:animEffect transition="in" filter="fade">
                                      <p:cBhvr>
                                        <p:cTn id="56" dur="500"/>
                                        <p:tgtEl>
                                          <p:spTgt spid="20"/>
                                        </p:tgtEl>
                                      </p:cBhvr>
                                    </p:animEffect>
                                  </p:childTnLst>
                                </p:cTn>
                              </p:par>
                              <p:par>
                                <p:cTn id="57" presetID="53" presetClass="entr" presetSubtype="16" fill="hold" grpId="0" nodeType="withEffect">
                                  <p:stCondLst>
                                    <p:cond delay="3500"/>
                                  </p:stCondLst>
                                  <p:childTnLst>
                                    <p:set>
                                      <p:cBhvr>
                                        <p:cTn id="58" dur="1" fill="hold">
                                          <p:stCondLst>
                                            <p:cond delay="0"/>
                                          </p:stCondLst>
                                        </p:cTn>
                                        <p:tgtEl>
                                          <p:spTgt spid="21"/>
                                        </p:tgtEl>
                                        <p:attrNameLst>
                                          <p:attrName>style.visibility</p:attrName>
                                        </p:attrNameLst>
                                      </p:cBhvr>
                                      <p:to>
                                        <p:strVal val="visible"/>
                                      </p:to>
                                    </p:set>
                                    <p:anim calcmode="lin" valueType="num">
                                      <p:cBhvr>
                                        <p:cTn id="59" dur="500" fill="hold"/>
                                        <p:tgtEl>
                                          <p:spTgt spid="21"/>
                                        </p:tgtEl>
                                        <p:attrNameLst>
                                          <p:attrName>ppt_w</p:attrName>
                                        </p:attrNameLst>
                                      </p:cBhvr>
                                      <p:tavLst>
                                        <p:tav tm="0">
                                          <p:val>
                                            <p:fltVal val="0"/>
                                          </p:val>
                                        </p:tav>
                                        <p:tav tm="100000">
                                          <p:val>
                                            <p:strVal val="#ppt_w"/>
                                          </p:val>
                                        </p:tav>
                                      </p:tavLst>
                                    </p:anim>
                                    <p:anim calcmode="lin" valueType="num">
                                      <p:cBhvr>
                                        <p:cTn id="60" dur="500" fill="hold"/>
                                        <p:tgtEl>
                                          <p:spTgt spid="21"/>
                                        </p:tgtEl>
                                        <p:attrNameLst>
                                          <p:attrName>ppt_h</p:attrName>
                                        </p:attrNameLst>
                                      </p:cBhvr>
                                      <p:tavLst>
                                        <p:tav tm="0">
                                          <p:val>
                                            <p:fltVal val="0"/>
                                          </p:val>
                                        </p:tav>
                                        <p:tav tm="100000">
                                          <p:val>
                                            <p:strVal val="#ppt_h"/>
                                          </p:val>
                                        </p:tav>
                                      </p:tavLst>
                                    </p:anim>
                                    <p:animEffect transition="in" filter="fade">
                                      <p:cBhvr>
                                        <p:cTn id="61" dur="500"/>
                                        <p:tgtEl>
                                          <p:spTgt spid="21"/>
                                        </p:tgtEl>
                                      </p:cBhvr>
                                    </p:animEffect>
                                  </p:childTnLst>
                                </p:cTn>
                              </p:par>
                              <p:par>
                                <p:cTn id="62" presetID="53" presetClass="entr" presetSubtype="16" fill="hold" grpId="0" nodeType="withEffect">
                                  <p:stCondLst>
                                    <p:cond delay="3500"/>
                                  </p:stCondLst>
                                  <p:childTnLst>
                                    <p:set>
                                      <p:cBhvr>
                                        <p:cTn id="63" dur="1" fill="hold">
                                          <p:stCondLst>
                                            <p:cond delay="0"/>
                                          </p:stCondLst>
                                        </p:cTn>
                                        <p:tgtEl>
                                          <p:spTgt spid="24"/>
                                        </p:tgtEl>
                                        <p:attrNameLst>
                                          <p:attrName>style.visibility</p:attrName>
                                        </p:attrNameLst>
                                      </p:cBhvr>
                                      <p:to>
                                        <p:strVal val="visible"/>
                                      </p:to>
                                    </p:set>
                                    <p:anim calcmode="lin" valueType="num">
                                      <p:cBhvr>
                                        <p:cTn id="64" dur="500" fill="hold"/>
                                        <p:tgtEl>
                                          <p:spTgt spid="24"/>
                                        </p:tgtEl>
                                        <p:attrNameLst>
                                          <p:attrName>ppt_w</p:attrName>
                                        </p:attrNameLst>
                                      </p:cBhvr>
                                      <p:tavLst>
                                        <p:tav tm="0">
                                          <p:val>
                                            <p:fltVal val="0"/>
                                          </p:val>
                                        </p:tav>
                                        <p:tav tm="100000">
                                          <p:val>
                                            <p:strVal val="#ppt_w"/>
                                          </p:val>
                                        </p:tav>
                                      </p:tavLst>
                                    </p:anim>
                                    <p:anim calcmode="lin" valueType="num">
                                      <p:cBhvr>
                                        <p:cTn id="65" dur="500" fill="hold"/>
                                        <p:tgtEl>
                                          <p:spTgt spid="24"/>
                                        </p:tgtEl>
                                        <p:attrNameLst>
                                          <p:attrName>ppt_h</p:attrName>
                                        </p:attrNameLst>
                                      </p:cBhvr>
                                      <p:tavLst>
                                        <p:tav tm="0">
                                          <p:val>
                                            <p:fltVal val="0"/>
                                          </p:val>
                                        </p:tav>
                                        <p:tav tm="100000">
                                          <p:val>
                                            <p:strVal val="#ppt_h"/>
                                          </p:val>
                                        </p:tav>
                                      </p:tavLst>
                                    </p:anim>
                                    <p:animEffect transition="in" filter="fade">
                                      <p:cBhvr>
                                        <p:cTn id="66" dur="500"/>
                                        <p:tgtEl>
                                          <p:spTgt spid="24"/>
                                        </p:tgtEl>
                                      </p:cBhvr>
                                    </p:animEffect>
                                  </p:childTnLst>
                                </p:cTn>
                              </p:par>
                              <p:par>
                                <p:cTn id="67" presetID="53" presetClass="entr" presetSubtype="16" fill="hold" grpId="0" nodeType="withEffect">
                                  <p:stCondLst>
                                    <p:cond delay="3500"/>
                                  </p:stCondLst>
                                  <p:childTnLst>
                                    <p:set>
                                      <p:cBhvr>
                                        <p:cTn id="68" dur="1" fill="hold">
                                          <p:stCondLst>
                                            <p:cond delay="0"/>
                                          </p:stCondLst>
                                        </p:cTn>
                                        <p:tgtEl>
                                          <p:spTgt spid="25"/>
                                        </p:tgtEl>
                                        <p:attrNameLst>
                                          <p:attrName>style.visibility</p:attrName>
                                        </p:attrNameLst>
                                      </p:cBhvr>
                                      <p:to>
                                        <p:strVal val="visible"/>
                                      </p:to>
                                    </p:set>
                                    <p:anim calcmode="lin" valueType="num">
                                      <p:cBhvr>
                                        <p:cTn id="69" dur="500" fill="hold"/>
                                        <p:tgtEl>
                                          <p:spTgt spid="25"/>
                                        </p:tgtEl>
                                        <p:attrNameLst>
                                          <p:attrName>ppt_w</p:attrName>
                                        </p:attrNameLst>
                                      </p:cBhvr>
                                      <p:tavLst>
                                        <p:tav tm="0">
                                          <p:val>
                                            <p:fltVal val="0"/>
                                          </p:val>
                                        </p:tav>
                                        <p:tav tm="100000">
                                          <p:val>
                                            <p:strVal val="#ppt_w"/>
                                          </p:val>
                                        </p:tav>
                                      </p:tavLst>
                                    </p:anim>
                                    <p:anim calcmode="lin" valueType="num">
                                      <p:cBhvr>
                                        <p:cTn id="70" dur="500" fill="hold"/>
                                        <p:tgtEl>
                                          <p:spTgt spid="25"/>
                                        </p:tgtEl>
                                        <p:attrNameLst>
                                          <p:attrName>ppt_h</p:attrName>
                                        </p:attrNameLst>
                                      </p:cBhvr>
                                      <p:tavLst>
                                        <p:tav tm="0">
                                          <p:val>
                                            <p:fltVal val="0"/>
                                          </p:val>
                                        </p:tav>
                                        <p:tav tm="100000">
                                          <p:val>
                                            <p:strVal val="#ppt_h"/>
                                          </p:val>
                                        </p:tav>
                                      </p:tavLst>
                                    </p:anim>
                                    <p:animEffect transition="in" filter="fade">
                                      <p:cBhvr>
                                        <p:cTn id="71" dur="500"/>
                                        <p:tgtEl>
                                          <p:spTgt spid="25"/>
                                        </p:tgtEl>
                                      </p:cBhvr>
                                    </p:animEffect>
                                  </p:childTnLst>
                                </p:cTn>
                              </p:par>
                              <p:par>
                                <p:cTn id="72" presetID="53" presetClass="entr" presetSubtype="16" fill="hold" nodeType="withEffect">
                                  <p:stCondLst>
                                    <p:cond delay="1250"/>
                                  </p:stCondLst>
                                  <p:childTnLst>
                                    <p:set>
                                      <p:cBhvr>
                                        <p:cTn id="73" dur="1" fill="hold">
                                          <p:stCondLst>
                                            <p:cond delay="0"/>
                                          </p:stCondLst>
                                        </p:cTn>
                                        <p:tgtEl>
                                          <p:spTgt spid="6"/>
                                        </p:tgtEl>
                                        <p:attrNameLst>
                                          <p:attrName>style.visibility</p:attrName>
                                        </p:attrNameLst>
                                      </p:cBhvr>
                                      <p:to>
                                        <p:strVal val="visible"/>
                                      </p:to>
                                    </p:set>
                                    <p:anim calcmode="lin" valueType="num">
                                      <p:cBhvr>
                                        <p:cTn id="74" dur="500" fill="hold"/>
                                        <p:tgtEl>
                                          <p:spTgt spid="6"/>
                                        </p:tgtEl>
                                        <p:attrNameLst>
                                          <p:attrName>ppt_w</p:attrName>
                                        </p:attrNameLst>
                                      </p:cBhvr>
                                      <p:tavLst>
                                        <p:tav tm="0">
                                          <p:val>
                                            <p:fltVal val="0"/>
                                          </p:val>
                                        </p:tav>
                                        <p:tav tm="100000">
                                          <p:val>
                                            <p:strVal val="#ppt_w"/>
                                          </p:val>
                                        </p:tav>
                                      </p:tavLst>
                                    </p:anim>
                                    <p:anim calcmode="lin" valueType="num">
                                      <p:cBhvr>
                                        <p:cTn id="75" dur="500" fill="hold"/>
                                        <p:tgtEl>
                                          <p:spTgt spid="6"/>
                                        </p:tgtEl>
                                        <p:attrNameLst>
                                          <p:attrName>ppt_h</p:attrName>
                                        </p:attrNameLst>
                                      </p:cBhvr>
                                      <p:tavLst>
                                        <p:tav tm="0">
                                          <p:val>
                                            <p:fltVal val="0"/>
                                          </p:val>
                                        </p:tav>
                                        <p:tav tm="100000">
                                          <p:val>
                                            <p:strVal val="#ppt_h"/>
                                          </p:val>
                                        </p:tav>
                                      </p:tavLst>
                                    </p:anim>
                                    <p:animEffect transition="in" filter="fade">
                                      <p:cBhvr>
                                        <p:cTn id="76" dur="500"/>
                                        <p:tgtEl>
                                          <p:spTgt spid="6"/>
                                        </p:tgtEl>
                                      </p:cBhvr>
                                    </p:animEffect>
                                  </p:childTnLst>
                                </p:cTn>
                              </p:par>
                              <p:par>
                                <p:cTn id="77" presetID="26" presetClass="emph" presetSubtype="0" fill="hold" nodeType="withEffect">
                                  <p:stCondLst>
                                    <p:cond delay="1750"/>
                                  </p:stCondLst>
                                  <p:childTnLst>
                                    <p:animEffect transition="out" filter="fade">
                                      <p:cBhvr>
                                        <p:cTn id="78" dur="1000" tmFilter="0, 0; .2, .5; .8, .5; 1, 0"/>
                                        <p:tgtEl>
                                          <p:spTgt spid="6"/>
                                        </p:tgtEl>
                                      </p:cBhvr>
                                    </p:animEffect>
                                    <p:animScale>
                                      <p:cBhvr>
                                        <p:cTn id="79" dur="500" autoRev="1" fill="hold"/>
                                        <p:tgtEl>
                                          <p:spTgt spid="6"/>
                                        </p:tgtEl>
                                      </p:cBhvr>
                                      <p:by x="105000" y="105000"/>
                                    </p:animScale>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30"/>
                                        </p:tgtEl>
                                        <p:attrNameLst>
                                          <p:attrName>style.visibility</p:attrName>
                                        </p:attrNameLst>
                                      </p:cBhvr>
                                      <p:to>
                                        <p:strVal val="visible"/>
                                      </p:to>
                                    </p:set>
                                    <p:anim calcmode="lin" valueType="num">
                                      <p:cBhvr>
                                        <p:cTn id="84" dur="500" fill="hold"/>
                                        <p:tgtEl>
                                          <p:spTgt spid="30"/>
                                        </p:tgtEl>
                                        <p:attrNameLst>
                                          <p:attrName>ppt_w</p:attrName>
                                        </p:attrNameLst>
                                      </p:cBhvr>
                                      <p:tavLst>
                                        <p:tav tm="0">
                                          <p:val>
                                            <p:fltVal val="0"/>
                                          </p:val>
                                        </p:tav>
                                        <p:tav tm="100000">
                                          <p:val>
                                            <p:strVal val="#ppt_w"/>
                                          </p:val>
                                        </p:tav>
                                      </p:tavLst>
                                    </p:anim>
                                    <p:anim calcmode="lin" valueType="num">
                                      <p:cBhvr>
                                        <p:cTn id="85" dur="500" fill="hold"/>
                                        <p:tgtEl>
                                          <p:spTgt spid="30"/>
                                        </p:tgtEl>
                                        <p:attrNameLst>
                                          <p:attrName>ppt_h</p:attrName>
                                        </p:attrNameLst>
                                      </p:cBhvr>
                                      <p:tavLst>
                                        <p:tav tm="0">
                                          <p:val>
                                            <p:fltVal val="0"/>
                                          </p:val>
                                        </p:tav>
                                        <p:tav tm="100000">
                                          <p:val>
                                            <p:strVal val="#ppt_h"/>
                                          </p:val>
                                        </p:tav>
                                      </p:tavLst>
                                    </p:anim>
                                    <p:animEffect transition="in" filter="fade">
                                      <p:cBhvr>
                                        <p:cTn id="86" dur="500"/>
                                        <p:tgtEl>
                                          <p:spTgt spid="30"/>
                                        </p:tgtEl>
                                      </p:cBhvr>
                                    </p:animEffect>
                                  </p:childTnLst>
                                </p:cTn>
                              </p:par>
                              <p:par>
                                <p:cTn id="87" presetID="22" presetClass="entr" presetSubtype="8" fill="hold" grpId="0" nodeType="withEffect">
                                  <p:stCondLst>
                                    <p:cond delay="2500"/>
                                  </p:stCondLst>
                                  <p:childTnLst>
                                    <p:set>
                                      <p:cBhvr>
                                        <p:cTn id="88" dur="1" fill="hold">
                                          <p:stCondLst>
                                            <p:cond delay="0"/>
                                          </p:stCondLst>
                                        </p:cTn>
                                        <p:tgtEl>
                                          <p:spTgt spid="31"/>
                                        </p:tgtEl>
                                        <p:attrNameLst>
                                          <p:attrName>style.visibility</p:attrName>
                                        </p:attrNameLst>
                                      </p:cBhvr>
                                      <p:to>
                                        <p:strVal val="visible"/>
                                      </p:to>
                                    </p:set>
                                    <p:animEffect transition="in" filter="wipe(left)">
                                      <p:cBhvr>
                                        <p:cTn id="89" dur="500"/>
                                        <p:tgtEl>
                                          <p:spTgt spid="31"/>
                                        </p:tgtEl>
                                      </p:cBhvr>
                                    </p:animEffect>
                                  </p:childTnLst>
                                </p:cTn>
                              </p:par>
                              <p:par>
                                <p:cTn id="90" presetID="22" presetClass="entr" presetSubtype="8" fill="hold" grpId="0" nodeType="withEffect">
                                  <p:stCondLst>
                                    <p:cond delay="2500"/>
                                  </p:stCondLst>
                                  <p:childTnLst>
                                    <p:set>
                                      <p:cBhvr>
                                        <p:cTn id="91" dur="1" fill="hold">
                                          <p:stCondLst>
                                            <p:cond delay="0"/>
                                          </p:stCondLst>
                                        </p:cTn>
                                        <p:tgtEl>
                                          <p:spTgt spid="32"/>
                                        </p:tgtEl>
                                        <p:attrNameLst>
                                          <p:attrName>style.visibility</p:attrName>
                                        </p:attrNameLst>
                                      </p:cBhvr>
                                      <p:to>
                                        <p:strVal val="visible"/>
                                      </p:to>
                                    </p:set>
                                    <p:animEffect transition="in" filter="wipe(left)">
                                      <p:cBhvr>
                                        <p:cTn id="92" dur="500"/>
                                        <p:tgtEl>
                                          <p:spTgt spid="32"/>
                                        </p:tgtEl>
                                      </p:cBhvr>
                                    </p:animEffect>
                                  </p:childTnLst>
                                </p:cTn>
                              </p:par>
                              <p:par>
                                <p:cTn id="93" presetID="22" presetClass="entr" presetSubtype="8" fill="hold" grpId="0" nodeType="withEffect">
                                  <p:stCondLst>
                                    <p:cond delay="2500"/>
                                  </p:stCondLst>
                                  <p:childTnLst>
                                    <p:set>
                                      <p:cBhvr>
                                        <p:cTn id="94" dur="1" fill="hold">
                                          <p:stCondLst>
                                            <p:cond delay="0"/>
                                          </p:stCondLst>
                                        </p:cTn>
                                        <p:tgtEl>
                                          <p:spTgt spid="33"/>
                                        </p:tgtEl>
                                        <p:attrNameLst>
                                          <p:attrName>style.visibility</p:attrName>
                                        </p:attrNameLst>
                                      </p:cBhvr>
                                      <p:to>
                                        <p:strVal val="visible"/>
                                      </p:to>
                                    </p:set>
                                    <p:animEffect transition="in" filter="wipe(left)">
                                      <p:cBhvr>
                                        <p:cTn id="95" dur="500"/>
                                        <p:tgtEl>
                                          <p:spTgt spid="33"/>
                                        </p:tgtEl>
                                      </p:cBhvr>
                                    </p:animEffect>
                                  </p:childTnLst>
                                </p:cTn>
                              </p:par>
                              <p:par>
                                <p:cTn id="96" presetID="22" presetClass="entr" presetSubtype="8" fill="hold" grpId="0" nodeType="withEffect">
                                  <p:stCondLst>
                                    <p:cond delay="2500"/>
                                  </p:stCondLst>
                                  <p:childTnLst>
                                    <p:set>
                                      <p:cBhvr>
                                        <p:cTn id="97" dur="1" fill="hold">
                                          <p:stCondLst>
                                            <p:cond delay="0"/>
                                          </p:stCondLst>
                                        </p:cTn>
                                        <p:tgtEl>
                                          <p:spTgt spid="34"/>
                                        </p:tgtEl>
                                        <p:attrNameLst>
                                          <p:attrName>style.visibility</p:attrName>
                                        </p:attrNameLst>
                                      </p:cBhvr>
                                      <p:to>
                                        <p:strVal val="visible"/>
                                      </p:to>
                                    </p:set>
                                    <p:animEffect transition="in" filter="wipe(left)">
                                      <p:cBhvr>
                                        <p:cTn id="98" dur="500"/>
                                        <p:tgtEl>
                                          <p:spTgt spid="34"/>
                                        </p:tgtEl>
                                      </p:cBhvr>
                                    </p:animEffect>
                                  </p:childTnLst>
                                </p:cTn>
                              </p:par>
                              <p:par>
                                <p:cTn id="99" presetID="53" presetClass="entr" presetSubtype="16" fill="hold" grpId="0" nodeType="withEffect">
                                  <p:stCondLst>
                                    <p:cond delay="2000"/>
                                  </p:stCondLst>
                                  <p:childTnLst>
                                    <p:set>
                                      <p:cBhvr>
                                        <p:cTn id="100" dur="1" fill="hold">
                                          <p:stCondLst>
                                            <p:cond delay="0"/>
                                          </p:stCondLst>
                                        </p:cTn>
                                        <p:tgtEl>
                                          <p:spTgt spid="8"/>
                                        </p:tgtEl>
                                        <p:attrNameLst>
                                          <p:attrName>style.visibility</p:attrName>
                                        </p:attrNameLst>
                                      </p:cBhvr>
                                      <p:to>
                                        <p:strVal val="visible"/>
                                      </p:to>
                                    </p:set>
                                    <p:anim calcmode="lin" valueType="num">
                                      <p:cBhvr>
                                        <p:cTn id="101" dur="500" fill="hold"/>
                                        <p:tgtEl>
                                          <p:spTgt spid="8"/>
                                        </p:tgtEl>
                                        <p:attrNameLst>
                                          <p:attrName>ppt_w</p:attrName>
                                        </p:attrNameLst>
                                      </p:cBhvr>
                                      <p:tavLst>
                                        <p:tav tm="0">
                                          <p:val>
                                            <p:fltVal val="0"/>
                                          </p:val>
                                        </p:tav>
                                        <p:tav tm="100000">
                                          <p:val>
                                            <p:strVal val="#ppt_w"/>
                                          </p:val>
                                        </p:tav>
                                      </p:tavLst>
                                    </p:anim>
                                    <p:anim calcmode="lin" valueType="num">
                                      <p:cBhvr>
                                        <p:cTn id="102" dur="500" fill="hold"/>
                                        <p:tgtEl>
                                          <p:spTgt spid="8"/>
                                        </p:tgtEl>
                                        <p:attrNameLst>
                                          <p:attrName>ppt_h</p:attrName>
                                        </p:attrNameLst>
                                      </p:cBhvr>
                                      <p:tavLst>
                                        <p:tav tm="0">
                                          <p:val>
                                            <p:fltVal val="0"/>
                                          </p:val>
                                        </p:tav>
                                        <p:tav tm="100000">
                                          <p:val>
                                            <p:strVal val="#ppt_h"/>
                                          </p:val>
                                        </p:tav>
                                      </p:tavLst>
                                    </p:anim>
                                    <p:animEffect transition="in" filter="fade">
                                      <p:cBhvr>
                                        <p:cTn id="103" dur="500"/>
                                        <p:tgtEl>
                                          <p:spTgt spid="8"/>
                                        </p:tgtEl>
                                      </p:cBhvr>
                                    </p:animEffect>
                                  </p:childTnLst>
                                </p:cTn>
                              </p:par>
                              <p:par>
                                <p:cTn id="104" presetID="42" presetClass="path" presetSubtype="0" accel="50000" decel="50000" fill="hold" grpId="1" nodeType="withEffect">
                                  <p:stCondLst>
                                    <p:cond delay="2000"/>
                                  </p:stCondLst>
                                  <p:childTnLst>
                                    <p:animMotion origin="layout" path="M 0.10494 -0.00324 L 5E-6 4.44444E-6 " pathEditMode="relative" rAng="0" ptsTypes="AA">
                                      <p:cBhvr>
                                        <p:cTn id="105" dur="2000" fill="hold"/>
                                        <p:tgtEl>
                                          <p:spTgt spid="8"/>
                                        </p:tgtEl>
                                        <p:attrNameLst>
                                          <p:attrName>ppt_x</p:attrName>
                                          <p:attrName>ppt_y</p:attrName>
                                        </p:attrNameLst>
                                      </p:cBhvr>
                                      <p:rCtr x="-5260" y="208"/>
                                    </p:animMotion>
                                  </p:childTnLst>
                                </p:cTn>
                              </p:par>
                              <p:par>
                                <p:cTn id="106" presetID="53" presetClass="entr" presetSubtype="16" fill="hold" grpId="0" nodeType="withEffect">
                                  <p:stCondLst>
                                    <p:cond delay="3500"/>
                                  </p:stCondLst>
                                  <p:childTnLst>
                                    <p:set>
                                      <p:cBhvr>
                                        <p:cTn id="107" dur="1" fill="hold">
                                          <p:stCondLst>
                                            <p:cond delay="0"/>
                                          </p:stCondLst>
                                        </p:cTn>
                                        <p:tgtEl>
                                          <p:spTgt spid="9"/>
                                        </p:tgtEl>
                                        <p:attrNameLst>
                                          <p:attrName>style.visibility</p:attrName>
                                        </p:attrNameLst>
                                      </p:cBhvr>
                                      <p:to>
                                        <p:strVal val="visible"/>
                                      </p:to>
                                    </p:set>
                                    <p:anim calcmode="lin" valueType="num">
                                      <p:cBhvr>
                                        <p:cTn id="108" dur="500" fill="hold"/>
                                        <p:tgtEl>
                                          <p:spTgt spid="9"/>
                                        </p:tgtEl>
                                        <p:attrNameLst>
                                          <p:attrName>ppt_w</p:attrName>
                                        </p:attrNameLst>
                                      </p:cBhvr>
                                      <p:tavLst>
                                        <p:tav tm="0">
                                          <p:val>
                                            <p:fltVal val="0"/>
                                          </p:val>
                                        </p:tav>
                                        <p:tav tm="100000">
                                          <p:val>
                                            <p:strVal val="#ppt_w"/>
                                          </p:val>
                                        </p:tav>
                                      </p:tavLst>
                                    </p:anim>
                                    <p:anim calcmode="lin" valueType="num">
                                      <p:cBhvr>
                                        <p:cTn id="109" dur="500" fill="hold"/>
                                        <p:tgtEl>
                                          <p:spTgt spid="9"/>
                                        </p:tgtEl>
                                        <p:attrNameLst>
                                          <p:attrName>ppt_h</p:attrName>
                                        </p:attrNameLst>
                                      </p:cBhvr>
                                      <p:tavLst>
                                        <p:tav tm="0">
                                          <p:val>
                                            <p:fltVal val="0"/>
                                          </p:val>
                                        </p:tav>
                                        <p:tav tm="100000">
                                          <p:val>
                                            <p:strVal val="#ppt_h"/>
                                          </p:val>
                                        </p:tav>
                                      </p:tavLst>
                                    </p:anim>
                                    <p:animEffect transition="in" filter="fade">
                                      <p:cBhvr>
                                        <p:cTn id="110" dur="500"/>
                                        <p:tgtEl>
                                          <p:spTgt spid="9"/>
                                        </p:tgtEl>
                                      </p:cBhvr>
                                    </p:animEffect>
                                  </p:childTnLst>
                                </p:cTn>
                              </p:par>
                              <p:par>
                                <p:cTn id="111" presetID="22" presetClass="entr" presetSubtype="8" fill="hold" grpId="0" nodeType="withEffect">
                                  <p:stCondLst>
                                    <p:cond delay="2500"/>
                                  </p:stCondLst>
                                  <p:childTnLst>
                                    <p:set>
                                      <p:cBhvr>
                                        <p:cTn id="112" dur="1" fill="hold">
                                          <p:stCondLst>
                                            <p:cond delay="0"/>
                                          </p:stCondLst>
                                        </p:cTn>
                                        <p:tgtEl>
                                          <p:spTgt spid="10"/>
                                        </p:tgtEl>
                                        <p:attrNameLst>
                                          <p:attrName>style.visibility</p:attrName>
                                        </p:attrNameLst>
                                      </p:cBhvr>
                                      <p:to>
                                        <p:strVal val="visible"/>
                                      </p:to>
                                    </p:set>
                                    <p:animEffect transition="in" filter="wipe(left)">
                                      <p:cBhvr>
                                        <p:cTn id="1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8" grpId="0" bldLvl="0" animBg="1"/>
      <p:bldP spid="18" grpId="1" bldLvl="0" animBg="1"/>
      <p:bldP spid="19" grpId="0" bldLvl="0" animBg="1"/>
      <p:bldP spid="19" grpId="1" bldLvl="0" animBg="1"/>
      <p:bldP spid="20" grpId="0"/>
      <p:bldP spid="21" grpId="0"/>
      <p:bldP spid="22" grpId="0" bldLvl="0" animBg="1"/>
      <p:bldP spid="22" grpId="1" bldLvl="0" animBg="1"/>
      <p:bldP spid="23" grpId="0" bldLvl="0" animBg="1"/>
      <p:bldP spid="23" grpId="1" bldLvl="0" animBg="1"/>
      <p:bldP spid="24" grpId="0"/>
      <p:bldP spid="25" grpId="0"/>
      <p:bldP spid="31" grpId="0"/>
      <p:bldP spid="32" grpId="0"/>
      <p:bldP spid="33" grpId="0"/>
      <p:bldP spid="34" grpId="0"/>
      <p:bldP spid="8" grpId="0" bldLvl="0" animBg="1"/>
      <p:bldP spid="8" grpId="1" bldLvl="0" animBg="1"/>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691070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Open Sans" panose="020B0606030504020204" pitchFamily="34" charset="0"/>
                <a:sym typeface="+mn-ea"/>
              </a:rPr>
              <a:t>信息安全未来发展趋势</a:t>
            </a:r>
            <a:endParaRPr kumimoji="0" lang="zh-CN" altLang="en-US"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Calibri" panose="020F0502020204030204"/>
              <a:ea typeface="ＤＦ明朝体W5" panose="02010609010101010101" pitchFamily="49" charset="-128"/>
              <a:cs typeface="Open Sans" panose="020B0606030504020204" pitchFamily="34" charset="0"/>
            </a:endParaRPr>
          </a:p>
        </p:txBody>
      </p:sp>
      <p:sp>
        <p:nvSpPr>
          <p:cNvPr id="49"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
            </p:custDataLst>
          </p:nvPr>
        </p:nvSpPr>
        <p:spPr>
          <a:xfrm>
            <a:off x="8291416" y="2077894"/>
            <a:ext cx="2218094" cy="127635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隐私保护与数据安全</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随着个人隐私保护日益成为全球关注的问题，未来信息安全技术将更多地侧重隐私保护和数据安全的创新。诸如同态加密、差分隐私等技术将成为保护个人隐私和敏感数据安全的重要工具。</a:t>
            </a:r>
          </a:p>
        </p:txBody>
      </p:sp>
      <p:sp>
        <p:nvSpPr>
          <p:cNvPr id="5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8291416" y="4587908"/>
            <a:ext cx="2218094" cy="11144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网络安全与物联网</a:t>
            </a:r>
            <a:endPar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物联网的普及带来了全新的安全挑战。随着智能设备的广泛应用，如何确保物联网设备的安全性，防止数据泄露或被攻击，将成为信息安全领域的研究重点</a:t>
            </a:r>
            <a:r>
              <a:rPr kumimoji="0" lang="zh-CN" alt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rPr>
              <a:t>。</a:t>
            </a:r>
          </a:p>
        </p:txBody>
      </p:sp>
      <p:sp>
        <p:nvSpPr>
          <p:cNvPr id="5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1125323" y="2074911"/>
            <a:ext cx="2266962" cy="14376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智能化与自动化</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随着攻击方式的不断变化和复杂化，信息安全防护将趋向智能化和自动化。利用人工智能、大数据分析和机器学习等技术，信息安全系统将具备自动识别、反应和修复的能力。自动化的安全防护能够更有效地应对新型威胁，减少人工干预。</a:t>
            </a:r>
          </a:p>
        </p:txBody>
      </p:sp>
      <p:sp>
        <p:nvSpPr>
          <p:cNvPr id="5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1125323" y="4581961"/>
            <a:ext cx="2266962" cy="15995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云安全与多云架构</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随着云计算的普及，云安全问题逐渐成为信息安全研究的重要方向。如何保证云环境下的数据安全、身份管理和访问控制等，将是未来信息安全的核心挑战之一。同时，多云架构的普及使得信息安全问题更加复杂，如何实现多云环境下的统一安全防护，将是未来发展的关键。</a:t>
            </a:r>
          </a:p>
        </p:txBody>
      </p:sp>
      <p:sp>
        <p:nvSpPr>
          <p:cNvPr id="3"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3931" name="Group 392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a:grpSpLocks noChangeAspect="1"/>
          </p:cNvGrpSpPr>
          <p:nvPr/>
        </p:nvGrpSpPr>
        <p:grpSpPr bwMode="auto">
          <a:xfrm>
            <a:off x="3765177" y="1969987"/>
            <a:ext cx="3778623" cy="3844969"/>
            <a:chOff x="768" y="-979"/>
            <a:chExt cx="6151" cy="6259"/>
          </a:xfrm>
          <a:solidFill>
            <a:srgbClr val="62FDFE">
              <a:alpha val="76000"/>
            </a:srgbClr>
          </a:solidFill>
        </p:grpSpPr>
        <p:sp>
          <p:nvSpPr>
            <p:cNvPr id="3933" name="Freeform 3925"/>
            <p:cNvSpPr/>
            <p:nvPr/>
          </p:nvSpPr>
          <p:spPr bwMode="auto">
            <a:xfrm>
              <a:off x="768" y="1738"/>
              <a:ext cx="45" cy="414"/>
            </a:xfrm>
            <a:custGeom>
              <a:avLst/>
              <a:gdLst>
                <a:gd name="T0" fmla="*/ 11 w 19"/>
                <a:gd name="T1" fmla="*/ 153 h 175"/>
                <a:gd name="T2" fmla="*/ 19 w 19"/>
                <a:gd name="T3" fmla="*/ 0 h 175"/>
                <a:gd name="T4" fmla="*/ 8 w 19"/>
                <a:gd name="T5" fmla="*/ 38 h 175"/>
                <a:gd name="T6" fmla="*/ 3 w 19"/>
                <a:gd name="T7" fmla="*/ 97 h 175"/>
                <a:gd name="T8" fmla="*/ 0 w 19"/>
                <a:gd name="T9" fmla="*/ 175 h 175"/>
                <a:gd name="T10" fmla="*/ 11 w 19"/>
                <a:gd name="T11" fmla="*/ 153 h 175"/>
              </a:gdLst>
              <a:ahLst/>
              <a:cxnLst>
                <a:cxn ang="0">
                  <a:pos x="T0" y="T1"/>
                </a:cxn>
                <a:cxn ang="0">
                  <a:pos x="T2" y="T3"/>
                </a:cxn>
                <a:cxn ang="0">
                  <a:pos x="T4" y="T5"/>
                </a:cxn>
                <a:cxn ang="0">
                  <a:pos x="T6" y="T7"/>
                </a:cxn>
                <a:cxn ang="0">
                  <a:pos x="T8" y="T9"/>
                </a:cxn>
                <a:cxn ang="0">
                  <a:pos x="T10" y="T11"/>
                </a:cxn>
              </a:cxnLst>
              <a:rect l="0" t="0" r="r" b="b"/>
              <a:pathLst>
                <a:path w="19" h="175">
                  <a:moveTo>
                    <a:pt x="11" y="153"/>
                  </a:moveTo>
                  <a:cubicBezTo>
                    <a:pt x="11" y="101"/>
                    <a:pt x="14" y="49"/>
                    <a:pt x="19" y="0"/>
                  </a:cubicBezTo>
                  <a:cubicBezTo>
                    <a:pt x="13" y="12"/>
                    <a:pt x="9" y="25"/>
                    <a:pt x="8" y="38"/>
                  </a:cubicBezTo>
                  <a:cubicBezTo>
                    <a:pt x="6" y="56"/>
                    <a:pt x="4" y="79"/>
                    <a:pt x="3" y="97"/>
                  </a:cubicBezTo>
                  <a:cubicBezTo>
                    <a:pt x="2" y="120"/>
                    <a:pt x="1" y="151"/>
                    <a:pt x="0" y="175"/>
                  </a:cubicBezTo>
                  <a:cubicBezTo>
                    <a:pt x="0" y="167"/>
                    <a:pt x="4" y="160"/>
                    <a:pt x="11" y="15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4" name="Freeform 3926"/>
            <p:cNvSpPr/>
            <p:nvPr/>
          </p:nvSpPr>
          <p:spPr bwMode="auto">
            <a:xfrm>
              <a:off x="799" y="1549"/>
              <a:ext cx="30" cy="175"/>
            </a:xfrm>
            <a:custGeom>
              <a:avLst/>
              <a:gdLst>
                <a:gd name="T0" fmla="*/ 2 w 13"/>
                <a:gd name="T1" fmla="*/ 64 h 74"/>
                <a:gd name="T2" fmla="*/ 13 w 13"/>
                <a:gd name="T3" fmla="*/ 0 h 74"/>
                <a:gd name="T4" fmla="*/ 2 w 13"/>
                <a:gd name="T5" fmla="*/ 65 h 74"/>
                <a:gd name="T6" fmla="*/ 0 w 13"/>
                <a:gd name="T7" fmla="*/ 74 h 74"/>
                <a:gd name="T8" fmla="*/ 2 w 13"/>
                <a:gd name="T9" fmla="*/ 64 h 74"/>
              </a:gdLst>
              <a:ahLst/>
              <a:cxnLst>
                <a:cxn ang="0">
                  <a:pos x="T0" y="T1"/>
                </a:cxn>
                <a:cxn ang="0">
                  <a:pos x="T2" y="T3"/>
                </a:cxn>
                <a:cxn ang="0">
                  <a:pos x="T4" y="T5"/>
                </a:cxn>
                <a:cxn ang="0">
                  <a:pos x="T6" y="T7"/>
                </a:cxn>
                <a:cxn ang="0">
                  <a:pos x="T8" y="T9"/>
                </a:cxn>
              </a:cxnLst>
              <a:rect l="0" t="0" r="r" b="b"/>
              <a:pathLst>
                <a:path w="13" h="74">
                  <a:moveTo>
                    <a:pt x="2" y="64"/>
                  </a:moveTo>
                  <a:cubicBezTo>
                    <a:pt x="5" y="42"/>
                    <a:pt x="9" y="21"/>
                    <a:pt x="13" y="0"/>
                  </a:cubicBezTo>
                  <a:cubicBezTo>
                    <a:pt x="10" y="19"/>
                    <a:pt x="5" y="45"/>
                    <a:pt x="2" y="65"/>
                  </a:cubicBezTo>
                  <a:cubicBezTo>
                    <a:pt x="0" y="74"/>
                    <a:pt x="0" y="74"/>
                    <a:pt x="0" y="74"/>
                  </a:cubicBezTo>
                  <a:cubicBezTo>
                    <a:pt x="1" y="71"/>
                    <a:pt x="1" y="67"/>
                    <a:pt x="2" y="6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5" name="Freeform 3927"/>
            <p:cNvSpPr/>
            <p:nvPr/>
          </p:nvSpPr>
          <p:spPr bwMode="auto">
            <a:xfrm>
              <a:off x="777" y="2393"/>
              <a:ext cx="97" cy="572"/>
            </a:xfrm>
            <a:custGeom>
              <a:avLst/>
              <a:gdLst>
                <a:gd name="T0" fmla="*/ 0 w 41"/>
                <a:gd name="T1" fmla="*/ 0 h 242"/>
                <a:gd name="T2" fmla="*/ 0 w 41"/>
                <a:gd name="T3" fmla="*/ 0 h 242"/>
                <a:gd name="T4" fmla="*/ 2 w 41"/>
                <a:gd name="T5" fmla="*/ 29 h 242"/>
                <a:gd name="T6" fmla="*/ 17 w 41"/>
                <a:gd name="T7" fmla="*/ 133 h 242"/>
                <a:gd name="T8" fmla="*/ 41 w 41"/>
                <a:gd name="T9" fmla="*/ 242 h 242"/>
                <a:gd name="T10" fmla="*/ 0 w 41"/>
                <a:gd name="T11" fmla="*/ 0 h 242"/>
              </a:gdLst>
              <a:ahLst/>
              <a:cxnLst>
                <a:cxn ang="0">
                  <a:pos x="T0" y="T1"/>
                </a:cxn>
                <a:cxn ang="0">
                  <a:pos x="T2" y="T3"/>
                </a:cxn>
                <a:cxn ang="0">
                  <a:pos x="T4" y="T5"/>
                </a:cxn>
                <a:cxn ang="0">
                  <a:pos x="T6" y="T7"/>
                </a:cxn>
                <a:cxn ang="0">
                  <a:pos x="T8" y="T9"/>
                </a:cxn>
                <a:cxn ang="0">
                  <a:pos x="T10" y="T11"/>
                </a:cxn>
              </a:cxnLst>
              <a:rect l="0" t="0" r="r" b="b"/>
              <a:pathLst>
                <a:path w="41" h="242">
                  <a:moveTo>
                    <a:pt x="0" y="0"/>
                  </a:moveTo>
                  <a:cubicBezTo>
                    <a:pt x="0" y="0"/>
                    <a:pt x="0" y="0"/>
                    <a:pt x="0" y="0"/>
                  </a:cubicBezTo>
                  <a:cubicBezTo>
                    <a:pt x="2" y="29"/>
                    <a:pt x="2" y="29"/>
                    <a:pt x="2" y="29"/>
                  </a:cubicBezTo>
                  <a:cubicBezTo>
                    <a:pt x="10" y="98"/>
                    <a:pt x="10" y="98"/>
                    <a:pt x="17" y="133"/>
                  </a:cubicBezTo>
                  <a:cubicBezTo>
                    <a:pt x="31" y="204"/>
                    <a:pt x="31" y="206"/>
                    <a:pt x="41" y="242"/>
                  </a:cubicBezTo>
                  <a:cubicBezTo>
                    <a:pt x="20" y="164"/>
                    <a:pt x="6" y="81"/>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6" name="Freeform 3928"/>
            <p:cNvSpPr/>
            <p:nvPr/>
          </p:nvSpPr>
          <p:spPr bwMode="auto">
            <a:xfrm>
              <a:off x="780" y="2171"/>
              <a:ext cx="440" cy="1605"/>
            </a:xfrm>
            <a:custGeom>
              <a:avLst/>
              <a:gdLst>
                <a:gd name="T0" fmla="*/ 12 w 186"/>
                <a:gd name="T1" fmla="*/ 0 h 679"/>
                <a:gd name="T2" fmla="*/ 0 w 186"/>
                <a:gd name="T3" fmla="*/ 10 h 679"/>
                <a:gd name="T4" fmla="*/ 83 w 186"/>
                <a:gd name="T5" fmla="*/ 468 h 679"/>
                <a:gd name="T6" fmla="*/ 101 w 186"/>
                <a:gd name="T7" fmla="*/ 513 h 679"/>
                <a:gd name="T8" fmla="*/ 135 w 186"/>
                <a:gd name="T9" fmla="*/ 587 h 679"/>
                <a:gd name="T10" fmla="*/ 186 w 186"/>
                <a:gd name="T11" fmla="*/ 679 h 679"/>
                <a:gd name="T12" fmla="*/ 104 w 186"/>
                <a:gd name="T13" fmla="*/ 506 h 679"/>
                <a:gd name="T14" fmla="*/ 12 w 186"/>
                <a:gd name="T15" fmla="*/ 0 h 6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679">
                  <a:moveTo>
                    <a:pt x="12" y="0"/>
                  </a:moveTo>
                  <a:cubicBezTo>
                    <a:pt x="7" y="3"/>
                    <a:pt x="3" y="7"/>
                    <a:pt x="0" y="10"/>
                  </a:cubicBezTo>
                  <a:cubicBezTo>
                    <a:pt x="3" y="165"/>
                    <a:pt x="30" y="325"/>
                    <a:pt x="83" y="468"/>
                  </a:cubicBezTo>
                  <a:cubicBezTo>
                    <a:pt x="89" y="483"/>
                    <a:pt x="95" y="499"/>
                    <a:pt x="101" y="513"/>
                  </a:cubicBezTo>
                  <a:cubicBezTo>
                    <a:pt x="111" y="535"/>
                    <a:pt x="124" y="565"/>
                    <a:pt x="135" y="587"/>
                  </a:cubicBezTo>
                  <a:cubicBezTo>
                    <a:pt x="150" y="614"/>
                    <a:pt x="170" y="652"/>
                    <a:pt x="186" y="679"/>
                  </a:cubicBezTo>
                  <a:cubicBezTo>
                    <a:pt x="156" y="629"/>
                    <a:pt x="128" y="572"/>
                    <a:pt x="104" y="506"/>
                  </a:cubicBezTo>
                  <a:cubicBezTo>
                    <a:pt x="45" y="349"/>
                    <a:pt x="15" y="172"/>
                    <a:pt x="1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7" name="Freeform 3929"/>
            <p:cNvSpPr/>
            <p:nvPr/>
          </p:nvSpPr>
          <p:spPr bwMode="auto">
            <a:xfrm>
              <a:off x="2421" y="-863"/>
              <a:ext cx="698" cy="416"/>
            </a:xfrm>
            <a:custGeom>
              <a:avLst/>
              <a:gdLst>
                <a:gd name="T0" fmla="*/ 60 w 295"/>
                <a:gd name="T1" fmla="*/ 160 h 176"/>
                <a:gd name="T2" fmla="*/ 295 w 295"/>
                <a:gd name="T3" fmla="*/ 0 h 176"/>
                <a:gd name="T4" fmla="*/ 274 w 295"/>
                <a:gd name="T5" fmla="*/ 5 h 176"/>
                <a:gd name="T6" fmla="*/ 210 w 295"/>
                <a:gd name="T7" fmla="*/ 25 h 176"/>
                <a:gd name="T8" fmla="*/ 0 w 295"/>
                <a:gd name="T9" fmla="*/ 176 h 176"/>
                <a:gd name="T10" fmla="*/ 60 w 295"/>
                <a:gd name="T11" fmla="*/ 160 h 176"/>
              </a:gdLst>
              <a:ahLst/>
              <a:cxnLst>
                <a:cxn ang="0">
                  <a:pos x="T0" y="T1"/>
                </a:cxn>
                <a:cxn ang="0">
                  <a:pos x="T2" y="T3"/>
                </a:cxn>
                <a:cxn ang="0">
                  <a:pos x="T4" y="T5"/>
                </a:cxn>
                <a:cxn ang="0">
                  <a:pos x="T6" y="T7"/>
                </a:cxn>
                <a:cxn ang="0">
                  <a:pos x="T8" y="T9"/>
                </a:cxn>
                <a:cxn ang="0">
                  <a:pos x="T10" y="T11"/>
                </a:cxn>
              </a:cxnLst>
              <a:rect l="0" t="0" r="r" b="b"/>
              <a:pathLst>
                <a:path w="295" h="176">
                  <a:moveTo>
                    <a:pt x="60" y="160"/>
                  </a:moveTo>
                  <a:cubicBezTo>
                    <a:pt x="133" y="74"/>
                    <a:pt x="212" y="21"/>
                    <a:pt x="295" y="0"/>
                  </a:cubicBezTo>
                  <a:cubicBezTo>
                    <a:pt x="274" y="5"/>
                    <a:pt x="274" y="5"/>
                    <a:pt x="274" y="5"/>
                  </a:cubicBezTo>
                  <a:cubicBezTo>
                    <a:pt x="210" y="25"/>
                    <a:pt x="210" y="25"/>
                    <a:pt x="210" y="25"/>
                  </a:cubicBezTo>
                  <a:cubicBezTo>
                    <a:pt x="136" y="49"/>
                    <a:pt x="65" y="99"/>
                    <a:pt x="0" y="176"/>
                  </a:cubicBezTo>
                  <a:cubicBezTo>
                    <a:pt x="20" y="170"/>
                    <a:pt x="40" y="165"/>
                    <a:pt x="60" y="1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8" name="Freeform 3930"/>
            <p:cNvSpPr/>
            <p:nvPr/>
          </p:nvSpPr>
          <p:spPr bwMode="auto">
            <a:xfrm>
              <a:off x="3298" y="-937"/>
              <a:ext cx="209" cy="33"/>
            </a:xfrm>
            <a:custGeom>
              <a:avLst/>
              <a:gdLst>
                <a:gd name="T0" fmla="*/ 57 w 88"/>
                <a:gd name="T1" fmla="*/ 5 h 14"/>
                <a:gd name="T2" fmla="*/ 88 w 88"/>
                <a:gd name="T3" fmla="*/ 0 h 14"/>
                <a:gd name="T4" fmla="*/ 10 w 88"/>
                <a:gd name="T5" fmla="*/ 12 h 14"/>
                <a:gd name="T6" fmla="*/ 0 w 88"/>
                <a:gd name="T7" fmla="*/ 14 h 14"/>
                <a:gd name="T8" fmla="*/ 57 w 88"/>
                <a:gd name="T9" fmla="*/ 5 h 14"/>
              </a:gdLst>
              <a:ahLst/>
              <a:cxnLst>
                <a:cxn ang="0">
                  <a:pos x="T0" y="T1"/>
                </a:cxn>
                <a:cxn ang="0">
                  <a:pos x="T2" y="T3"/>
                </a:cxn>
                <a:cxn ang="0">
                  <a:pos x="T4" y="T5"/>
                </a:cxn>
                <a:cxn ang="0">
                  <a:pos x="T6" y="T7"/>
                </a:cxn>
                <a:cxn ang="0">
                  <a:pos x="T8" y="T9"/>
                </a:cxn>
              </a:cxnLst>
              <a:rect l="0" t="0" r="r" b="b"/>
              <a:pathLst>
                <a:path w="88" h="14">
                  <a:moveTo>
                    <a:pt x="57" y="5"/>
                  </a:moveTo>
                  <a:cubicBezTo>
                    <a:pt x="68" y="3"/>
                    <a:pt x="78" y="2"/>
                    <a:pt x="88" y="0"/>
                  </a:cubicBezTo>
                  <a:cubicBezTo>
                    <a:pt x="10" y="12"/>
                    <a:pt x="10" y="12"/>
                    <a:pt x="10" y="12"/>
                  </a:cubicBezTo>
                  <a:cubicBezTo>
                    <a:pt x="7" y="13"/>
                    <a:pt x="3" y="13"/>
                    <a:pt x="0" y="14"/>
                  </a:cubicBezTo>
                  <a:cubicBezTo>
                    <a:pt x="19" y="11"/>
                    <a:pt x="38" y="8"/>
                    <a:pt x="57"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39" name="Freeform 3931"/>
            <p:cNvSpPr/>
            <p:nvPr/>
          </p:nvSpPr>
          <p:spPr bwMode="auto">
            <a:xfrm>
              <a:off x="4296" y="-932"/>
              <a:ext cx="358" cy="66"/>
            </a:xfrm>
            <a:custGeom>
              <a:avLst/>
              <a:gdLst>
                <a:gd name="T0" fmla="*/ 89 w 151"/>
                <a:gd name="T1" fmla="*/ 18 h 28"/>
                <a:gd name="T2" fmla="*/ 151 w 151"/>
                <a:gd name="T3" fmla="*/ 28 h 28"/>
                <a:gd name="T4" fmla="*/ 28 w 151"/>
                <a:gd name="T5" fmla="*/ 4 h 28"/>
                <a:gd name="T6" fmla="*/ 0 w 151"/>
                <a:gd name="T7" fmla="*/ 0 h 28"/>
                <a:gd name="T8" fmla="*/ 89 w 151"/>
                <a:gd name="T9" fmla="*/ 18 h 28"/>
              </a:gdLst>
              <a:ahLst/>
              <a:cxnLst>
                <a:cxn ang="0">
                  <a:pos x="T0" y="T1"/>
                </a:cxn>
                <a:cxn ang="0">
                  <a:pos x="T2" y="T3"/>
                </a:cxn>
                <a:cxn ang="0">
                  <a:pos x="T4" y="T5"/>
                </a:cxn>
                <a:cxn ang="0">
                  <a:pos x="T6" y="T7"/>
                </a:cxn>
                <a:cxn ang="0">
                  <a:pos x="T8" y="T9"/>
                </a:cxn>
              </a:cxnLst>
              <a:rect l="0" t="0" r="r" b="b"/>
              <a:pathLst>
                <a:path w="151" h="28">
                  <a:moveTo>
                    <a:pt x="89" y="18"/>
                  </a:moveTo>
                  <a:cubicBezTo>
                    <a:pt x="110" y="20"/>
                    <a:pt x="131" y="23"/>
                    <a:pt x="151" y="28"/>
                  </a:cubicBezTo>
                  <a:cubicBezTo>
                    <a:pt x="114" y="21"/>
                    <a:pt x="65" y="9"/>
                    <a:pt x="28" y="4"/>
                  </a:cubicBezTo>
                  <a:cubicBezTo>
                    <a:pt x="18" y="2"/>
                    <a:pt x="9" y="1"/>
                    <a:pt x="0" y="0"/>
                  </a:cubicBezTo>
                  <a:cubicBezTo>
                    <a:pt x="30" y="5"/>
                    <a:pt x="60" y="11"/>
                    <a:pt x="89"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40" name="Freeform 3932"/>
            <p:cNvSpPr/>
            <p:nvPr/>
          </p:nvSpPr>
          <p:spPr bwMode="auto">
            <a:xfrm>
              <a:off x="2324" y="-696"/>
              <a:ext cx="305" cy="156"/>
            </a:xfrm>
            <a:custGeom>
              <a:avLst/>
              <a:gdLst>
                <a:gd name="T0" fmla="*/ 88 w 129"/>
                <a:gd name="T1" fmla="*/ 22 h 66"/>
                <a:gd name="T2" fmla="*/ 129 w 129"/>
                <a:gd name="T3" fmla="*/ 0 h 66"/>
                <a:gd name="T4" fmla="*/ 86 w 129"/>
                <a:gd name="T5" fmla="*/ 20 h 66"/>
                <a:gd name="T6" fmla="*/ 5 w 129"/>
                <a:gd name="T7" fmla="*/ 63 h 66"/>
                <a:gd name="T8" fmla="*/ 0 w 129"/>
                <a:gd name="T9" fmla="*/ 66 h 66"/>
                <a:gd name="T10" fmla="*/ 88 w 129"/>
                <a:gd name="T11" fmla="*/ 22 h 66"/>
              </a:gdLst>
              <a:ahLst/>
              <a:cxnLst>
                <a:cxn ang="0">
                  <a:pos x="T0" y="T1"/>
                </a:cxn>
                <a:cxn ang="0">
                  <a:pos x="T2" y="T3"/>
                </a:cxn>
                <a:cxn ang="0">
                  <a:pos x="T4" y="T5"/>
                </a:cxn>
                <a:cxn ang="0">
                  <a:pos x="T6" y="T7"/>
                </a:cxn>
                <a:cxn ang="0">
                  <a:pos x="T8" y="T9"/>
                </a:cxn>
                <a:cxn ang="0">
                  <a:pos x="T10" y="T11"/>
                </a:cxn>
              </a:cxnLst>
              <a:rect l="0" t="0" r="r" b="b"/>
              <a:pathLst>
                <a:path w="129" h="66">
                  <a:moveTo>
                    <a:pt x="88" y="22"/>
                  </a:moveTo>
                  <a:cubicBezTo>
                    <a:pt x="101" y="13"/>
                    <a:pt x="115" y="6"/>
                    <a:pt x="129" y="0"/>
                  </a:cubicBezTo>
                  <a:cubicBezTo>
                    <a:pt x="86" y="20"/>
                    <a:pt x="86" y="20"/>
                    <a:pt x="86" y="20"/>
                  </a:cubicBezTo>
                  <a:cubicBezTo>
                    <a:pt x="5" y="63"/>
                    <a:pt x="5" y="63"/>
                    <a:pt x="5" y="63"/>
                  </a:cubicBezTo>
                  <a:cubicBezTo>
                    <a:pt x="3" y="64"/>
                    <a:pt x="2" y="65"/>
                    <a:pt x="0" y="66"/>
                  </a:cubicBezTo>
                  <a:cubicBezTo>
                    <a:pt x="28" y="50"/>
                    <a:pt x="58" y="35"/>
                    <a:pt x="88"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41" name="Freeform 3933"/>
            <p:cNvSpPr/>
            <p:nvPr/>
          </p:nvSpPr>
          <p:spPr bwMode="auto">
            <a:xfrm>
              <a:off x="3899" y="-960"/>
              <a:ext cx="274" cy="14"/>
            </a:xfrm>
            <a:custGeom>
              <a:avLst/>
              <a:gdLst>
                <a:gd name="T0" fmla="*/ 27 w 116"/>
                <a:gd name="T1" fmla="*/ 1 h 6"/>
                <a:gd name="T2" fmla="*/ 116 w 116"/>
                <a:gd name="T3" fmla="*/ 6 h 6"/>
                <a:gd name="T4" fmla="*/ 0 w 116"/>
                <a:gd name="T5" fmla="*/ 0 h 6"/>
                <a:gd name="T6" fmla="*/ 27 w 116"/>
                <a:gd name="T7" fmla="*/ 1 h 6"/>
              </a:gdLst>
              <a:ahLst/>
              <a:cxnLst>
                <a:cxn ang="0">
                  <a:pos x="T0" y="T1"/>
                </a:cxn>
                <a:cxn ang="0">
                  <a:pos x="T2" y="T3"/>
                </a:cxn>
                <a:cxn ang="0">
                  <a:pos x="T4" y="T5"/>
                </a:cxn>
                <a:cxn ang="0">
                  <a:pos x="T6" y="T7"/>
                </a:cxn>
              </a:cxnLst>
              <a:rect l="0" t="0" r="r" b="b"/>
              <a:pathLst>
                <a:path w="116" h="6">
                  <a:moveTo>
                    <a:pt x="27" y="1"/>
                  </a:moveTo>
                  <a:cubicBezTo>
                    <a:pt x="68" y="2"/>
                    <a:pt x="115" y="6"/>
                    <a:pt x="116" y="6"/>
                  </a:cubicBezTo>
                  <a:cubicBezTo>
                    <a:pt x="81" y="4"/>
                    <a:pt x="35" y="1"/>
                    <a:pt x="0" y="0"/>
                  </a:cubicBezTo>
                  <a:cubicBezTo>
                    <a:pt x="3" y="0"/>
                    <a:pt x="12" y="0"/>
                    <a:pt x="27"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44" name="Freeform 3936"/>
            <p:cNvSpPr/>
            <p:nvPr/>
          </p:nvSpPr>
          <p:spPr bwMode="auto">
            <a:xfrm>
              <a:off x="3956" y="5006"/>
              <a:ext cx="908" cy="239"/>
            </a:xfrm>
            <a:custGeom>
              <a:avLst/>
              <a:gdLst>
                <a:gd name="T0" fmla="*/ 65 w 384"/>
                <a:gd name="T1" fmla="*/ 0 h 101"/>
                <a:gd name="T2" fmla="*/ 0 w 384"/>
                <a:gd name="T3" fmla="*/ 18 h 101"/>
                <a:gd name="T4" fmla="*/ 299 w 384"/>
                <a:gd name="T5" fmla="*/ 75 h 101"/>
                <a:gd name="T6" fmla="*/ 384 w 384"/>
                <a:gd name="T7" fmla="*/ 51 h 101"/>
                <a:gd name="T8" fmla="*/ 65 w 384"/>
                <a:gd name="T9" fmla="*/ 0 h 101"/>
              </a:gdLst>
              <a:ahLst/>
              <a:cxnLst>
                <a:cxn ang="0">
                  <a:pos x="T0" y="T1"/>
                </a:cxn>
                <a:cxn ang="0">
                  <a:pos x="T2" y="T3"/>
                </a:cxn>
                <a:cxn ang="0">
                  <a:pos x="T4" y="T5"/>
                </a:cxn>
                <a:cxn ang="0">
                  <a:pos x="T6" y="T7"/>
                </a:cxn>
                <a:cxn ang="0">
                  <a:pos x="T8" y="T9"/>
                </a:cxn>
              </a:cxnLst>
              <a:rect l="0" t="0" r="r" b="b"/>
              <a:pathLst>
                <a:path w="384" h="101">
                  <a:moveTo>
                    <a:pt x="65" y="0"/>
                  </a:moveTo>
                  <a:cubicBezTo>
                    <a:pt x="43" y="7"/>
                    <a:pt x="22" y="12"/>
                    <a:pt x="0" y="18"/>
                  </a:cubicBezTo>
                  <a:cubicBezTo>
                    <a:pt x="98" y="80"/>
                    <a:pt x="200" y="101"/>
                    <a:pt x="299" y="75"/>
                  </a:cubicBezTo>
                  <a:cubicBezTo>
                    <a:pt x="384" y="51"/>
                    <a:pt x="384" y="51"/>
                    <a:pt x="384" y="51"/>
                  </a:cubicBezTo>
                  <a:cubicBezTo>
                    <a:pt x="279" y="85"/>
                    <a:pt x="170" y="67"/>
                    <a:pt x="6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45" name="Freeform 3937"/>
            <p:cNvSpPr/>
            <p:nvPr/>
          </p:nvSpPr>
          <p:spPr bwMode="auto">
            <a:xfrm>
              <a:off x="4360" y="4959"/>
              <a:ext cx="866" cy="189"/>
            </a:xfrm>
            <a:custGeom>
              <a:avLst/>
              <a:gdLst>
                <a:gd name="T0" fmla="*/ 55 w 366"/>
                <a:gd name="T1" fmla="*/ 0 h 80"/>
                <a:gd name="T2" fmla="*/ 0 w 366"/>
                <a:gd name="T3" fmla="*/ 22 h 80"/>
                <a:gd name="T4" fmla="*/ 296 w 366"/>
                <a:gd name="T5" fmla="*/ 41 h 80"/>
                <a:gd name="T6" fmla="*/ 366 w 366"/>
                <a:gd name="T7" fmla="*/ 10 h 80"/>
                <a:gd name="T8" fmla="*/ 55 w 366"/>
                <a:gd name="T9" fmla="*/ 0 h 80"/>
              </a:gdLst>
              <a:ahLst/>
              <a:cxnLst>
                <a:cxn ang="0">
                  <a:pos x="T0" y="T1"/>
                </a:cxn>
                <a:cxn ang="0">
                  <a:pos x="T2" y="T3"/>
                </a:cxn>
                <a:cxn ang="0">
                  <a:pos x="T4" y="T5"/>
                </a:cxn>
                <a:cxn ang="0">
                  <a:pos x="T6" y="T7"/>
                </a:cxn>
                <a:cxn ang="0">
                  <a:pos x="T8" y="T9"/>
                </a:cxn>
              </a:cxnLst>
              <a:rect l="0" t="0" r="r" b="b"/>
              <a:pathLst>
                <a:path w="366" h="80">
                  <a:moveTo>
                    <a:pt x="55" y="0"/>
                  </a:moveTo>
                  <a:cubicBezTo>
                    <a:pt x="37" y="8"/>
                    <a:pt x="19" y="16"/>
                    <a:pt x="0" y="22"/>
                  </a:cubicBezTo>
                  <a:cubicBezTo>
                    <a:pt x="98" y="72"/>
                    <a:pt x="199" y="80"/>
                    <a:pt x="296" y="41"/>
                  </a:cubicBezTo>
                  <a:cubicBezTo>
                    <a:pt x="366" y="10"/>
                    <a:pt x="366" y="10"/>
                    <a:pt x="366" y="10"/>
                  </a:cubicBezTo>
                  <a:cubicBezTo>
                    <a:pt x="266" y="58"/>
                    <a:pt x="159" y="53"/>
                    <a:pt x="5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51" name="Freeform 3943"/>
            <p:cNvSpPr/>
            <p:nvPr/>
          </p:nvSpPr>
          <p:spPr bwMode="auto">
            <a:xfrm>
              <a:off x="4339" y="4486"/>
              <a:ext cx="390" cy="253"/>
            </a:xfrm>
            <a:custGeom>
              <a:avLst/>
              <a:gdLst>
                <a:gd name="T0" fmla="*/ 165 w 165"/>
                <a:gd name="T1" fmla="*/ 50 h 107"/>
                <a:gd name="T2" fmla="*/ 109 w 165"/>
                <a:gd name="T3" fmla="*/ 0 h 107"/>
                <a:gd name="T4" fmla="*/ 0 w 165"/>
                <a:gd name="T5" fmla="*/ 54 h 107"/>
                <a:gd name="T6" fmla="*/ 59 w 165"/>
                <a:gd name="T7" fmla="*/ 107 h 107"/>
                <a:gd name="T8" fmla="*/ 165 w 165"/>
                <a:gd name="T9" fmla="*/ 50 h 107"/>
              </a:gdLst>
              <a:ahLst/>
              <a:cxnLst>
                <a:cxn ang="0">
                  <a:pos x="T0" y="T1"/>
                </a:cxn>
                <a:cxn ang="0">
                  <a:pos x="T2" y="T3"/>
                </a:cxn>
                <a:cxn ang="0">
                  <a:pos x="T4" y="T5"/>
                </a:cxn>
                <a:cxn ang="0">
                  <a:pos x="T6" y="T7"/>
                </a:cxn>
                <a:cxn ang="0">
                  <a:pos x="T8" y="T9"/>
                </a:cxn>
              </a:cxnLst>
              <a:rect l="0" t="0" r="r" b="b"/>
              <a:pathLst>
                <a:path w="165" h="107">
                  <a:moveTo>
                    <a:pt x="165" y="50"/>
                  </a:moveTo>
                  <a:cubicBezTo>
                    <a:pt x="146" y="35"/>
                    <a:pt x="128" y="18"/>
                    <a:pt x="109" y="0"/>
                  </a:cubicBezTo>
                  <a:cubicBezTo>
                    <a:pt x="73" y="19"/>
                    <a:pt x="37" y="38"/>
                    <a:pt x="0" y="54"/>
                  </a:cubicBezTo>
                  <a:cubicBezTo>
                    <a:pt x="19" y="74"/>
                    <a:pt x="39" y="91"/>
                    <a:pt x="59" y="107"/>
                  </a:cubicBezTo>
                  <a:cubicBezTo>
                    <a:pt x="95" y="90"/>
                    <a:pt x="130" y="71"/>
                    <a:pt x="165" y="5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55" name="Freeform 3947"/>
            <p:cNvSpPr/>
            <p:nvPr/>
          </p:nvSpPr>
          <p:spPr bwMode="auto">
            <a:xfrm>
              <a:off x="3431" y="5065"/>
              <a:ext cx="702" cy="208"/>
            </a:xfrm>
            <a:custGeom>
              <a:avLst/>
              <a:gdLst>
                <a:gd name="T0" fmla="*/ 297 w 297"/>
                <a:gd name="T1" fmla="*/ 77 h 88"/>
                <a:gd name="T2" fmla="*/ 106 w 297"/>
                <a:gd name="T3" fmla="*/ 0 h 88"/>
                <a:gd name="T4" fmla="*/ 33 w 297"/>
                <a:gd name="T5" fmla="*/ 8 h 88"/>
                <a:gd name="T6" fmla="*/ 0 w 297"/>
                <a:gd name="T7" fmla="*/ 10 h 88"/>
                <a:gd name="T8" fmla="*/ 191 w 297"/>
                <a:gd name="T9" fmla="*/ 88 h 88"/>
                <a:gd name="T10" fmla="*/ 225 w 297"/>
                <a:gd name="T11" fmla="*/ 86 h 88"/>
                <a:gd name="T12" fmla="*/ 297 w 297"/>
                <a:gd name="T13" fmla="*/ 77 h 88"/>
              </a:gdLst>
              <a:ahLst/>
              <a:cxnLst>
                <a:cxn ang="0">
                  <a:pos x="T0" y="T1"/>
                </a:cxn>
                <a:cxn ang="0">
                  <a:pos x="T2" y="T3"/>
                </a:cxn>
                <a:cxn ang="0">
                  <a:pos x="T4" y="T5"/>
                </a:cxn>
                <a:cxn ang="0">
                  <a:pos x="T6" y="T7"/>
                </a:cxn>
                <a:cxn ang="0">
                  <a:pos x="T8" y="T9"/>
                </a:cxn>
                <a:cxn ang="0">
                  <a:pos x="T10" y="T11"/>
                </a:cxn>
                <a:cxn ang="0">
                  <a:pos x="T12" y="T13"/>
                </a:cxn>
              </a:cxnLst>
              <a:rect l="0" t="0" r="r" b="b"/>
              <a:pathLst>
                <a:path w="297" h="88">
                  <a:moveTo>
                    <a:pt x="297" y="77"/>
                  </a:moveTo>
                  <a:cubicBezTo>
                    <a:pt x="233" y="69"/>
                    <a:pt x="168" y="43"/>
                    <a:pt x="106" y="0"/>
                  </a:cubicBezTo>
                  <a:cubicBezTo>
                    <a:pt x="82" y="3"/>
                    <a:pt x="58" y="6"/>
                    <a:pt x="33" y="8"/>
                  </a:cubicBezTo>
                  <a:cubicBezTo>
                    <a:pt x="22" y="9"/>
                    <a:pt x="11" y="9"/>
                    <a:pt x="0" y="10"/>
                  </a:cubicBezTo>
                  <a:cubicBezTo>
                    <a:pt x="62" y="53"/>
                    <a:pt x="127" y="79"/>
                    <a:pt x="191" y="88"/>
                  </a:cubicBezTo>
                  <a:cubicBezTo>
                    <a:pt x="202" y="87"/>
                    <a:pt x="213" y="86"/>
                    <a:pt x="225" y="86"/>
                  </a:cubicBezTo>
                  <a:cubicBezTo>
                    <a:pt x="249" y="84"/>
                    <a:pt x="273" y="81"/>
                    <a:pt x="297" y="7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56" name="Freeform 3948"/>
            <p:cNvSpPr/>
            <p:nvPr/>
          </p:nvSpPr>
          <p:spPr bwMode="auto">
            <a:xfrm>
              <a:off x="3982" y="5245"/>
              <a:ext cx="378" cy="35"/>
            </a:xfrm>
            <a:custGeom>
              <a:avLst/>
              <a:gdLst>
                <a:gd name="T0" fmla="*/ 106 w 160"/>
                <a:gd name="T1" fmla="*/ 4 h 15"/>
                <a:gd name="T2" fmla="*/ 34 w 160"/>
                <a:gd name="T3" fmla="*/ 12 h 15"/>
                <a:gd name="T4" fmla="*/ 0 w 160"/>
                <a:gd name="T5" fmla="*/ 15 h 15"/>
                <a:gd name="T6" fmla="*/ 17 w 160"/>
                <a:gd name="T7" fmla="*/ 14 h 15"/>
                <a:gd name="T8" fmla="*/ 62 w 160"/>
                <a:gd name="T9" fmla="*/ 11 h 15"/>
                <a:gd name="T10" fmla="*/ 160 w 160"/>
                <a:gd name="T11" fmla="*/ 0 h 15"/>
                <a:gd name="T12" fmla="*/ 106 w 160"/>
                <a:gd name="T13" fmla="*/ 4 h 15"/>
              </a:gdLst>
              <a:ahLst/>
              <a:cxnLst>
                <a:cxn ang="0">
                  <a:pos x="T0" y="T1"/>
                </a:cxn>
                <a:cxn ang="0">
                  <a:pos x="T2" y="T3"/>
                </a:cxn>
                <a:cxn ang="0">
                  <a:pos x="T4" y="T5"/>
                </a:cxn>
                <a:cxn ang="0">
                  <a:pos x="T6" y="T7"/>
                </a:cxn>
                <a:cxn ang="0">
                  <a:pos x="T8" y="T9"/>
                </a:cxn>
                <a:cxn ang="0">
                  <a:pos x="T10" y="T11"/>
                </a:cxn>
                <a:cxn ang="0">
                  <a:pos x="T12" y="T13"/>
                </a:cxn>
              </a:cxnLst>
              <a:rect l="0" t="0" r="r" b="b"/>
              <a:pathLst>
                <a:path w="160" h="15">
                  <a:moveTo>
                    <a:pt x="106" y="4"/>
                  </a:moveTo>
                  <a:cubicBezTo>
                    <a:pt x="82" y="8"/>
                    <a:pt x="58" y="11"/>
                    <a:pt x="34" y="12"/>
                  </a:cubicBezTo>
                  <a:cubicBezTo>
                    <a:pt x="23" y="13"/>
                    <a:pt x="11" y="14"/>
                    <a:pt x="0" y="15"/>
                  </a:cubicBezTo>
                  <a:cubicBezTo>
                    <a:pt x="6" y="15"/>
                    <a:pt x="12" y="14"/>
                    <a:pt x="17" y="14"/>
                  </a:cubicBezTo>
                  <a:cubicBezTo>
                    <a:pt x="62" y="11"/>
                    <a:pt x="62" y="11"/>
                    <a:pt x="62" y="11"/>
                  </a:cubicBezTo>
                  <a:cubicBezTo>
                    <a:pt x="160" y="0"/>
                    <a:pt x="160" y="0"/>
                    <a:pt x="160" y="0"/>
                  </a:cubicBezTo>
                  <a:cubicBezTo>
                    <a:pt x="142" y="3"/>
                    <a:pt x="124" y="4"/>
                    <a:pt x="106"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59" name="Freeform 3951"/>
            <p:cNvSpPr/>
            <p:nvPr/>
          </p:nvSpPr>
          <p:spPr bwMode="auto">
            <a:xfrm>
              <a:off x="5507" y="4663"/>
              <a:ext cx="246" cy="166"/>
            </a:xfrm>
            <a:custGeom>
              <a:avLst/>
              <a:gdLst>
                <a:gd name="T0" fmla="*/ 100 w 104"/>
                <a:gd name="T1" fmla="*/ 3 h 70"/>
                <a:gd name="T2" fmla="*/ 104 w 104"/>
                <a:gd name="T3" fmla="*/ 0 h 70"/>
                <a:gd name="T4" fmla="*/ 80 w 104"/>
                <a:gd name="T5" fmla="*/ 17 h 70"/>
                <a:gd name="T6" fmla="*/ 0 w 104"/>
                <a:gd name="T7" fmla="*/ 70 h 70"/>
                <a:gd name="T8" fmla="*/ 100 w 104"/>
                <a:gd name="T9" fmla="*/ 4 h 70"/>
                <a:gd name="T10" fmla="*/ 100 w 104"/>
                <a:gd name="T11" fmla="*/ 3 h 70"/>
              </a:gdLst>
              <a:ahLst/>
              <a:cxnLst>
                <a:cxn ang="0">
                  <a:pos x="T0" y="T1"/>
                </a:cxn>
                <a:cxn ang="0">
                  <a:pos x="T2" y="T3"/>
                </a:cxn>
                <a:cxn ang="0">
                  <a:pos x="T4" y="T5"/>
                </a:cxn>
                <a:cxn ang="0">
                  <a:pos x="T6" y="T7"/>
                </a:cxn>
                <a:cxn ang="0">
                  <a:pos x="T8" y="T9"/>
                </a:cxn>
                <a:cxn ang="0">
                  <a:pos x="T10" y="T11"/>
                </a:cxn>
              </a:cxnLst>
              <a:rect l="0" t="0" r="r" b="b"/>
              <a:pathLst>
                <a:path w="104" h="70">
                  <a:moveTo>
                    <a:pt x="100" y="3"/>
                  </a:moveTo>
                  <a:cubicBezTo>
                    <a:pt x="101" y="2"/>
                    <a:pt x="103" y="1"/>
                    <a:pt x="104" y="0"/>
                  </a:cubicBezTo>
                  <a:cubicBezTo>
                    <a:pt x="103" y="1"/>
                    <a:pt x="103" y="1"/>
                    <a:pt x="80" y="17"/>
                  </a:cubicBezTo>
                  <a:cubicBezTo>
                    <a:pt x="62" y="30"/>
                    <a:pt x="27" y="54"/>
                    <a:pt x="0" y="70"/>
                  </a:cubicBezTo>
                  <a:cubicBezTo>
                    <a:pt x="30" y="51"/>
                    <a:pt x="71" y="25"/>
                    <a:pt x="100" y="4"/>
                  </a:cubicBezTo>
                  <a:cubicBezTo>
                    <a:pt x="100" y="4"/>
                    <a:pt x="100" y="3"/>
                    <a:pt x="100"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60" name="Freeform 3952"/>
            <p:cNvSpPr/>
            <p:nvPr/>
          </p:nvSpPr>
          <p:spPr bwMode="auto">
            <a:xfrm>
              <a:off x="915" y="1345"/>
              <a:ext cx="234" cy="1715"/>
            </a:xfrm>
            <a:custGeom>
              <a:avLst/>
              <a:gdLst>
                <a:gd name="T0" fmla="*/ 99 w 99"/>
                <a:gd name="T1" fmla="*/ 725 h 725"/>
                <a:gd name="T2" fmla="*/ 70 w 99"/>
                <a:gd name="T3" fmla="*/ 0 h 725"/>
                <a:gd name="T4" fmla="*/ 31 w 99"/>
                <a:gd name="T5" fmla="*/ 28 h 725"/>
                <a:gd name="T6" fmla="*/ 59 w 99"/>
                <a:gd name="T7" fmla="*/ 711 h 725"/>
                <a:gd name="T8" fmla="*/ 99 w 99"/>
                <a:gd name="T9" fmla="*/ 725 h 725"/>
              </a:gdLst>
              <a:ahLst/>
              <a:cxnLst>
                <a:cxn ang="0">
                  <a:pos x="T0" y="T1"/>
                </a:cxn>
                <a:cxn ang="0">
                  <a:pos x="T2" y="T3"/>
                </a:cxn>
                <a:cxn ang="0">
                  <a:pos x="T4" y="T5"/>
                </a:cxn>
                <a:cxn ang="0">
                  <a:pos x="T6" y="T7"/>
                </a:cxn>
                <a:cxn ang="0">
                  <a:pos x="T8" y="T9"/>
                </a:cxn>
              </a:cxnLst>
              <a:rect l="0" t="0" r="r" b="b"/>
              <a:pathLst>
                <a:path w="99" h="725">
                  <a:moveTo>
                    <a:pt x="99" y="725"/>
                  </a:moveTo>
                  <a:cubicBezTo>
                    <a:pt x="45" y="485"/>
                    <a:pt x="37" y="228"/>
                    <a:pt x="70" y="0"/>
                  </a:cubicBezTo>
                  <a:cubicBezTo>
                    <a:pt x="56" y="9"/>
                    <a:pt x="43" y="19"/>
                    <a:pt x="31" y="28"/>
                  </a:cubicBezTo>
                  <a:cubicBezTo>
                    <a:pt x="0" y="243"/>
                    <a:pt x="9" y="485"/>
                    <a:pt x="59" y="711"/>
                  </a:cubicBezTo>
                  <a:cubicBezTo>
                    <a:pt x="71" y="716"/>
                    <a:pt x="84" y="721"/>
                    <a:pt x="99" y="7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63" name="Freeform 3955"/>
            <p:cNvSpPr/>
            <p:nvPr/>
          </p:nvSpPr>
          <p:spPr bwMode="auto">
            <a:xfrm>
              <a:off x="1804" y="4290"/>
              <a:ext cx="823" cy="726"/>
            </a:xfrm>
            <a:custGeom>
              <a:avLst/>
              <a:gdLst>
                <a:gd name="T0" fmla="*/ 58 w 348"/>
                <a:gd name="T1" fmla="*/ 24 h 307"/>
                <a:gd name="T2" fmla="*/ 0 w 348"/>
                <a:gd name="T3" fmla="*/ 0 h 307"/>
                <a:gd name="T4" fmla="*/ 247 w 348"/>
                <a:gd name="T5" fmla="*/ 257 h 307"/>
                <a:gd name="T6" fmla="*/ 342 w 348"/>
                <a:gd name="T7" fmla="*/ 304 h 307"/>
                <a:gd name="T8" fmla="*/ 348 w 348"/>
                <a:gd name="T9" fmla="*/ 307 h 307"/>
                <a:gd name="T10" fmla="*/ 58 w 348"/>
                <a:gd name="T11" fmla="*/ 24 h 307"/>
              </a:gdLst>
              <a:ahLst/>
              <a:cxnLst>
                <a:cxn ang="0">
                  <a:pos x="T0" y="T1"/>
                </a:cxn>
                <a:cxn ang="0">
                  <a:pos x="T2" y="T3"/>
                </a:cxn>
                <a:cxn ang="0">
                  <a:pos x="T4" y="T5"/>
                </a:cxn>
                <a:cxn ang="0">
                  <a:pos x="T6" y="T7"/>
                </a:cxn>
                <a:cxn ang="0">
                  <a:pos x="T8" y="T9"/>
                </a:cxn>
                <a:cxn ang="0">
                  <a:pos x="T10" y="T11"/>
                </a:cxn>
              </a:cxnLst>
              <a:rect l="0" t="0" r="r" b="b"/>
              <a:pathLst>
                <a:path w="348" h="307">
                  <a:moveTo>
                    <a:pt x="58" y="24"/>
                  </a:moveTo>
                  <a:cubicBezTo>
                    <a:pt x="38" y="17"/>
                    <a:pt x="18" y="9"/>
                    <a:pt x="0" y="0"/>
                  </a:cubicBezTo>
                  <a:cubicBezTo>
                    <a:pt x="74" y="121"/>
                    <a:pt x="159" y="208"/>
                    <a:pt x="247" y="257"/>
                  </a:cubicBezTo>
                  <a:cubicBezTo>
                    <a:pt x="275" y="271"/>
                    <a:pt x="313" y="291"/>
                    <a:pt x="342" y="304"/>
                  </a:cubicBezTo>
                  <a:cubicBezTo>
                    <a:pt x="348" y="307"/>
                    <a:pt x="348" y="307"/>
                    <a:pt x="348" y="307"/>
                  </a:cubicBezTo>
                  <a:cubicBezTo>
                    <a:pt x="245" y="261"/>
                    <a:pt x="144" y="165"/>
                    <a:pt x="58"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65" name="Freeform 3957"/>
            <p:cNvSpPr/>
            <p:nvPr/>
          </p:nvSpPr>
          <p:spPr bwMode="auto">
            <a:xfrm>
              <a:off x="1220" y="-405"/>
              <a:ext cx="1565" cy="994"/>
            </a:xfrm>
            <a:custGeom>
              <a:avLst/>
              <a:gdLst>
                <a:gd name="T0" fmla="*/ 578 w 662"/>
                <a:gd name="T1" fmla="*/ 149 h 420"/>
                <a:gd name="T2" fmla="*/ 662 w 662"/>
                <a:gd name="T3" fmla="*/ 0 h 420"/>
                <a:gd name="T4" fmla="*/ 65 w 662"/>
                <a:gd name="T5" fmla="*/ 305 h 420"/>
                <a:gd name="T6" fmla="*/ 0 w 662"/>
                <a:gd name="T7" fmla="*/ 420 h 420"/>
                <a:gd name="T8" fmla="*/ 578 w 662"/>
                <a:gd name="T9" fmla="*/ 149 h 420"/>
              </a:gdLst>
              <a:ahLst/>
              <a:cxnLst>
                <a:cxn ang="0">
                  <a:pos x="T0" y="T1"/>
                </a:cxn>
                <a:cxn ang="0">
                  <a:pos x="T2" y="T3"/>
                </a:cxn>
                <a:cxn ang="0">
                  <a:pos x="T4" y="T5"/>
                </a:cxn>
                <a:cxn ang="0">
                  <a:pos x="T6" y="T7"/>
                </a:cxn>
                <a:cxn ang="0">
                  <a:pos x="T8" y="T9"/>
                </a:cxn>
              </a:cxnLst>
              <a:rect l="0" t="0" r="r" b="b"/>
              <a:pathLst>
                <a:path w="662" h="420">
                  <a:moveTo>
                    <a:pt x="578" y="149"/>
                  </a:moveTo>
                  <a:cubicBezTo>
                    <a:pt x="603" y="95"/>
                    <a:pt x="631" y="45"/>
                    <a:pt x="662" y="0"/>
                  </a:cubicBezTo>
                  <a:cubicBezTo>
                    <a:pt x="399" y="26"/>
                    <a:pt x="194" y="138"/>
                    <a:pt x="65" y="305"/>
                  </a:cubicBezTo>
                  <a:cubicBezTo>
                    <a:pt x="41" y="340"/>
                    <a:pt x="20" y="378"/>
                    <a:pt x="0" y="420"/>
                  </a:cubicBezTo>
                  <a:cubicBezTo>
                    <a:pt x="117" y="274"/>
                    <a:pt x="315" y="174"/>
                    <a:pt x="578" y="1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66" name="Freeform 3958"/>
            <p:cNvSpPr/>
            <p:nvPr/>
          </p:nvSpPr>
          <p:spPr bwMode="auto">
            <a:xfrm>
              <a:off x="1161" y="430"/>
              <a:ext cx="371" cy="986"/>
            </a:xfrm>
            <a:custGeom>
              <a:avLst/>
              <a:gdLst>
                <a:gd name="T0" fmla="*/ 66 w 157"/>
                <a:gd name="T1" fmla="*/ 390 h 417"/>
                <a:gd name="T2" fmla="*/ 157 w 157"/>
                <a:gd name="T3" fmla="*/ 0 h 417"/>
                <a:gd name="T4" fmla="*/ 86 w 157"/>
                <a:gd name="T5" fmla="*/ 47 h 417"/>
                <a:gd name="T6" fmla="*/ 0 w 157"/>
                <a:gd name="T7" fmla="*/ 417 h 417"/>
                <a:gd name="T8" fmla="*/ 66 w 157"/>
                <a:gd name="T9" fmla="*/ 390 h 417"/>
              </a:gdLst>
              <a:ahLst/>
              <a:cxnLst>
                <a:cxn ang="0">
                  <a:pos x="T0" y="T1"/>
                </a:cxn>
                <a:cxn ang="0">
                  <a:pos x="T2" y="T3"/>
                </a:cxn>
                <a:cxn ang="0">
                  <a:pos x="T4" y="T5"/>
                </a:cxn>
                <a:cxn ang="0">
                  <a:pos x="T6" y="T7"/>
                </a:cxn>
                <a:cxn ang="0">
                  <a:pos x="T8" y="T9"/>
                </a:cxn>
              </a:cxnLst>
              <a:rect l="0" t="0" r="r" b="b"/>
              <a:pathLst>
                <a:path w="157" h="417">
                  <a:moveTo>
                    <a:pt x="66" y="390"/>
                  </a:moveTo>
                  <a:cubicBezTo>
                    <a:pt x="82" y="249"/>
                    <a:pt x="113" y="116"/>
                    <a:pt x="157" y="0"/>
                  </a:cubicBezTo>
                  <a:cubicBezTo>
                    <a:pt x="132" y="14"/>
                    <a:pt x="108" y="30"/>
                    <a:pt x="86" y="47"/>
                  </a:cubicBezTo>
                  <a:cubicBezTo>
                    <a:pt x="45" y="157"/>
                    <a:pt x="16" y="283"/>
                    <a:pt x="0" y="417"/>
                  </a:cubicBezTo>
                  <a:cubicBezTo>
                    <a:pt x="20" y="408"/>
                    <a:pt x="42" y="399"/>
                    <a:pt x="66" y="39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69" name="Freeform 3961"/>
            <p:cNvSpPr/>
            <p:nvPr/>
          </p:nvSpPr>
          <p:spPr bwMode="auto">
            <a:xfrm>
              <a:off x="1716" y="3521"/>
              <a:ext cx="265" cy="262"/>
            </a:xfrm>
            <a:custGeom>
              <a:avLst/>
              <a:gdLst>
                <a:gd name="T0" fmla="*/ 112 w 112"/>
                <a:gd name="T1" fmla="*/ 111 h 111"/>
                <a:gd name="T2" fmla="*/ 78 w 112"/>
                <a:gd name="T3" fmla="*/ 8 h 111"/>
                <a:gd name="T4" fmla="*/ 0 w 112"/>
                <a:gd name="T5" fmla="*/ 0 h 111"/>
                <a:gd name="T6" fmla="*/ 34 w 112"/>
                <a:gd name="T7" fmla="*/ 101 h 111"/>
                <a:gd name="T8" fmla="*/ 112 w 112"/>
                <a:gd name="T9" fmla="*/ 111 h 111"/>
              </a:gdLst>
              <a:ahLst/>
              <a:cxnLst>
                <a:cxn ang="0">
                  <a:pos x="T0" y="T1"/>
                </a:cxn>
                <a:cxn ang="0">
                  <a:pos x="T2" y="T3"/>
                </a:cxn>
                <a:cxn ang="0">
                  <a:pos x="T4" y="T5"/>
                </a:cxn>
                <a:cxn ang="0">
                  <a:pos x="T6" y="T7"/>
                </a:cxn>
                <a:cxn ang="0">
                  <a:pos x="T8" y="T9"/>
                </a:cxn>
              </a:cxnLst>
              <a:rect l="0" t="0" r="r" b="b"/>
              <a:pathLst>
                <a:path w="112" h="111">
                  <a:moveTo>
                    <a:pt x="112" y="111"/>
                  </a:moveTo>
                  <a:cubicBezTo>
                    <a:pt x="100" y="77"/>
                    <a:pt x="88" y="43"/>
                    <a:pt x="78" y="8"/>
                  </a:cubicBezTo>
                  <a:cubicBezTo>
                    <a:pt x="51" y="6"/>
                    <a:pt x="25" y="4"/>
                    <a:pt x="0" y="0"/>
                  </a:cubicBezTo>
                  <a:cubicBezTo>
                    <a:pt x="10" y="34"/>
                    <a:pt x="22" y="68"/>
                    <a:pt x="34" y="101"/>
                  </a:cubicBezTo>
                  <a:cubicBezTo>
                    <a:pt x="59" y="105"/>
                    <a:pt x="85" y="108"/>
                    <a:pt x="112" y="1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0" name="Freeform 3962"/>
            <p:cNvSpPr/>
            <p:nvPr/>
          </p:nvSpPr>
          <p:spPr bwMode="auto">
            <a:xfrm>
              <a:off x="1851" y="3899"/>
              <a:ext cx="473" cy="589"/>
            </a:xfrm>
            <a:custGeom>
              <a:avLst/>
              <a:gdLst>
                <a:gd name="T0" fmla="*/ 200 w 200"/>
                <a:gd name="T1" fmla="*/ 249 h 249"/>
                <a:gd name="T2" fmla="*/ 79 w 200"/>
                <a:gd name="T3" fmla="*/ 12 h 249"/>
                <a:gd name="T4" fmla="*/ 0 w 200"/>
                <a:gd name="T5" fmla="*/ 0 h 249"/>
                <a:gd name="T6" fmla="*/ 118 w 200"/>
                <a:gd name="T7" fmla="*/ 230 h 249"/>
                <a:gd name="T8" fmla="*/ 200 w 200"/>
                <a:gd name="T9" fmla="*/ 249 h 249"/>
              </a:gdLst>
              <a:ahLst/>
              <a:cxnLst>
                <a:cxn ang="0">
                  <a:pos x="T0" y="T1"/>
                </a:cxn>
                <a:cxn ang="0">
                  <a:pos x="T2" y="T3"/>
                </a:cxn>
                <a:cxn ang="0">
                  <a:pos x="T4" y="T5"/>
                </a:cxn>
                <a:cxn ang="0">
                  <a:pos x="T6" y="T7"/>
                </a:cxn>
                <a:cxn ang="0">
                  <a:pos x="T8" y="T9"/>
                </a:cxn>
              </a:cxnLst>
              <a:rect l="0" t="0" r="r" b="b"/>
              <a:pathLst>
                <a:path w="200" h="249">
                  <a:moveTo>
                    <a:pt x="200" y="249"/>
                  </a:moveTo>
                  <a:cubicBezTo>
                    <a:pt x="156" y="180"/>
                    <a:pt x="115" y="101"/>
                    <a:pt x="79" y="12"/>
                  </a:cubicBezTo>
                  <a:cubicBezTo>
                    <a:pt x="51" y="9"/>
                    <a:pt x="25" y="5"/>
                    <a:pt x="0" y="0"/>
                  </a:cubicBezTo>
                  <a:cubicBezTo>
                    <a:pt x="35" y="87"/>
                    <a:pt x="75" y="164"/>
                    <a:pt x="118" y="230"/>
                  </a:cubicBezTo>
                  <a:cubicBezTo>
                    <a:pt x="144" y="238"/>
                    <a:pt x="172" y="244"/>
                    <a:pt x="200" y="2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1" name="Freeform 3963"/>
            <p:cNvSpPr/>
            <p:nvPr/>
          </p:nvSpPr>
          <p:spPr bwMode="auto">
            <a:xfrm>
              <a:off x="2192" y="4538"/>
              <a:ext cx="1184" cy="702"/>
            </a:xfrm>
            <a:custGeom>
              <a:avLst/>
              <a:gdLst>
                <a:gd name="T0" fmla="*/ 136 w 501"/>
                <a:gd name="T1" fmla="*/ 27 h 297"/>
                <a:gd name="T2" fmla="*/ 0 w 501"/>
                <a:gd name="T3" fmla="*/ 0 h 297"/>
                <a:gd name="T4" fmla="*/ 293 w 501"/>
                <a:gd name="T5" fmla="*/ 244 h 297"/>
                <a:gd name="T6" fmla="*/ 501 w 501"/>
                <a:gd name="T7" fmla="*/ 297 h 297"/>
                <a:gd name="T8" fmla="*/ 136 w 501"/>
                <a:gd name="T9" fmla="*/ 27 h 297"/>
              </a:gdLst>
              <a:ahLst/>
              <a:cxnLst>
                <a:cxn ang="0">
                  <a:pos x="T0" y="T1"/>
                </a:cxn>
                <a:cxn ang="0">
                  <a:pos x="T2" y="T3"/>
                </a:cxn>
                <a:cxn ang="0">
                  <a:pos x="T4" y="T5"/>
                </a:cxn>
                <a:cxn ang="0">
                  <a:pos x="T6" y="T7"/>
                </a:cxn>
                <a:cxn ang="0">
                  <a:pos x="T8" y="T9"/>
                </a:cxn>
              </a:cxnLst>
              <a:rect l="0" t="0" r="r" b="b"/>
              <a:pathLst>
                <a:path w="501" h="297">
                  <a:moveTo>
                    <a:pt x="136" y="27"/>
                  </a:moveTo>
                  <a:cubicBezTo>
                    <a:pt x="89" y="21"/>
                    <a:pt x="43" y="12"/>
                    <a:pt x="0" y="0"/>
                  </a:cubicBezTo>
                  <a:cubicBezTo>
                    <a:pt x="89" y="126"/>
                    <a:pt x="190" y="209"/>
                    <a:pt x="293" y="244"/>
                  </a:cubicBezTo>
                  <a:cubicBezTo>
                    <a:pt x="420" y="282"/>
                    <a:pt x="425" y="284"/>
                    <a:pt x="501" y="297"/>
                  </a:cubicBezTo>
                  <a:cubicBezTo>
                    <a:pt x="374" y="275"/>
                    <a:pt x="246" y="183"/>
                    <a:pt x="136" y="2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3" name="Freeform 3965"/>
            <p:cNvSpPr/>
            <p:nvPr/>
          </p:nvSpPr>
          <p:spPr bwMode="auto">
            <a:xfrm>
              <a:off x="1373" y="3923"/>
              <a:ext cx="518" cy="586"/>
            </a:xfrm>
            <a:custGeom>
              <a:avLst/>
              <a:gdLst>
                <a:gd name="T0" fmla="*/ 219 w 219"/>
                <a:gd name="T1" fmla="*/ 248 h 248"/>
                <a:gd name="T2" fmla="*/ 97 w 219"/>
                <a:gd name="T3" fmla="*/ 65 h 248"/>
                <a:gd name="T4" fmla="*/ 0 w 219"/>
                <a:gd name="T5" fmla="*/ 0 h 248"/>
                <a:gd name="T6" fmla="*/ 110 w 219"/>
                <a:gd name="T7" fmla="*/ 164 h 248"/>
                <a:gd name="T8" fmla="*/ 219 w 219"/>
                <a:gd name="T9" fmla="*/ 248 h 248"/>
              </a:gdLst>
              <a:ahLst/>
              <a:cxnLst>
                <a:cxn ang="0">
                  <a:pos x="T0" y="T1"/>
                </a:cxn>
                <a:cxn ang="0">
                  <a:pos x="T2" y="T3"/>
                </a:cxn>
                <a:cxn ang="0">
                  <a:pos x="T4" y="T5"/>
                </a:cxn>
                <a:cxn ang="0">
                  <a:pos x="T6" y="T7"/>
                </a:cxn>
                <a:cxn ang="0">
                  <a:pos x="T8" y="T9"/>
                </a:cxn>
              </a:cxnLst>
              <a:rect l="0" t="0" r="r" b="b"/>
              <a:pathLst>
                <a:path w="219" h="248">
                  <a:moveTo>
                    <a:pt x="219" y="248"/>
                  </a:moveTo>
                  <a:cubicBezTo>
                    <a:pt x="176" y="198"/>
                    <a:pt x="134" y="137"/>
                    <a:pt x="97" y="65"/>
                  </a:cubicBezTo>
                  <a:cubicBezTo>
                    <a:pt x="61" y="46"/>
                    <a:pt x="28" y="24"/>
                    <a:pt x="0" y="0"/>
                  </a:cubicBezTo>
                  <a:cubicBezTo>
                    <a:pt x="34" y="64"/>
                    <a:pt x="71" y="119"/>
                    <a:pt x="110" y="164"/>
                  </a:cubicBezTo>
                  <a:cubicBezTo>
                    <a:pt x="143" y="196"/>
                    <a:pt x="180" y="224"/>
                    <a:pt x="219" y="24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4" name="Freeform 3966"/>
            <p:cNvSpPr/>
            <p:nvPr/>
          </p:nvSpPr>
          <p:spPr bwMode="auto">
            <a:xfrm>
              <a:off x="1695" y="4379"/>
              <a:ext cx="492" cy="398"/>
            </a:xfrm>
            <a:custGeom>
              <a:avLst/>
              <a:gdLst>
                <a:gd name="T0" fmla="*/ 112 w 208"/>
                <a:gd name="T1" fmla="*/ 87 h 168"/>
                <a:gd name="T2" fmla="*/ 0 w 208"/>
                <a:gd name="T3" fmla="*/ 0 h 168"/>
                <a:gd name="T4" fmla="*/ 15 w 208"/>
                <a:gd name="T5" fmla="*/ 14 h 168"/>
                <a:gd name="T6" fmla="*/ 131 w 208"/>
                <a:gd name="T7" fmla="*/ 114 h 168"/>
                <a:gd name="T8" fmla="*/ 208 w 208"/>
                <a:gd name="T9" fmla="*/ 168 h 168"/>
                <a:gd name="T10" fmla="*/ 112 w 208"/>
                <a:gd name="T11" fmla="*/ 87 h 168"/>
              </a:gdLst>
              <a:ahLst/>
              <a:cxnLst>
                <a:cxn ang="0">
                  <a:pos x="T0" y="T1"/>
                </a:cxn>
                <a:cxn ang="0">
                  <a:pos x="T2" y="T3"/>
                </a:cxn>
                <a:cxn ang="0">
                  <a:pos x="T4" y="T5"/>
                </a:cxn>
                <a:cxn ang="0">
                  <a:pos x="T6" y="T7"/>
                </a:cxn>
                <a:cxn ang="0">
                  <a:pos x="T8" y="T9"/>
                </a:cxn>
                <a:cxn ang="0">
                  <a:pos x="T10" y="T11"/>
                </a:cxn>
              </a:cxnLst>
              <a:rect l="0" t="0" r="r" b="b"/>
              <a:pathLst>
                <a:path w="208" h="168">
                  <a:moveTo>
                    <a:pt x="112" y="87"/>
                  </a:moveTo>
                  <a:cubicBezTo>
                    <a:pt x="72" y="62"/>
                    <a:pt x="34" y="32"/>
                    <a:pt x="0" y="0"/>
                  </a:cubicBezTo>
                  <a:cubicBezTo>
                    <a:pt x="5" y="5"/>
                    <a:pt x="10" y="10"/>
                    <a:pt x="15" y="14"/>
                  </a:cubicBezTo>
                  <a:cubicBezTo>
                    <a:pt x="49" y="45"/>
                    <a:pt x="95" y="85"/>
                    <a:pt x="131" y="114"/>
                  </a:cubicBezTo>
                  <a:cubicBezTo>
                    <a:pt x="208" y="168"/>
                    <a:pt x="208" y="168"/>
                    <a:pt x="208" y="168"/>
                  </a:cubicBezTo>
                  <a:cubicBezTo>
                    <a:pt x="175" y="146"/>
                    <a:pt x="143" y="119"/>
                    <a:pt x="112" y="8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5" name="Freeform 3967"/>
            <p:cNvSpPr/>
            <p:nvPr/>
          </p:nvSpPr>
          <p:spPr bwMode="auto">
            <a:xfrm>
              <a:off x="1047" y="3072"/>
              <a:ext cx="229" cy="309"/>
            </a:xfrm>
            <a:custGeom>
              <a:avLst/>
              <a:gdLst>
                <a:gd name="T0" fmla="*/ 60 w 97"/>
                <a:gd name="T1" fmla="*/ 121 h 131"/>
                <a:gd name="T2" fmla="*/ 83 w 97"/>
                <a:gd name="T3" fmla="*/ 76 h 131"/>
                <a:gd name="T4" fmla="*/ 3 w 97"/>
                <a:gd name="T5" fmla="*/ 27 h 131"/>
                <a:gd name="T6" fmla="*/ 4 w 97"/>
                <a:gd name="T7" fmla="*/ 50 h 131"/>
                <a:gd name="T8" fmla="*/ 60 w 97"/>
                <a:gd name="T9" fmla="*/ 121 h 131"/>
              </a:gdLst>
              <a:ahLst/>
              <a:cxnLst>
                <a:cxn ang="0">
                  <a:pos x="T0" y="T1"/>
                </a:cxn>
                <a:cxn ang="0">
                  <a:pos x="T2" y="T3"/>
                </a:cxn>
                <a:cxn ang="0">
                  <a:pos x="T4" y="T5"/>
                </a:cxn>
                <a:cxn ang="0">
                  <a:pos x="T6" y="T7"/>
                </a:cxn>
                <a:cxn ang="0">
                  <a:pos x="T8" y="T9"/>
                </a:cxn>
              </a:cxnLst>
              <a:rect l="0" t="0" r="r" b="b"/>
              <a:pathLst>
                <a:path w="97" h="131">
                  <a:moveTo>
                    <a:pt x="60" y="121"/>
                  </a:moveTo>
                  <a:cubicBezTo>
                    <a:pt x="86" y="131"/>
                    <a:pt x="97" y="109"/>
                    <a:pt x="83" y="76"/>
                  </a:cubicBezTo>
                  <a:cubicBezTo>
                    <a:pt x="65" y="32"/>
                    <a:pt x="12" y="0"/>
                    <a:pt x="3" y="27"/>
                  </a:cubicBezTo>
                  <a:cubicBezTo>
                    <a:pt x="0" y="35"/>
                    <a:pt x="3" y="44"/>
                    <a:pt x="4" y="50"/>
                  </a:cubicBezTo>
                  <a:cubicBezTo>
                    <a:pt x="15" y="86"/>
                    <a:pt x="41" y="114"/>
                    <a:pt x="60" y="1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6" name="Freeform 3968"/>
            <p:cNvSpPr/>
            <p:nvPr/>
          </p:nvSpPr>
          <p:spPr bwMode="auto">
            <a:xfrm>
              <a:off x="1634" y="177"/>
              <a:ext cx="430" cy="317"/>
            </a:xfrm>
            <a:custGeom>
              <a:avLst/>
              <a:gdLst>
                <a:gd name="T0" fmla="*/ 72 w 182"/>
                <a:gd name="T1" fmla="*/ 115 h 134"/>
                <a:gd name="T2" fmla="*/ 148 w 182"/>
                <a:gd name="T3" fmla="*/ 15 h 134"/>
                <a:gd name="T4" fmla="*/ 12 w 182"/>
                <a:gd name="T5" fmla="*/ 95 h 134"/>
                <a:gd name="T6" fmla="*/ 72 w 182"/>
                <a:gd name="T7" fmla="*/ 115 h 134"/>
              </a:gdLst>
              <a:ahLst/>
              <a:cxnLst>
                <a:cxn ang="0">
                  <a:pos x="T0" y="T1"/>
                </a:cxn>
                <a:cxn ang="0">
                  <a:pos x="T2" y="T3"/>
                </a:cxn>
                <a:cxn ang="0">
                  <a:pos x="T4" y="T5"/>
                </a:cxn>
                <a:cxn ang="0">
                  <a:pos x="T6" y="T7"/>
                </a:cxn>
              </a:cxnLst>
              <a:rect l="0" t="0" r="r" b="b"/>
              <a:pathLst>
                <a:path w="182" h="134">
                  <a:moveTo>
                    <a:pt x="72" y="115"/>
                  </a:moveTo>
                  <a:cubicBezTo>
                    <a:pt x="138" y="89"/>
                    <a:pt x="182" y="30"/>
                    <a:pt x="148" y="15"/>
                  </a:cubicBezTo>
                  <a:cubicBezTo>
                    <a:pt x="115" y="0"/>
                    <a:pt x="34" y="43"/>
                    <a:pt x="12" y="95"/>
                  </a:cubicBezTo>
                  <a:cubicBezTo>
                    <a:pt x="0" y="134"/>
                    <a:pt x="46" y="125"/>
                    <a:pt x="72" y="1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7" name="Freeform 3969"/>
            <p:cNvSpPr/>
            <p:nvPr/>
          </p:nvSpPr>
          <p:spPr bwMode="auto">
            <a:xfrm>
              <a:off x="1184" y="3530"/>
              <a:ext cx="246" cy="301"/>
            </a:xfrm>
            <a:custGeom>
              <a:avLst/>
              <a:gdLst>
                <a:gd name="T0" fmla="*/ 72 w 104"/>
                <a:gd name="T1" fmla="*/ 115 h 127"/>
                <a:gd name="T2" fmla="*/ 100 w 104"/>
                <a:gd name="T3" fmla="*/ 105 h 127"/>
                <a:gd name="T4" fmla="*/ 4 w 104"/>
                <a:gd name="T5" fmla="*/ 15 h 127"/>
                <a:gd name="T6" fmla="*/ 6 w 104"/>
                <a:gd name="T7" fmla="*/ 35 h 127"/>
                <a:gd name="T8" fmla="*/ 72 w 104"/>
                <a:gd name="T9" fmla="*/ 115 h 127"/>
              </a:gdLst>
              <a:ahLst/>
              <a:cxnLst>
                <a:cxn ang="0">
                  <a:pos x="T0" y="T1"/>
                </a:cxn>
                <a:cxn ang="0">
                  <a:pos x="T2" y="T3"/>
                </a:cxn>
                <a:cxn ang="0">
                  <a:pos x="T4" y="T5"/>
                </a:cxn>
                <a:cxn ang="0">
                  <a:pos x="T6" y="T7"/>
                </a:cxn>
                <a:cxn ang="0">
                  <a:pos x="T8" y="T9"/>
                </a:cxn>
              </a:cxnLst>
              <a:rect l="0" t="0" r="r" b="b"/>
              <a:pathLst>
                <a:path w="104" h="127">
                  <a:moveTo>
                    <a:pt x="72" y="115"/>
                  </a:moveTo>
                  <a:cubicBezTo>
                    <a:pt x="92" y="127"/>
                    <a:pt x="104" y="123"/>
                    <a:pt x="100" y="105"/>
                  </a:cubicBezTo>
                  <a:cubicBezTo>
                    <a:pt x="91" y="63"/>
                    <a:pt x="17" y="0"/>
                    <a:pt x="4" y="15"/>
                  </a:cubicBezTo>
                  <a:cubicBezTo>
                    <a:pt x="0" y="20"/>
                    <a:pt x="4" y="30"/>
                    <a:pt x="6" y="35"/>
                  </a:cubicBezTo>
                  <a:cubicBezTo>
                    <a:pt x="21" y="70"/>
                    <a:pt x="51" y="102"/>
                    <a:pt x="72" y="1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8" name="Freeform 3970"/>
            <p:cNvSpPr/>
            <p:nvPr/>
          </p:nvSpPr>
          <p:spPr bwMode="auto">
            <a:xfrm>
              <a:off x="6375" y="3724"/>
              <a:ext cx="213" cy="322"/>
            </a:xfrm>
            <a:custGeom>
              <a:avLst/>
              <a:gdLst>
                <a:gd name="T0" fmla="*/ 48 w 90"/>
                <a:gd name="T1" fmla="*/ 64 h 136"/>
                <a:gd name="T2" fmla="*/ 0 w 90"/>
                <a:gd name="T3" fmla="*/ 136 h 136"/>
                <a:gd name="T4" fmla="*/ 90 w 90"/>
                <a:gd name="T5" fmla="*/ 0 h 136"/>
                <a:gd name="T6" fmla="*/ 48 w 90"/>
                <a:gd name="T7" fmla="*/ 64 h 136"/>
              </a:gdLst>
              <a:ahLst/>
              <a:cxnLst>
                <a:cxn ang="0">
                  <a:pos x="T0" y="T1"/>
                </a:cxn>
                <a:cxn ang="0">
                  <a:pos x="T2" y="T3"/>
                </a:cxn>
                <a:cxn ang="0">
                  <a:pos x="T4" y="T5"/>
                </a:cxn>
                <a:cxn ang="0">
                  <a:pos x="T6" y="T7"/>
                </a:cxn>
              </a:cxnLst>
              <a:rect l="0" t="0" r="r" b="b"/>
              <a:pathLst>
                <a:path w="90" h="136">
                  <a:moveTo>
                    <a:pt x="48" y="64"/>
                  </a:moveTo>
                  <a:cubicBezTo>
                    <a:pt x="33" y="89"/>
                    <a:pt x="17" y="113"/>
                    <a:pt x="0" y="136"/>
                  </a:cubicBezTo>
                  <a:cubicBezTo>
                    <a:pt x="28" y="96"/>
                    <a:pt x="65" y="42"/>
                    <a:pt x="90" y="0"/>
                  </a:cubicBezTo>
                  <a:cubicBezTo>
                    <a:pt x="77" y="23"/>
                    <a:pt x="63" y="45"/>
                    <a:pt x="48" y="6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79" name="Freeform 3971"/>
            <p:cNvSpPr/>
            <p:nvPr/>
          </p:nvSpPr>
          <p:spPr bwMode="auto">
            <a:xfrm>
              <a:off x="4332" y="-845"/>
              <a:ext cx="1225" cy="379"/>
            </a:xfrm>
            <a:custGeom>
              <a:avLst/>
              <a:gdLst>
                <a:gd name="T0" fmla="*/ 239 w 518"/>
                <a:gd name="T1" fmla="*/ 158 h 160"/>
                <a:gd name="T2" fmla="*/ 518 w 518"/>
                <a:gd name="T3" fmla="*/ 160 h 160"/>
                <a:gd name="T4" fmla="*/ 395 w 518"/>
                <a:gd name="T5" fmla="*/ 87 h 160"/>
                <a:gd name="T6" fmla="*/ 353 w 518"/>
                <a:gd name="T7" fmla="*/ 67 h 160"/>
                <a:gd name="T8" fmla="*/ 273 w 518"/>
                <a:gd name="T9" fmla="*/ 34 h 160"/>
                <a:gd name="T10" fmla="*/ 0 w 518"/>
                <a:gd name="T11" fmla="*/ 49 h 160"/>
                <a:gd name="T12" fmla="*/ 239 w 518"/>
                <a:gd name="T13" fmla="*/ 158 h 160"/>
              </a:gdLst>
              <a:ahLst/>
              <a:cxnLst>
                <a:cxn ang="0">
                  <a:pos x="T0" y="T1"/>
                </a:cxn>
                <a:cxn ang="0">
                  <a:pos x="T2" y="T3"/>
                </a:cxn>
                <a:cxn ang="0">
                  <a:pos x="T4" y="T5"/>
                </a:cxn>
                <a:cxn ang="0">
                  <a:pos x="T6" y="T7"/>
                </a:cxn>
                <a:cxn ang="0">
                  <a:pos x="T8" y="T9"/>
                </a:cxn>
                <a:cxn ang="0">
                  <a:pos x="T10" y="T11"/>
                </a:cxn>
                <a:cxn ang="0">
                  <a:pos x="T12" y="T13"/>
                </a:cxn>
              </a:cxnLst>
              <a:rect l="0" t="0" r="r" b="b"/>
              <a:pathLst>
                <a:path w="518" h="160">
                  <a:moveTo>
                    <a:pt x="239" y="158"/>
                  </a:moveTo>
                  <a:cubicBezTo>
                    <a:pt x="329" y="112"/>
                    <a:pt x="425" y="114"/>
                    <a:pt x="518" y="160"/>
                  </a:cubicBezTo>
                  <a:cubicBezTo>
                    <a:pt x="479" y="132"/>
                    <a:pt x="438" y="108"/>
                    <a:pt x="395" y="87"/>
                  </a:cubicBezTo>
                  <a:cubicBezTo>
                    <a:pt x="353" y="67"/>
                    <a:pt x="353" y="67"/>
                    <a:pt x="353" y="67"/>
                  </a:cubicBezTo>
                  <a:cubicBezTo>
                    <a:pt x="273" y="34"/>
                    <a:pt x="273" y="34"/>
                    <a:pt x="273" y="34"/>
                  </a:cubicBezTo>
                  <a:cubicBezTo>
                    <a:pt x="182" y="0"/>
                    <a:pt x="88" y="4"/>
                    <a:pt x="0" y="49"/>
                  </a:cubicBezTo>
                  <a:cubicBezTo>
                    <a:pt x="82" y="77"/>
                    <a:pt x="163" y="113"/>
                    <a:pt x="239" y="1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0" name="Freeform 3972"/>
            <p:cNvSpPr/>
            <p:nvPr/>
          </p:nvSpPr>
          <p:spPr bwMode="auto">
            <a:xfrm>
              <a:off x="5588" y="-393"/>
              <a:ext cx="730" cy="596"/>
            </a:xfrm>
            <a:custGeom>
              <a:avLst/>
              <a:gdLst>
                <a:gd name="T0" fmla="*/ 105 w 309"/>
                <a:gd name="T1" fmla="*/ 100 h 252"/>
                <a:gd name="T2" fmla="*/ 309 w 309"/>
                <a:gd name="T3" fmla="*/ 252 h 252"/>
                <a:gd name="T4" fmla="*/ 258 w 309"/>
                <a:gd name="T5" fmla="*/ 192 h 252"/>
                <a:gd name="T6" fmla="*/ 152 w 309"/>
                <a:gd name="T7" fmla="*/ 88 h 252"/>
                <a:gd name="T8" fmla="*/ 0 w 309"/>
                <a:gd name="T9" fmla="*/ 0 h 252"/>
                <a:gd name="T10" fmla="*/ 105 w 309"/>
                <a:gd name="T11" fmla="*/ 100 h 252"/>
              </a:gdLst>
              <a:ahLst/>
              <a:cxnLst>
                <a:cxn ang="0">
                  <a:pos x="T0" y="T1"/>
                </a:cxn>
                <a:cxn ang="0">
                  <a:pos x="T2" y="T3"/>
                </a:cxn>
                <a:cxn ang="0">
                  <a:pos x="T4" y="T5"/>
                </a:cxn>
                <a:cxn ang="0">
                  <a:pos x="T6" y="T7"/>
                </a:cxn>
                <a:cxn ang="0">
                  <a:pos x="T8" y="T9"/>
                </a:cxn>
                <a:cxn ang="0">
                  <a:pos x="T10" y="T11"/>
                </a:cxn>
              </a:cxnLst>
              <a:rect l="0" t="0" r="r" b="b"/>
              <a:pathLst>
                <a:path w="309" h="252">
                  <a:moveTo>
                    <a:pt x="105" y="100"/>
                  </a:moveTo>
                  <a:cubicBezTo>
                    <a:pt x="176" y="121"/>
                    <a:pt x="246" y="173"/>
                    <a:pt x="309" y="252"/>
                  </a:cubicBezTo>
                  <a:cubicBezTo>
                    <a:pt x="258" y="192"/>
                    <a:pt x="258" y="192"/>
                    <a:pt x="258" y="192"/>
                  </a:cubicBezTo>
                  <a:cubicBezTo>
                    <a:pt x="227" y="160"/>
                    <a:pt x="185" y="118"/>
                    <a:pt x="152" y="88"/>
                  </a:cubicBezTo>
                  <a:cubicBezTo>
                    <a:pt x="103" y="45"/>
                    <a:pt x="52" y="15"/>
                    <a:pt x="0" y="0"/>
                  </a:cubicBezTo>
                  <a:cubicBezTo>
                    <a:pt x="37" y="30"/>
                    <a:pt x="72" y="64"/>
                    <a:pt x="105" y="10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1" name="Freeform 3973"/>
            <p:cNvSpPr/>
            <p:nvPr/>
          </p:nvSpPr>
          <p:spPr bwMode="auto">
            <a:xfrm>
              <a:off x="5403" y="-421"/>
              <a:ext cx="360" cy="248"/>
            </a:xfrm>
            <a:custGeom>
              <a:avLst/>
              <a:gdLst>
                <a:gd name="T0" fmla="*/ 114 w 152"/>
                <a:gd name="T1" fmla="*/ 102 h 105"/>
                <a:gd name="T2" fmla="*/ 152 w 152"/>
                <a:gd name="T3" fmla="*/ 105 h 105"/>
                <a:gd name="T4" fmla="*/ 44 w 152"/>
                <a:gd name="T5" fmla="*/ 4 h 105"/>
                <a:gd name="T6" fmla="*/ 0 w 152"/>
                <a:gd name="T7" fmla="*/ 0 h 105"/>
                <a:gd name="T8" fmla="*/ 114 w 152"/>
                <a:gd name="T9" fmla="*/ 102 h 105"/>
              </a:gdLst>
              <a:ahLst/>
              <a:cxnLst>
                <a:cxn ang="0">
                  <a:pos x="T0" y="T1"/>
                </a:cxn>
                <a:cxn ang="0">
                  <a:pos x="T2" y="T3"/>
                </a:cxn>
                <a:cxn ang="0">
                  <a:pos x="T4" y="T5"/>
                </a:cxn>
                <a:cxn ang="0">
                  <a:pos x="T6" y="T7"/>
                </a:cxn>
                <a:cxn ang="0">
                  <a:pos x="T8" y="T9"/>
                </a:cxn>
              </a:cxnLst>
              <a:rect l="0" t="0" r="r" b="b"/>
              <a:pathLst>
                <a:path w="152" h="105">
                  <a:moveTo>
                    <a:pt x="114" y="102"/>
                  </a:moveTo>
                  <a:cubicBezTo>
                    <a:pt x="126" y="102"/>
                    <a:pt x="139" y="103"/>
                    <a:pt x="152" y="105"/>
                  </a:cubicBezTo>
                  <a:cubicBezTo>
                    <a:pt x="118" y="69"/>
                    <a:pt x="82" y="35"/>
                    <a:pt x="44" y="4"/>
                  </a:cubicBezTo>
                  <a:cubicBezTo>
                    <a:pt x="29" y="1"/>
                    <a:pt x="15" y="0"/>
                    <a:pt x="0" y="0"/>
                  </a:cubicBezTo>
                  <a:cubicBezTo>
                    <a:pt x="40" y="31"/>
                    <a:pt x="78" y="65"/>
                    <a:pt x="114" y="10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2" name="Freeform 3974"/>
            <p:cNvSpPr/>
            <p:nvPr/>
          </p:nvSpPr>
          <p:spPr bwMode="auto">
            <a:xfrm>
              <a:off x="5233" y="-419"/>
              <a:ext cx="376" cy="258"/>
            </a:xfrm>
            <a:custGeom>
              <a:avLst/>
              <a:gdLst>
                <a:gd name="T0" fmla="*/ 121 w 159"/>
                <a:gd name="T1" fmla="*/ 109 h 109"/>
                <a:gd name="T2" fmla="*/ 159 w 159"/>
                <a:gd name="T3" fmla="*/ 102 h 109"/>
                <a:gd name="T4" fmla="*/ 43 w 159"/>
                <a:gd name="T5" fmla="*/ 0 h 109"/>
                <a:gd name="T6" fmla="*/ 0 w 159"/>
                <a:gd name="T7" fmla="*/ 8 h 109"/>
                <a:gd name="T8" fmla="*/ 121 w 159"/>
                <a:gd name="T9" fmla="*/ 109 h 109"/>
              </a:gdLst>
              <a:ahLst/>
              <a:cxnLst>
                <a:cxn ang="0">
                  <a:pos x="T0" y="T1"/>
                </a:cxn>
                <a:cxn ang="0">
                  <a:pos x="T2" y="T3"/>
                </a:cxn>
                <a:cxn ang="0">
                  <a:pos x="T4" y="T5"/>
                </a:cxn>
                <a:cxn ang="0">
                  <a:pos x="T6" y="T7"/>
                </a:cxn>
                <a:cxn ang="0">
                  <a:pos x="T8" y="T9"/>
                </a:cxn>
              </a:cxnLst>
              <a:rect l="0" t="0" r="r" b="b"/>
              <a:pathLst>
                <a:path w="159" h="109">
                  <a:moveTo>
                    <a:pt x="121" y="109"/>
                  </a:moveTo>
                  <a:cubicBezTo>
                    <a:pt x="134" y="105"/>
                    <a:pt x="146" y="103"/>
                    <a:pt x="159" y="102"/>
                  </a:cubicBezTo>
                  <a:cubicBezTo>
                    <a:pt x="122" y="65"/>
                    <a:pt x="84" y="31"/>
                    <a:pt x="43" y="0"/>
                  </a:cubicBezTo>
                  <a:cubicBezTo>
                    <a:pt x="29" y="1"/>
                    <a:pt x="14" y="4"/>
                    <a:pt x="0" y="8"/>
                  </a:cubicBezTo>
                  <a:cubicBezTo>
                    <a:pt x="42" y="39"/>
                    <a:pt x="83" y="72"/>
                    <a:pt x="121" y="10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3" name="Freeform 3975"/>
            <p:cNvSpPr/>
            <p:nvPr/>
          </p:nvSpPr>
          <p:spPr bwMode="auto">
            <a:xfrm>
              <a:off x="997" y="2178"/>
              <a:ext cx="140" cy="345"/>
            </a:xfrm>
            <a:custGeom>
              <a:avLst/>
              <a:gdLst>
                <a:gd name="T0" fmla="*/ 14 w 59"/>
                <a:gd name="T1" fmla="*/ 146 h 146"/>
                <a:gd name="T2" fmla="*/ 8 w 59"/>
                <a:gd name="T3" fmla="*/ 0 h 146"/>
                <a:gd name="T4" fmla="*/ 57 w 59"/>
                <a:gd name="T5" fmla="*/ 51 h 146"/>
                <a:gd name="T6" fmla="*/ 59 w 59"/>
                <a:gd name="T7" fmla="*/ 104 h 146"/>
                <a:gd name="T8" fmla="*/ 14 w 59"/>
                <a:gd name="T9" fmla="*/ 146 h 146"/>
              </a:gdLst>
              <a:ahLst/>
              <a:cxnLst>
                <a:cxn ang="0">
                  <a:pos x="T0" y="T1"/>
                </a:cxn>
                <a:cxn ang="0">
                  <a:pos x="T2" y="T3"/>
                </a:cxn>
                <a:cxn ang="0">
                  <a:pos x="T4" y="T5"/>
                </a:cxn>
                <a:cxn ang="0">
                  <a:pos x="T6" y="T7"/>
                </a:cxn>
                <a:cxn ang="0">
                  <a:pos x="T8" y="T9"/>
                </a:cxn>
              </a:cxnLst>
              <a:rect l="0" t="0" r="r" b="b"/>
              <a:pathLst>
                <a:path w="59" h="146">
                  <a:moveTo>
                    <a:pt x="14" y="146"/>
                  </a:moveTo>
                  <a:cubicBezTo>
                    <a:pt x="2" y="98"/>
                    <a:pt x="0" y="45"/>
                    <a:pt x="8" y="0"/>
                  </a:cubicBezTo>
                  <a:cubicBezTo>
                    <a:pt x="23" y="17"/>
                    <a:pt x="39" y="34"/>
                    <a:pt x="57" y="51"/>
                  </a:cubicBezTo>
                  <a:cubicBezTo>
                    <a:pt x="54" y="68"/>
                    <a:pt x="55" y="86"/>
                    <a:pt x="59" y="104"/>
                  </a:cubicBezTo>
                  <a:cubicBezTo>
                    <a:pt x="42" y="118"/>
                    <a:pt x="27" y="132"/>
                    <a:pt x="14" y="1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4" name="Freeform 3976"/>
            <p:cNvSpPr/>
            <p:nvPr/>
          </p:nvSpPr>
          <p:spPr bwMode="auto">
            <a:xfrm>
              <a:off x="796" y="2303"/>
              <a:ext cx="270" cy="963"/>
            </a:xfrm>
            <a:custGeom>
              <a:avLst/>
              <a:gdLst>
                <a:gd name="T0" fmla="*/ 111 w 114"/>
                <a:gd name="T1" fmla="*/ 407 h 407"/>
                <a:gd name="T2" fmla="*/ 56 w 114"/>
                <a:gd name="T3" fmla="*/ 294 h 407"/>
                <a:gd name="T4" fmla="*/ 0 w 114"/>
                <a:gd name="T5" fmla="*/ 0 h 407"/>
                <a:gd name="T6" fmla="*/ 51 w 114"/>
                <a:gd name="T7" fmla="*/ 13 h 407"/>
                <a:gd name="T8" fmla="*/ 83 w 114"/>
                <a:gd name="T9" fmla="*/ 182 h 407"/>
                <a:gd name="T10" fmla="*/ 114 w 114"/>
                <a:gd name="T11" fmla="*/ 247 h 407"/>
                <a:gd name="T12" fmla="*/ 111 w 114"/>
                <a:gd name="T13" fmla="*/ 407 h 407"/>
              </a:gdLst>
              <a:ahLst/>
              <a:cxnLst>
                <a:cxn ang="0">
                  <a:pos x="T0" y="T1"/>
                </a:cxn>
                <a:cxn ang="0">
                  <a:pos x="T2" y="T3"/>
                </a:cxn>
                <a:cxn ang="0">
                  <a:pos x="T4" y="T5"/>
                </a:cxn>
                <a:cxn ang="0">
                  <a:pos x="T6" y="T7"/>
                </a:cxn>
                <a:cxn ang="0">
                  <a:pos x="T8" y="T9"/>
                </a:cxn>
                <a:cxn ang="0">
                  <a:pos x="T10" y="T11"/>
                </a:cxn>
                <a:cxn ang="0">
                  <a:pos x="T12" y="T13"/>
                </a:cxn>
              </a:cxnLst>
              <a:rect l="0" t="0" r="r" b="b"/>
              <a:pathLst>
                <a:path w="114" h="407">
                  <a:moveTo>
                    <a:pt x="111" y="407"/>
                  </a:moveTo>
                  <a:cubicBezTo>
                    <a:pt x="91" y="375"/>
                    <a:pt x="72" y="337"/>
                    <a:pt x="56" y="294"/>
                  </a:cubicBezTo>
                  <a:cubicBezTo>
                    <a:pt x="22" y="202"/>
                    <a:pt x="4" y="100"/>
                    <a:pt x="0" y="0"/>
                  </a:cubicBezTo>
                  <a:cubicBezTo>
                    <a:pt x="10" y="4"/>
                    <a:pt x="27" y="9"/>
                    <a:pt x="51" y="13"/>
                  </a:cubicBezTo>
                  <a:cubicBezTo>
                    <a:pt x="53" y="71"/>
                    <a:pt x="63" y="129"/>
                    <a:pt x="83" y="182"/>
                  </a:cubicBezTo>
                  <a:cubicBezTo>
                    <a:pt x="92" y="207"/>
                    <a:pt x="103" y="228"/>
                    <a:pt x="114" y="247"/>
                  </a:cubicBezTo>
                  <a:cubicBezTo>
                    <a:pt x="107" y="303"/>
                    <a:pt x="106" y="356"/>
                    <a:pt x="111" y="40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5" name="Freeform 3977"/>
            <p:cNvSpPr/>
            <p:nvPr/>
          </p:nvSpPr>
          <p:spPr bwMode="auto">
            <a:xfrm>
              <a:off x="1071" y="2908"/>
              <a:ext cx="506" cy="395"/>
            </a:xfrm>
            <a:custGeom>
              <a:avLst/>
              <a:gdLst>
                <a:gd name="T0" fmla="*/ 214 w 214"/>
                <a:gd name="T1" fmla="*/ 91 h 167"/>
                <a:gd name="T2" fmla="*/ 0 w 214"/>
                <a:gd name="T3" fmla="*/ 54 h 167"/>
                <a:gd name="T4" fmla="*/ 4 w 214"/>
                <a:gd name="T5" fmla="*/ 0 h 167"/>
                <a:gd name="T6" fmla="*/ 176 w 214"/>
                <a:gd name="T7" fmla="*/ 29 h 167"/>
                <a:gd name="T8" fmla="*/ 214 w 214"/>
                <a:gd name="T9" fmla="*/ 91 h 167"/>
              </a:gdLst>
              <a:ahLst/>
              <a:cxnLst>
                <a:cxn ang="0">
                  <a:pos x="T0" y="T1"/>
                </a:cxn>
                <a:cxn ang="0">
                  <a:pos x="T2" y="T3"/>
                </a:cxn>
                <a:cxn ang="0">
                  <a:pos x="T4" y="T5"/>
                </a:cxn>
                <a:cxn ang="0">
                  <a:pos x="T6" y="T7"/>
                </a:cxn>
                <a:cxn ang="0">
                  <a:pos x="T8" y="T9"/>
                </a:cxn>
              </a:cxnLst>
              <a:rect l="0" t="0" r="r" b="b"/>
              <a:pathLst>
                <a:path w="214" h="167">
                  <a:moveTo>
                    <a:pt x="214" y="91"/>
                  </a:moveTo>
                  <a:cubicBezTo>
                    <a:pt x="149" y="167"/>
                    <a:pt x="64" y="149"/>
                    <a:pt x="0" y="54"/>
                  </a:cubicBezTo>
                  <a:cubicBezTo>
                    <a:pt x="1" y="36"/>
                    <a:pt x="2" y="18"/>
                    <a:pt x="4" y="0"/>
                  </a:cubicBezTo>
                  <a:cubicBezTo>
                    <a:pt x="55" y="76"/>
                    <a:pt x="124" y="90"/>
                    <a:pt x="176" y="29"/>
                  </a:cubicBezTo>
                  <a:cubicBezTo>
                    <a:pt x="188" y="50"/>
                    <a:pt x="201" y="71"/>
                    <a:pt x="214" y="9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6" name="Freeform 3978"/>
            <p:cNvSpPr/>
            <p:nvPr/>
          </p:nvSpPr>
          <p:spPr bwMode="auto">
            <a:xfrm>
              <a:off x="1101" y="3204"/>
              <a:ext cx="436" cy="357"/>
            </a:xfrm>
            <a:custGeom>
              <a:avLst/>
              <a:gdLst>
                <a:gd name="T0" fmla="*/ 184 w 184"/>
                <a:gd name="T1" fmla="*/ 139 h 151"/>
                <a:gd name="T2" fmla="*/ 5 w 184"/>
                <a:gd name="T3" fmla="*/ 48 h 151"/>
                <a:gd name="T4" fmla="*/ 0 w 184"/>
                <a:gd name="T5" fmla="*/ 0 h 151"/>
                <a:gd name="T6" fmla="*/ 158 w 184"/>
                <a:gd name="T7" fmla="*/ 80 h 151"/>
                <a:gd name="T8" fmla="*/ 184 w 184"/>
                <a:gd name="T9" fmla="*/ 139 h 151"/>
              </a:gdLst>
              <a:ahLst/>
              <a:cxnLst>
                <a:cxn ang="0">
                  <a:pos x="T0" y="T1"/>
                </a:cxn>
                <a:cxn ang="0">
                  <a:pos x="T2" y="T3"/>
                </a:cxn>
                <a:cxn ang="0">
                  <a:pos x="T4" y="T5"/>
                </a:cxn>
                <a:cxn ang="0">
                  <a:pos x="T6" y="T7"/>
                </a:cxn>
                <a:cxn ang="0">
                  <a:pos x="T8" y="T9"/>
                </a:cxn>
              </a:cxnLst>
              <a:rect l="0" t="0" r="r" b="b"/>
              <a:pathLst>
                <a:path w="184" h="151">
                  <a:moveTo>
                    <a:pt x="184" y="139"/>
                  </a:moveTo>
                  <a:cubicBezTo>
                    <a:pt x="123" y="151"/>
                    <a:pt x="59" y="119"/>
                    <a:pt x="5" y="48"/>
                  </a:cubicBezTo>
                  <a:cubicBezTo>
                    <a:pt x="3" y="32"/>
                    <a:pt x="1" y="16"/>
                    <a:pt x="0" y="0"/>
                  </a:cubicBezTo>
                  <a:cubicBezTo>
                    <a:pt x="48" y="62"/>
                    <a:pt x="104" y="91"/>
                    <a:pt x="158" y="80"/>
                  </a:cubicBezTo>
                  <a:cubicBezTo>
                    <a:pt x="166" y="100"/>
                    <a:pt x="175" y="119"/>
                    <a:pt x="184" y="13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7" name="Freeform 3979"/>
            <p:cNvSpPr/>
            <p:nvPr/>
          </p:nvSpPr>
          <p:spPr bwMode="auto">
            <a:xfrm>
              <a:off x="768" y="1828"/>
              <a:ext cx="154" cy="451"/>
            </a:xfrm>
            <a:custGeom>
              <a:avLst/>
              <a:gdLst>
                <a:gd name="T0" fmla="*/ 0 w 65"/>
                <a:gd name="T1" fmla="*/ 137 h 191"/>
                <a:gd name="T2" fmla="*/ 3 w 65"/>
                <a:gd name="T3" fmla="*/ 59 h 191"/>
                <a:gd name="T4" fmla="*/ 8 w 65"/>
                <a:gd name="T5" fmla="*/ 0 h 191"/>
                <a:gd name="T6" fmla="*/ 65 w 65"/>
                <a:gd name="T7" fmla="*/ 134 h 191"/>
                <a:gd name="T8" fmla="*/ 62 w 65"/>
                <a:gd name="T9" fmla="*/ 191 h 191"/>
                <a:gd name="T10" fmla="*/ 0 w 65"/>
                <a:gd name="T11" fmla="*/ 137 h 191"/>
              </a:gdLst>
              <a:ahLst/>
              <a:cxnLst>
                <a:cxn ang="0">
                  <a:pos x="T0" y="T1"/>
                </a:cxn>
                <a:cxn ang="0">
                  <a:pos x="T2" y="T3"/>
                </a:cxn>
                <a:cxn ang="0">
                  <a:pos x="T4" y="T5"/>
                </a:cxn>
                <a:cxn ang="0">
                  <a:pos x="T6" y="T7"/>
                </a:cxn>
                <a:cxn ang="0">
                  <a:pos x="T8" y="T9"/>
                </a:cxn>
                <a:cxn ang="0">
                  <a:pos x="T10" y="T11"/>
                </a:cxn>
              </a:cxnLst>
              <a:rect l="0" t="0" r="r" b="b"/>
              <a:pathLst>
                <a:path w="65" h="191">
                  <a:moveTo>
                    <a:pt x="0" y="137"/>
                  </a:moveTo>
                  <a:cubicBezTo>
                    <a:pt x="1" y="113"/>
                    <a:pt x="2" y="82"/>
                    <a:pt x="3" y="59"/>
                  </a:cubicBezTo>
                  <a:cubicBezTo>
                    <a:pt x="4" y="41"/>
                    <a:pt x="6" y="18"/>
                    <a:pt x="8" y="0"/>
                  </a:cubicBezTo>
                  <a:cubicBezTo>
                    <a:pt x="3" y="42"/>
                    <a:pt x="22" y="88"/>
                    <a:pt x="65" y="134"/>
                  </a:cubicBezTo>
                  <a:cubicBezTo>
                    <a:pt x="63" y="152"/>
                    <a:pt x="62" y="171"/>
                    <a:pt x="62" y="191"/>
                  </a:cubicBezTo>
                  <a:cubicBezTo>
                    <a:pt x="20" y="173"/>
                    <a:pt x="0" y="155"/>
                    <a:pt x="0" y="13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8" name="Freeform 3980"/>
            <p:cNvSpPr/>
            <p:nvPr/>
          </p:nvSpPr>
          <p:spPr bwMode="auto">
            <a:xfrm>
              <a:off x="846" y="1598"/>
              <a:ext cx="154" cy="506"/>
            </a:xfrm>
            <a:custGeom>
              <a:avLst/>
              <a:gdLst>
                <a:gd name="T0" fmla="*/ 0 w 65"/>
                <a:gd name="T1" fmla="*/ 160 h 214"/>
                <a:gd name="T2" fmla="*/ 45 w 65"/>
                <a:gd name="T3" fmla="*/ 0 h 214"/>
                <a:gd name="T4" fmla="*/ 65 w 65"/>
                <a:gd name="T5" fmla="*/ 106 h 214"/>
                <a:gd name="T6" fmla="*/ 34 w 65"/>
                <a:gd name="T7" fmla="*/ 214 h 214"/>
                <a:gd name="T8" fmla="*/ 0 w 65"/>
                <a:gd name="T9" fmla="*/ 160 h 214"/>
              </a:gdLst>
              <a:ahLst/>
              <a:cxnLst>
                <a:cxn ang="0">
                  <a:pos x="T0" y="T1"/>
                </a:cxn>
                <a:cxn ang="0">
                  <a:pos x="T2" y="T3"/>
                </a:cxn>
                <a:cxn ang="0">
                  <a:pos x="T4" y="T5"/>
                </a:cxn>
                <a:cxn ang="0">
                  <a:pos x="T6" y="T7"/>
                </a:cxn>
                <a:cxn ang="0">
                  <a:pos x="T8" y="T9"/>
                </a:cxn>
              </a:cxnLst>
              <a:rect l="0" t="0" r="r" b="b"/>
              <a:pathLst>
                <a:path w="65" h="214">
                  <a:moveTo>
                    <a:pt x="0" y="160"/>
                  </a:moveTo>
                  <a:cubicBezTo>
                    <a:pt x="8" y="100"/>
                    <a:pt x="23" y="46"/>
                    <a:pt x="45" y="0"/>
                  </a:cubicBezTo>
                  <a:cubicBezTo>
                    <a:pt x="49" y="35"/>
                    <a:pt x="56" y="70"/>
                    <a:pt x="65" y="106"/>
                  </a:cubicBezTo>
                  <a:cubicBezTo>
                    <a:pt x="50" y="137"/>
                    <a:pt x="40" y="174"/>
                    <a:pt x="34" y="214"/>
                  </a:cubicBezTo>
                  <a:cubicBezTo>
                    <a:pt x="20" y="196"/>
                    <a:pt x="8" y="178"/>
                    <a:pt x="0" y="1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89" name="Freeform 3981"/>
            <p:cNvSpPr/>
            <p:nvPr/>
          </p:nvSpPr>
          <p:spPr bwMode="auto">
            <a:xfrm>
              <a:off x="794" y="1265"/>
              <a:ext cx="111" cy="593"/>
            </a:xfrm>
            <a:custGeom>
              <a:avLst/>
              <a:gdLst>
                <a:gd name="T0" fmla="*/ 2 w 47"/>
                <a:gd name="T1" fmla="*/ 194 h 251"/>
                <a:gd name="T2" fmla="*/ 4 w 47"/>
                <a:gd name="T3" fmla="*/ 185 h 251"/>
                <a:gd name="T4" fmla="*/ 15 w 47"/>
                <a:gd name="T5" fmla="*/ 120 h 251"/>
                <a:gd name="T6" fmla="*/ 47 w 47"/>
                <a:gd name="T7" fmla="*/ 0 h 251"/>
                <a:gd name="T8" fmla="*/ 37 w 47"/>
                <a:gd name="T9" fmla="*/ 109 h 251"/>
                <a:gd name="T10" fmla="*/ 4 w 47"/>
                <a:gd name="T11" fmla="*/ 251 h 251"/>
                <a:gd name="T12" fmla="*/ 2 w 47"/>
                <a:gd name="T13" fmla="*/ 194 h 251"/>
              </a:gdLst>
              <a:ahLst/>
              <a:cxnLst>
                <a:cxn ang="0">
                  <a:pos x="T0" y="T1"/>
                </a:cxn>
                <a:cxn ang="0">
                  <a:pos x="T2" y="T3"/>
                </a:cxn>
                <a:cxn ang="0">
                  <a:pos x="T4" y="T5"/>
                </a:cxn>
                <a:cxn ang="0">
                  <a:pos x="T6" y="T7"/>
                </a:cxn>
                <a:cxn ang="0">
                  <a:pos x="T8" y="T9"/>
                </a:cxn>
                <a:cxn ang="0">
                  <a:pos x="T10" y="T11"/>
                </a:cxn>
                <a:cxn ang="0">
                  <a:pos x="T12" y="T13"/>
                </a:cxn>
              </a:cxnLst>
              <a:rect l="0" t="0" r="r" b="b"/>
              <a:pathLst>
                <a:path w="47" h="251">
                  <a:moveTo>
                    <a:pt x="2" y="194"/>
                  </a:moveTo>
                  <a:cubicBezTo>
                    <a:pt x="4" y="185"/>
                    <a:pt x="4" y="185"/>
                    <a:pt x="4" y="185"/>
                  </a:cubicBezTo>
                  <a:cubicBezTo>
                    <a:pt x="7" y="166"/>
                    <a:pt x="11" y="139"/>
                    <a:pt x="15" y="120"/>
                  </a:cubicBezTo>
                  <a:cubicBezTo>
                    <a:pt x="23" y="78"/>
                    <a:pt x="34" y="37"/>
                    <a:pt x="47" y="0"/>
                  </a:cubicBezTo>
                  <a:cubicBezTo>
                    <a:pt x="39" y="35"/>
                    <a:pt x="36" y="71"/>
                    <a:pt x="37" y="109"/>
                  </a:cubicBezTo>
                  <a:cubicBezTo>
                    <a:pt x="23" y="152"/>
                    <a:pt x="12" y="200"/>
                    <a:pt x="4" y="251"/>
                  </a:cubicBezTo>
                  <a:cubicBezTo>
                    <a:pt x="0" y="232"/>
                    <a:pt x="0" y="213"/>
                    <a:pt x="2" y="1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0" name="Freeform 3982"/>
            <p:cNvSpPr/>
            <p:nvPr/>
          </p:nvSpPr>
          <p:spPr bwMode="auto">
            <a:xfrm>
              <a:off x="777" y="2393"/>
              <a:ext cx="119" cy="648"/>
            </a:xfrm>
            <a:custGeom>
              <a:avLst/>
              <a:gdLst>
                <a:gd name="T0" fmla="*/ 50 w 50"/>
                <a:gd name="T1" fmla="*/ 274 h 274"/>
                <a:gd name="T2" fmla="*/ 41 w 50"/>
                <a:gd name="T3" fmla="*/ 242 h 274"/>
                <a:gd name="T4" fmla="*/ 17 w 50"/>
                <a:gd name="T5" fmla="*/ 133 h 274"/>
                <a:gd name="T6" fmla="*/ 2 w 50"/>
                <a:gd name="T7" fmla="*/ 29 h 274"/>
                <a:gd name="T8" fmla="*/ 0 w 50"/>
                <a:gd name="T9" fmla="*/ 0 h 274"/>
                <a:gd name="T10" fmla="*/ 3 w 50"/>
                <a:gd name="T11" fmla="*/ 0 h 274"/>
                <a:gd name="T12" fmla="*/ 45 w 50"/>
                <a:gd name="T13" fmla="*/ 231 h 274"/>
                <a:gd name="T14" fmla="*/ 50 w 50"/>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274">
                  <a:moveTo>
                    <a:pt x="50" y="274"/>
                  </a:moveTo>
                  <a:cubicBezTo>
                    <a:pt x="47" y="264"/>
                    <a:pt x="44" y="253"/>
                    <a:pt x="41" y="242"/>
                  </a:cubicBezTo>
                  <a:cubicBezTo>
                    <a:pt x="23" y="169"/>
                    <a:pt x="23" y="169"/>
                    <a:pt x="17" y="133"/>
                  </a:cubicBezTo>
                  <a:cubicBezTo>
                    <a:pt x="6" y="64"/>
                    <a:pt x="5" y="62"/>
                    <a:pt x="2" y="29"/>
                  </a:cubicBezTo>
                  <a:cubicBezTo>
                    <a:pt x="0" y="0"/>
                    <a:pt x="0" y="0"/>
                    <a:pt x="0" y="0"/>
                  </a:cubicBezTo>
                  <a:cubicBezTo>
                    <a:pt x="0" y="0"/>
                    <a:pt x="1" y="0"/>
                    <a:pt x="3" y="0"/>
                  </a:cubicBezTo>
                  <a:cubicBezTo>
                    <a:pt x="9" y="78"/>
                    <a:pt x="23" y="157"/>
                    <a:pt x="45" y="231"/>
                  </a:cubicBezTo>
                  <a:cubicBezTo>
                    <a:pt x="45" y="246"/>
                    <a:pt x="46" y="261"/>
                    <a:pt x="50" y="27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1" name="Freeform 3983"/>
            <p:cNvSpPr/>
            <p:nvPr/>
          </p:nvSpPr>
          <p:spPr bwMode="auto">
            <a:xfrm>
              <a:off x="917" y="3043"/>
              <a:ext cx="76" cy="268"/>
            </a:xfrm>
            <a:custGeom>
              <a:avLst/>
              <a:gdLst>
                <a:gd name="T0" fmla="*/ 32 w 32"/>
                <a:gd name="T1" fmla="*/ 113 h 113"/>
                <a:gd name="T2" fmla="*/ 14 w 32"/>
                <a:gd name="T3" fmla="*/ 68 h 113"/>
                <a:gd name="T4" fmla="*/ 8 w 32"/>
                <a:gd name="T5" fmla="*/ 51 h 113"/>
                <a:gd name="T6" fmla="*/ 0 w 32"/>
                <a:gd name="T7" fmla="*/ 0 h 113"/>
                <a:gd name="T8" fmla="*/ 5 w 32"/>
                <a:gd name="T9" fmla="*/ 15 h 113"/>
                <a:gd name="T10" fmla="*/ 20 w 32"/>
                <a:gd name="T11" fmla="*/ 52 h 113"/>
                <a:gd name="T12" fmla="*/ 32 w 32"/>
                <a:gd name="T13" fmla="*/ 113 h 113"/>
              </a:gdLst>
              <a:ahLst/>
              <a:cxnLst>
                <a:cxn ang="0">
                  <a:pos x="T0" y="T1"/>
                </a:cxn>
                <a:cxn ang="0">
                  <a:pos x="T2" y="T3"/>
                </a:cxn>
                <a:cxn ang="0">
                  <a:pos x="T4" y="T5"/>
                </a:cxn>
                <a:cxn ang="0">
                  <a:pos x="T6" y="T7"/>
                </a:cxn>
                <a:cxn ang="0">
                  <a:pos x="T8" y="T9"/>
                </a:cxn>
                <a:cxn ang="0">
                  <a:pos x="T10" y="T11"/>
                </a:cxn>
                <a:cxn ang="0">
                  <a:pos x="T12" y="T13"/>
                </a:cxn>
              </a:cxnLst>
              <a:rect l="0" t="0" r="r" b="b"/>
              <a:pathLst>
                <a:path w="32" h="113">
                  <a:moveTo>
                    <a:pt x="32" y="113"/>
                  </a:moveTo>
                  <a:cubicBezTo>
                    <a:pt x="26" y="99"/>
                    <a:pt x="20" y="84"/>
                    <a:pt x="14" y="68"/>
                  </a:cubicBezTo>
                  <a:cubicBezTo>
                    <a:pt x="12" y="63"/>
                    <a:pt x="10" y="57"/>
                    <a:pt x="8" y="51"/>
                  </a:cubicBezTo>
                  <a:cubicBezTo>
                    <a:pt x="3" y="34"/>
                    <a:pt x="1" y="18"/>
                    <a:pt x="0" y="0"/>
                  </a:cubicBezTo>
                  <a:cubicBezTo>
                    <a:pt x="2" y="5"/>
                    <a:pt x="3" y="10"/>
                    <a:pt x="5" y="15"/>
                  </a:cubicBezTo>
                  <a:cubicBezTo>
                    <a:pt x="10" y="28"/>
                    <a:pt x="15" y="40"/>
                    <a:pt x="20" y="52"/>
                  </a:cubicBezTo>
                  <a:cubicBezTo>
                    <a:pt x="22" y="73"/>
                    <a:pt x="26" y="93"/>
                    <a:pt x="32" y="11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2" name="Freeform 3984"/>
            <p:cNvSpPr/>
            <p:nvPr/>
          </p:nvSpPr>
          <p:spPr bwMode="auto">
            <a:xfrm>
              <a:off x="1000" y="3244"/>
              <a:ext cx="101" cy="284"/>
            </a:xfrm>
            <a:custGeom>
              <a:avLst/>
              <a:gdLst>
                <a:gd name="T0" fmla="*/ 43 w 43"/>
                <a:gd name="T1" fmla="*/ 120 h 120"/>
                <a:gd name="T2" fmla="*/ 15 w 43"/>
                <a:gd name="T3" fmla="*/ 67 h 120"/>
                <a:gd name="T4" fmla="*/ 0 w 43"/>
                <a:gd name="T5" fmla="*/ 0 h 120"/>
                <a:gd name="T6" fmla="*/ 24 w 43"/>
                <a:gd name="T7" fmla="*/ 45 h 120"/>
                <a:gd name="T8" fmla="*/ 43 w 43"/>
                <a:gd name="T9" fmla="*/ 120 h 120"/>
              </a:gdLst>
              <a:ahLst/>
              <a:cxnLst>
                <a:cxn ang="0">
                  <a:pos x="T0" y="T1"/>
                </a:cxn>
                <a:cxn ang="0">
                  <a:pos x="T2" y="T3"/>
                </a:cxn>
                <a:cxn ang="0">
                  <a:pos x="T4" y="T5"/>
                </a:cxn>
                <a:cxn ang="0">
                  <a:pos x="T6" y="T7"/>
                </a:cxn>
                <a:cxn ang="0">
                  <a:pos x="T8" y="T9"/>
                </a:cxn>
              </a:cxnLst>
              <a:rect l="0" t="0" r="r" b="b"/>
              <a:pathLst>
                <a:path w="43" h="120">
                  <a:moveTo>
                    <a:pt x="43" y="120"/>
                  </a:moveTo>
                  <a:cubicBezTo>
                    <a:pt x="33" y="103"/>
                    <a:pt x="24" y="86"/>
                    <a:pt x="15" y="67"/>
                  </a:cubicBezTo>
                  <a:cubicBezTo>
                    <a:pt x="8" y="46"/>
                    <a:pt x="3" y="24"/>
                    <a:pt x="0" y="0"/>
                  </a:cubicBezTo>
                  <a:cubicBezTo>
                    <a:pt x="8" y="16"/>
                    <a:pt x="16" y="31"/>
                    <a:pt x="24" y="45"/>
                  </a:cubicBezTo>
                  <a:cubicBezTo>
                    <a:pt x="29" y="71"/>
                    <a:pt x="35" y="96"/>
                    <a:pt x="43" y="1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3" name="Freeform 3985"/>
            <p:cNvSpPr/>
            <p:nvPr/>
          </p:nvSpPr>
          <p:spPr bwMode="auto">
            <a:xfrm>
              <a:off x="1097" y="3415"/>
              <a:ext cx="127" cy="290"/>
            </a:xfrm>
            <a:custGeom>
              <a:avLst/>
              <a:gdLst>
                <a:gd name="T0" fmla="*/ 54 w 54"/>
                <a:gd name="T1" fmla="*/ 123 h 123"/>
                <a:gd name="T2" fmla="*/ 22 w 54"/>
                <a:gd name="T3" fmla="*/ 81 h 123"/>
                <a:gd name="T4" fmla="*/ 0 w 54"/>
                <a:gd name="T5" fmla="*/ 0 h 123"/>
                <a:gd name="T6" fmla="*/ 26 w 54"/>
                <a:gd name="T7" fmla="*/ 36 h 123"/>
                <a:gd name="T8" fmla="*/ 54 w 54"/>
                <a:gd name="T9" fmla="*/ 123 h 123"/>
              </a:gdLst>
              <a:ahLst/>
              <a:cxnLst>
                <a:cxn ang="0">
                  <a:pos x="T0" y="T1"/>
                </a:cxn>
                <a:cxn ang="0">
                  <a:pos x="T2" y="T3"/>
                </a:cxn>
                <a:cxn ang="0">
                  <a:pos x="T4" y="T5"/>
                </a:cxn>
                <a:cxn ang="0">
                  <a:pos x="T6" y="T7"/>
                </a:cxn>
                <a:cxn ang="0">
                  <a:pos x="T8" y="T9"/>
                </a:cxn>
              </a:cxnLst>
              <a:rect l="0" t="0" r="r" b="b"/>
              <a:pathLst>
                <a:path w="54" h="123">
                  <a:moveTo>
                    <a:pt x="54" y="123"/>
                  </a:moveTo>
                  <a:cubicBezTo>
                    <a:pt x="43" y="110"/>
                    <a:pt x="33" y="96"/>
                    <a:pt x="22" y="81"/>
                  </a:cubicBezTo>
                  <a:cubicBezTo>
                    <a:pt x="13" y="55"/>
                    <a:pt x="6" y="28"/>
                    <a:pt x="0" y="0"/>
                  </a:cubicBezTo>
                  <a:cubicBezTo>
                    <a:pt x="9" y="13"/>
                    <a:pt x="18" y="25"/>
                    <a:pt x="26" y="36"/>
                  </a:cubicBezTo>
                  <a:cubicBezTo>
                    <a:pt x="34" y="66"/>
                    <a:pt x="43" y="95"/>
                    <a:pt x="54" y="1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4" name="Freeform 3986"/>
            <p:cNvSpPr/>
            <p:nvPr/>
          </p:nvSpPr>
          <p:spPr bwMode="auto">
            <a:xfrm>
              <a:off x="1196" y="3540"/>
              <a:ext cx="402" cy="433"/>
            </a:xfrm>
            <a:custGeom>
              <a:avLst/>
              <a:gdLst>
                <a:gd name="T0" fmla="*/ 170 w 170"/>
                <a:gd name="T1" fmla="*/ 183 h 183"/>
                <a:gd name="T2" fmla="*/ 30 w 170"/>
                <a:gd name="T3" fmla="*/ 91 h 183"/>
                <a:gd name="T4" fmla="*/ 0 w 170"/>
                <a:gd name="T5" fmla="*/ 0 h 183"/>
                <a:gd name="T6" fmla="*/ 118 w 170"/>
                <a:gd name="T7" fmla="*/ 78 h 183"/>
                <a:gd name="T8" fmla="*/ 170 w 170"/>
                <a:gd name="T9" fmla="*/ 183 h 183"/>
              </a:gdLst>
              <a:ahLst/>
              <a:cxnLst>
                <a:cxn ang="0">
                  <a:pos x="T0" y="T1"/>
                </a:cxn>
                <a:cxn ang="0">
                  <a:pos x="T2" y="T3"/>
                </a:cxn>
                <a:cxn ang="0">
                  <a:pos x="T4" y="T5"/>
                </a:cxn>
                <a:cxn ang="0">
                  <a:pos x="T6" y="T7"/>
                </a:cxn>
                <a:cxn ang="0">
                  <a:pos x="T8" y="T9"/>
                </a:cxn>
              </a:cxnLst>
              <a:rect l="0" t="0" r="r" b="b"/>
              <a:pathLst>
                <a:path w="170" h="183">
                  <a:moveTo>
                    <a:pt x="170" y="183"/>
                  </a:moveTo>
                  <a:cubicBezTo>
                    <a:pt x="122" y="170"/>
                    <a:pt x="74" y="139"/>
                    <a:pt x="30" y="91"/>
                  </a:cubicBezTo>
                  <a:cubicBezTo>
                    <a:pt x="18" y="62"/>
                    <a:pt x="8" y="32"/>
                    <a:pt x="0" y="0"/>
                  </a:cubicBezTo>
                  <a:cubicBezTo>
                    <a:pt x="37" y="41"/>
                    <a:pt x="77" y="67"/>
                    <a:pt x="118" y="78"/>
                  </a:cubicBezTo>
                  <a:cubicBezTo>
                    <a:pt x="134" y="114"/>
                    <a:pt x="151" y="149"/>
                    <a:pt x="170" y="18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5" name="Freeform 3987"/>
            <p:cNvSpPr/>
            <p:nvPr/>
          </p:nvSpPr>
          <p:spPr bwMode="auto">
            <a:xfrm>
              <a:off x="1019" y="3384"/>
              <a:ext cx="879" cy="924"/>
            </a:xfrm>
            <a:custGeom>
              <a:avLst/>
              <a:gdLst>
                <a:gd name="T0" fmla="*/ 372 w 372"/>
                <a:gd name="T1" fmla="*/ 391 h 391"/>
                <a:gd name="T2" fmla="*/ 85 w 372"/>
                <a:gd name="T3" fmla="*/ 166 h 391"/>
                <a:gd name="T4" fmla="*/ 34 w 372"/>
                <a:gd name="T5" fmla="*/ 74 h 391"/>
                <a:gd name="T6" fmla="*/ 0 w 372"/>
                <a:gd name="T7" fmla="*/ 0 h 391"/>
                <a:gd name="T8" fmla="*/ 315 w 372"/>
                <a:gd name="T9" fmla="*/ 314 h 391"/>
                <a:gd name="T10" fmla="*/ 372 w 372"/>
                <a:gd name="T11" fmla="*/ 391 h 391"/>
              </a:gdLst>
              <a:ahLst/>
              <a:cxnLst>
                <a:cxn ang="0">
                  <a:pos x="T0" y="T1"/>
                </a:cxn>
                <a:cxn ang="0">
                  <a:pos x="T2" y="T3"/>
                </a:cxn>
                <a:cxn ang="0">
                  <a:pos x="T4" y="T5"/>
                </a:cxn>
                <a:cxn ang="0">
                  <a:pos x="T6" y="T7"/>
                </a:cxn>
                <a:cxn ang="0">
                  <a:pos x="T8" y="T9"/>
                </a:cxn>
                <a:cxn ang="0">
                  <a:pos x="T10" y="T11"/>
                </a:cxn>
              </a:cxnLst>
              <a:rect l="0" t="0" r="r" b="b"/>
              <a:pathLst>
                <a:path w="372" h="391">
                  <a:moveTo>
                    <a:pt x="372" y="391"/>
                  </a:moveTo>
                  <a:cubicBezTo>
                    <a:pt x="271" y="382"/>
                    <a:pt x="168" y="304"/>
                    <a:pt x="85" y="166"/>
                  </a:cubicBezTo>
                  <a:cubicBezTo>
                    <a:pt x="69" y="138"/>
                    <a:pt x="49" y="102"/>
                    <a:pt x="34" y="74"/>
                  </a:cubicBezTo>
                  <a:cubicBezTo>
                    <a:pt x="24" y="52"/>
                    <a:pt x="10" y="22"/>
                    <a:pt x="0" y="0"/>
                  </a:cubicBezTo>
                  <a:cubicBezTo>
                    <a:pt x="82" y="194"/>
                    <a:pt x="200" y="304"/>
                    <a:pt x="315" y="314"/>
                  </a:cubicBezTo>
                  <a:cubicBezTo>
                    <a:pt x="333" y="341"/>
                    <a:pt x="352" y="366"/>
                    <a:pt x="372" y="39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6" name="Freeform 3988"/>
            <p:cNvSpPr/>
            <p:nvPr/>
          </p:nvSpPr>
          <p:spPr bwMode="auto">
            <a:xfrm>
              <a:off x="1106" y="2490"/>
              <a:ext cx="81" cy="281"/>
            </a:xfrm>
            <a:custGeom>
              <a:avLst/>
              <a:gdLst>
                <a:gd name="T0" fmla="*/ 25 w 34"/>
                <a:gd name="T1" fmla="*/ 119 h 119"/>
                <a:gd name="T2" fmla="*/ 0 w 34"/>
                <a:gd name="T3" fmla="*/ 90 h 119"/>
                <a:gd name="T4" fmla="*/ 24 w 34"/>
                <a:gd name="T5" fmla="*/ 0 h 119"/>
                <a:gd name="T6" fmla="*/ 34 w 34"/>
                <a:gd name="T7" fmla="*/ 10 h 119"/>
                <a:gd name="T8" fmla="*/ 25 w 34"/>
                <a:gd name="T9" fmla="*/ 119 h 119"/>
              </a:gdLst>
              <a:ahLst/>
              <a:cxnLst>
                <a:cxn ang="0">
                  <a:pos x="T0" y="T1"/>
                </a:cxn>
                <a:cxn ang="0">
                  <a:pos x="T2" y="T3"/>
                </a:cxn>
                <a:cxn ang="0">
                  <a:pos x="T4" y="T5"/>
                </a:cxn>
                <a:cxn ang="0">
                  <a:pos x="T6" y="T7"/>
                </a:cxn>
                <a:cxn ang="0">
                  <a:pos x="T8" y="T9"/>
                </a:cxn>
              </a:cxnLst>
              <a:rect l="0" t="0" r="r" b="b"/>
              <a:pathLst>
                <a:path w="34" h="119">
                  <a:moveTo>
                    <a:pt x="25" y="119"/>
                  </a:moveTo>
                  <a:cubicBezTo>
                    <a:pt x="16" y="112"/>
                    <a:pt x="7" y="102"/>
                    <a:pt x="0" y="90"/>
                  </a:cubicBezTo>
                  <a:cubicBezTo>
                    <a:pt x="6" y="60"/>
                    <a:pt x="14" y="30"/>
                    <a:pt x="24" y="0"/>
                  </a:cubicBezTo>
                  <a:cubicBezTo>
                    <a:pt x="27" y="4"/>
                    <a:pt x="30" y="7"/>
                    <a:pt x="34" y="10"/>
                  </a:cubicBezTo>
                  <a:cubicBezTo>
                    <a:pt x="29" y="47"/>
                    <a:pt x="26" y="84"/>
                    <a:pt x="25" y="1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7" name="Freeform 3989"/>
            <p:cNvSpPr/>
            <p:nvPr/>
          </p:nvSpPr>
          <p:spPr bwMode="auto">
            <a:xfrm>
              <a:off x="1177" y="2518"/>
              <a:ext cx="66" cy="294"/>
            </a:xfrm>
            <a:custGeom>
              <a:avLst/>
              <a:gdLst>
                <a:gd name="T0" fmla="*/ 28 w 28"/>
                <a:gd name="T1" fmla="*/ 124 h 124"/>
                <a:gd name="T2" fmla="*/ 0 w 28"/>
                <a:gd name="T3" fmla="*/ 112 h 124"/>
                <a:gd name="T4" fmla="*/ 6 w 28"/>
                <a:gd name="T5" fmla="*/ 0 h 124"/>
                <a:gd name="T6" fmla="*/ 16 w 28"/>
                <a:gd name="T7" fmla="*/ 4 h 124"/>
                <a:gd name="T8" fmla="*/ 28 w 28"/>
                <a:gd name="T9" fmla="*/ 124 h 124"/>
              </a:gdLst>
              <a:ahLst/>
              <a:cxnLst>
                <a:cxn ang="0">
                  <a:pos x="T0" y="T1"/>
                </a:cxn>
                <a:cxn ang="0">
                  <a:pos x="T2" y="T3"/>
                </a:cxn>
                <a:cxn ang="0">
                  <a:pos x="T4" y="T5"/>
                </a:cxn>
                <a:cxn ang="0">
                  <a:pos x="T6" y="T7"/>
                </a:cxn>
                <a:cxn ang="0">
                  <a:pos x="T8" y="T9"/>
                </a:cxn>
              </a:cxnLst>
              <a:rect l="0" t="0" r="r" b="b"/>
              <a:pathLst>
                <a:path w="28" h="124">
                  <a:moveTo>
                    <a:pt x="28" y="124"/>
                  </a:moveTo>
                  <a:cubicBezTo>
                    <a:pt x="19" y="122"/>
                    <a:pt x="9" y="118"/>
                    <a:pt x="0" y="112"/>
                  </a:cubicBezTo>
                  <a:cubicBezTo>
                    <a:pt x="1" y="75"/>
                    <a:pt x="2" y="38"/>
                    <a:pt x="6" y="0"/>
                  </a:cubicBezTo>
                  <a:cubicBezTo>
                    <a:pt x="9" y="2"/>
                    <a:pt x="12" y="4"/>
                    <a:pt x="16" y="4"/>
                  </a:cubicBezTo>
                  <a:cubicBezTo>
                    <a:pt x="18" y="45"/>
                    <a:pt x="22" y="84"/>
                    <a:pt x="28" y="1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8" name="Freeform 3990"/>
            <p:cNvSpPr/>
            <p:nvPr/>
          </p:nvSpPr>
          <p:spPr bwMode="auto">
            <a:xfrm>
              <a:off x="1220" y="2523"/>
              <a:ext cx="101" cy="289"/>
            </a:xfrm>
            <a:custGeom>
              <a:avLst/>
              <a:gdLst>
                <a:gd name="T0" fmla="*/ 43 w 43"/>
                <a:gd name="T1" fmla="*/ 115 h 122"/>
                <a:gd name="T2" fmla="*/ 16 w 43"/>
                <a:gd name="T3" fmla="*/ 122 h 122"/>
                <a:gd name="T4" fmla="*/ 0 w 43"/>
                <a:gd name="T5" fmla="*/ 2 h 122"/>
                <a:gd name="T6" fmla="*/ 10 w 43"/>
                <a:gd name="T7" fmla="*/ 0 h 122"/>
                <a:gd name="T8" fmla="*/ 43 w 43"/>
                <a:gd name="T9" fmla="*/ 115 h 122"/>
              </a:gdLst>
              <a:ahLst/>
              <a:cxnLst>
                <a:cxn ang="0">
                  <a:pos x="T0" y="T1"/>
                </a:cxn>
                <a:cxn ang="0">
                  <a:pos x="T2" y="T3"/>
                </a:cxn>
                <a:cxn ang="0">
                  <a:pos x="T4" y="T5"/>
                </a:cxn>
                <a:cxn ang="0">
                  <a:pos x="T6" y="T7"/>
                </a:cxn>
                <a:cxn ang="0">
                  <a:pos x="T8" y="T9"/>
                </a:cxn>
              </a:cxnLst>
              <a:rect l="0" t="0" r="r" b="b"/>
              <a:pathLst>
                <a:path w="43" h="122">
                  <a:moveTo>
                    <a:pt x="43" y="115"/>
                  </a:moveTo>
                  <a:cubicBezTo>
                    <a:pt x="34" y="120"/>
                    <a:pt x="25" y="122"/>
                    <a:pt x="16" y="122"/>
                  </a:cubicBezTo>
                  <a:cubicBezTo>
                    <a:pt x="9" y="83"/>
                    <a:pt x="4" y="43"/>
                    <a:pt x="0" y="2"/>
                  </a:cubicBezTo>
                  <a:cubicBezTo>
                    <a:pt x="3" y="2"/>
                    <a:pt x="6" y="1"/>
                    <a:pt x="10" y="0"/>
                  </a:cubicBezTo>
                  <a:cubicBezTo>
                    <a:pt x="19" y="39"/>
                    <a:pt x="31" y="77"/>
                    <a:pt x="43" y="1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999" name="Freeform 3991"/>
            <p:cNvSpPr/>
            <p:nvPr/>
          </p:nvSpPr>
          <p:spPr bwMode="auto">
            <a:xfrm>
              <a:off x="988" y="2372"/>
              <a:ext cx="215" cy="272"/>
            </a:xfrm>
            <a:custGeom>
              <a:avLst/>
              <a:gdLst>
                <a:gd name="T0" fmla="*/ 41 w 91"/>
                <a:gd name="T1" fmla="*/ 67 h 115"/>
                <a:gd name="T2" fmla="*/ 5 w 91"/>
                <a:gd name="T3" fmla="*/ 106 h 115"/>
                <a:gd name="T4" fmla="*/ 91 w 91"/>
                <a:gd name="T5" fmla="*/ 0 h 115"/>
                <a:gd name="T6" fmla="*/ 41 w 91"/>
                <a:gd name="T7" fmla="*/ 67 h 115"/>
              </a:gdLst>
              <a:ahLst/>
              <a:cxnLst>
                <a:cxn ang="0">
                  <a:pos x="T0" y="T1"/>
                </a:cxn>
                <a:cxn ang="0">
                  <a:pos x="T2" y="T3"/>
                </a:cxn>
                <a:cxn ang="0">
                  <a:pos x="T4" y="T5"/>
                </a:cxn>
                <a:cxn ang="0">
                  <a:pos x="T6" y="T7"/>
                </a:cxn>
              </a:cxnLst>
              <a:rect l="0" t="0" r="r" b="b"/>
              <a:pathLst>
                <a:path w="91" h="115">
                  <a:moveTo>
                    <a:pt x="41" y="67"/>
                  </a:moveTo>
                  <a:cubicBezTo>
                    <a:pt x="25" y="91"/>
                    <a:pt x="8" y="115"/>
                    <a:pt x="5" y="106"/>
                  </a:cubicBezTo>
                  <a:cubicBezTo>
                    <a:pt x="0" y="90"/>
                    <a:pt x="29" y="55"/>
                    <a:pt x="91" y="0"/>
                  </a:cubicBezTo>
                  <a:cubicBezTo>
                    <a:pt x="74" y="19"/>
                    <a:pt x="61" y="37"/>
                    <a:pt x="41" y="6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0" name="Freeform 3992"/>
            <p:cNvSpPr/>
            <p:nvPr/>
          </p:nvSpPr>
          <p:spPr bwMode="auto">
            <a:xfrm>
              <a:off x="1004" y="2374"/>
              <a:ext cx="199" cy="341"/>
            </a:xfrm>
            <a:custGeom>
              <a:avLst/>
              <a:gdLst>
                <a:gd name="T0" fmla="*/ 40 w 84"/>
                <a:gd name="T1" fmla="*/ 84 h 144"/>
                <a:gd name="T2" fmla="*/ 10 w 84"/>
                <a:gd name="T3" fmla="*/ 137 h 144"/>
                <a:gd name="T4" fmla="*/ 84 w 84"/>
                <a:gd name="T5" fmla="*/ 0 h 144"/>
                <a:gd name="T6" fmla="*/ 40 w 84"/>
                <a:gd name="T7" fmla="*/ 84 h 144"/>
              </a:gdLst>
              <a:ahLst/>
              <a:cxnLst>
                <a:cxn ang="0">
                  <a:pos x="T0" y="T1"/>
                </a:cxn>
                <a:cxn ang="0">
                  <a:pos x="T2" y="T3"/>
                </a:cxn>
                <a:cxn ang="0">
                  <a:pos x="T4" y="T5"/>
                </a:cxn>
                <a:cxn ang="0">
                  <a:pos x="T6" y="T7"/>
                </a:cxn>
              </a:cxnLst>
              <a:rect l="0" t="0" r="r" b="b"/>
              <a:pathLst>
                <a:path w="84" h="144">
                  <a:moveTo>
                    <a:pt x="40" y="84"/>
                  </a:moveTo>
                  <a:cubicBezTo>
                    <a:pt x="23" y="123"/>
                    <a:pt x="13" y="144"/>
                    <a:pt x="10" y="137"/>
                  </a:cubicBezTo>
                  <a:cubicBezTo>
                    <a:pt x="8" y="134"/>
                    <a:pt x="0" y="108"/>
                    <a:pt x="84" y="0"/>
                  </a:cubicBezTo>
                  <a:cubicBezTo>
                    <a:pt x="70" y="22"/>
                    <a:pt x="58" y="45"/>
                    <a:pt x="40" y="8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1" name="Freeform 3993"/>
            <p:cNvSpPr/>
            <p:nvPr/>
          </p:nvSpPr>
          <p:spPr bwMode="auto">
            <a:xfrm>
              <a:off x="1503" y="3710"/>
              <a:ext cx="201" cy="305"/>
            </a:xfrm>
            <a:custGeom>
              <a:avLst/>
              <a:gdLst>
                <a:gd name="T0" fmla="*/ 58 w 85"/>
                <a:gd name="T1" fmla="*/ 71 h 129"/>
                <a:gd name="T2" fmla="*/ 76 w 85"/>
                <a:gd name="T3" fmla="*/ 126 h 129"/>
                <a:gd name="T4" fmla="*/ 9 w 85"/>
                <a:gd name="T5" fmla="*/ 0 h 129"/>
                <a:gd name="T6" fmla="*/ 10 w 85"/>
                <a:gd name="T7" fmla="*/ 0 h 129"/>
                <a:gd name="T8" fmla="*/ 58 w 85"/>
                <a:gd name="T9" fmla="*/ 71 h 129"/>
              </a:gdLst>
              <a:ahLst/>
              <a:cxnLst>
                <a:cxn ang="0">
                  <a:pos x="T0" y="T1"/>
                </a:cxn>
                <a:cxn ang="0">
                  <a:pos x="T2" y="T3"/>
                </a:cxn>
                <a:cxn ang="0">
                  <a:pos x="T4" y="T5"/>
                </a:cxn>
                <a:cxn ang="0">
                  <a:pos x="T6" y="T7"/>
                </a:cxn>
                <a:cxn ang="0">
                  <a:pos x="T8" y="T9"/>
                </a:cxn>
              </a:cxnLst>
              <a:rect l="0" t="0" r="r" b="b"/>
              <a:pathLst>
                <a:path w="85" h="129">
                  <a:moveTo>
                    <a:pt x="58" y="71"/>
                  </a:moveTo>
                  <a:cubicBezTo>
                    <a:pt x="78" y="109"/>
                    <a:pt x="85" y="129"/>
                    <a:pt x="76" y="126"/>
                  </a:cubicBezTo>
                  <a:cubicBezTo>
                    <a:pt x="52" y="116"/>
                    <a:pt x="0" y="6"/>
                    <a:pt x="9" y="0"/>
                  </a:cubicBezTo>
                  <a:cubicBezTo>
                    <a:pt x="9" y="0"/>
                    <a:pt x="9" y="0"/>
                    <a:pt x="10" y="0"/>
                  </a:cubicBezTo>
                  <a:cubicBezTo>
                    <a:pt x="21" y="4"/>
                    <a:pt x="56" y="69"/>
                    <a:pt x="58" y="7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2" name="Freeform 3994"/>
            <p:cNvSpPr/>
            <p:nvPr/>
          </p:nvSpPr>
          <p:spPr bwMode="auto">
            <a:xfrm>
              <a:off x="4211" y="1149"/>
              <a:ext cx="487" cy="2296"/>
            </a:xfrm>
            <a:custGeom>
              <a:avLst/>
              <a:gdLst>
                <a:gd name="T0" fmla="*/ 113 w 206"/>
                <a:gd name="T1" fmla="*/ 0 h 971"/>
                <a:gd name="T2" fmla="*/ 154 w 206"/>
                <a:gd name="T3" fmla="*/ 971 h 971"/>
                <a:gd name="T4" fmla="*/ 40 w 206"/>
                <a:gd name="T5" fmla="*/ 962 h 971"/>
                <a:gd name="T6" fmla="*/ 0 w 206"/>
                <a:gd name="T7" fmla="*/ 21 h 971"/>
                <a:gd name="T8" fmla="*/ 113 w 206"/>
                <a:gd name="T9" fmla="*/ 0 h 971"/>
              </a:gdLst>
              <a:ahLst/>
              <a:cxnLst>
                <a:cxn ang="0">
                  <a:pos x="T0" y="T1"/>
                </a:cxn>
                <a:cxn ang="0">
                  <a:pos x="T2" y="T3"/>
                </a:cxn>
                <a:cxn ang="0">
                  <a:pos x="T4" y="T5"/>
                </a:cxn>
                <a:cxn ang="0">
                  <a:pos x="T6" y="T7"/>
                </a:cxn>
                <a:cxn ang="0">
                  <a:pos x="T8" y="T9"/>
                </a:cxn>
              </a:cxnLst>
              <a:rect l="0" t="0" r="r" b="b"/>
              <a:pathLst>
                <a:path w="206" h="971">
                  <a:moveTo>
                    <a:pt x="113" y="0"/>
                  </a:moveTo>
                  <a:cubicBezTo>
                    <a:pt x="194" y="320"/>
                    <a:pt x="206" y="670"/>
                    <a:pt x="154" y="971"/>
                  </a:cubicBezTo>
                  <a:cubicBezTo>
                    <a:pt x="116" y="969"/>
                    <a:pt x="78" y="966"/>
                    <a:pt x="40" y="962"/>
                  </a:cubicBezTo>
                  <a:cubicBezTo>
                    <a:pt x="90" y="670"/>
                    <a:pt x="79" y="331"/>
                    <a:pt x="0" y="21"/>
                  </a:cubicBezTo>
                  <a:cubicBezTo>
                    <a:pt x="38" y="14"/>
                    <a:pt x="75" y="7"/>
                    <a:pt x="11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3" name="Freeform 3995"/>
            <p:cNvSpPr/>
            <p:nvPr/>
          </p:nvSpPr>
          <p:spPr bwMode="auto">
            <a:xfrm>
              <a:off x="4235" y="-168"/>
              <a:ext cx="1180" cy="2466"/>
            </a:xfrm>
            <a:custGeom>
              <a:avLst/>
              <a:gdLst>
                <a:gd name="T0" fmla="*/ 214 w 499"/>
                <a:gd name="T1" fmla="*/ 0 h 1043"/>
                <a:gd name="T2" fmla="*/ 357 w 499"/>
                <a:gd name="T3" fmla="*/ 294 h 1043"/>
                <a:gd name="T4" fmla="*/ 499 w 499"/>
                <a:gd name="T5" fmla="*/ 1028 h 1043"/>
                <a:gd name="T6" fmla="*/ 279 w 499"/>
                <a:gd name="T7" fmla="*/ 1043 h 1043"/>
                <a:gd name="T8" fmla="*/ 140 w 499"/>
                <a:gd name="T9" fmla="*/ 324 h 1043"/>
                <a:gd name="T10" fmla="*/ 0 w 499"/>
                <a:gd name="T11" fmla="*/ 36 h 1043"/>
                <a:gd name="T12" fmla="*/ 214 w 499"/>
                <a:gd name="T13" fmla="*/ 0 h 1043"/>
              </a:gdLst>
              <a:ahLst/>
              <a:cxnLst>
                <a:cxn ang="0">
                  <a:pos x="T0" y="T1"/>
                </a:cxn>
                <a:cxn ang="0">
                  <a:pos x="T2" y="T3"/>
                </a:cxn>
                <a:cxn ang="0">
                  <a:pos x="T4" y="T5"/>
                </a:cxn>
                <a:cxn ang="0">
                  <a:pos x="T6" y="T7"/>
                </a:cxn>
                <a:cxn ang="0">
                  <a:pos x="T8" y="T9"/>
                </a:cxn>
                <a:cxn ang="0">
                  <a:pos x="T10" y="T11"/>
                </a:cxn>
                <a:cxn ang="0">
                  <a:pos x="T12" y="T13"/>
                </a:cxn>
              </a:cxnLst>
              <a:rect l="0" t="0" r="r" b="b"/>
              <a:pathLst>
                <a:path w="499" h="1043">
                  <a:moveTo>
                    <a:pt x="214" y="0"/>
                  </a:moveTo>
                  <a:cubicBezTo>
                    <a:pt x="266" y="83"/>
                    <a:pt x="315" y="181"/>
                    <a:pt x="357" y="294"/>
                  </a:cubicBezTo>
                  <a:cubicBezTo>
                    <a:pt x="442" y="523"/>
                    <a:pt x="488" y="778"/>
                    <a:pt x="499" y="1028"/>
                  </a:cubicBezTo>
                  <a:cubicBezTo>
                    <a:pt x="427" y="1034"/>
                    <a:pt x="354" y="1039"/>
                    <a:pt x="279" y="1043"/>
                  </a:cubicBezTo>
                  <a:cubicBezTo>
                    <a:pt x="269" y="798"/>
                    <a:pt x="224" y="548"/>
                    <a:pt x="140" y="324"/>
                  </a:cubicBezTo>
                  <a:cubicBezTo>
                    <a:pt x="99" y="214"/>
                    <a:pt x="52" y="118"/>
                    <a:pt x="0" y="36"/>
                  </a:cubicBezTo>
                  <a:cubicBezTo>
                    <a:pt x="72" y="19"/>
                    <a:pt x="143" y="7"/>
                    <a:pt x="21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4" name="Freeform 3996"/>
            <p:cNvSpPr/>
            <p:nvPr/>
          </p:nvSpPr>
          <p:spPr bwMode="auto">
            <a:xfrm>
              <a:off x="2918" y="-968"/>
              <a:ext cx="1421" cy="797"/>
            </a:xfrm>
            <a:custGeom>
              <a:avLst/>
              <a:gdLst>
                <a:gd name="T0" fmla="*/ 64 w 601"/>
                <a:gd name="T1" fmla="*/ 49 h 337"/>
                <a:gd name="T2" fmla="*/ 85 w 601"/>
                <a:gd name="T3" fmla="*/ 44 h 337"/>
                <a:gd name="T4" fmla="*/ 601 w 601"/>
                <a:gd name="T5" fmla="*/ 322 h 337"/>
                <a:gd name="T6" fmla="*/ 533 w 601"/>
                <a:gd name="T7" fmla="*/ 337 h 337"/>
                <a:gd name="T8" fmla="*/ 0 w 601"/>
                <a:gd name="T9" fmla="*/ 69 h 337"/>
                <a:gd name="T10" fmla="*/ 64 w 601"/>
                <a:gd name="T11" fmla="*/ 49 h 337"/>
              </a:gdLst>
              <a:ahLst/>
              <a:cxnLst>
                <a:cxn ang="0">
                  <a:pos x="T0" y="T1"/>
                </a:cxn>
                <a:cxn ang="0">
                  <a:pos x="T2" y="T3"/>
                </a:cxn>
                <a:cxn ang="0">
                  <a:pos x="T4" y="T5"/>
                </a:cxn>
                <a:cxn ang="0">
                  <a:pos x="T6" y="T7"/>
                </a:cxn>
                <a:cxn ang="0">
                  <a:pos x="T8" y="T9"/>
                </a:cxn>
                <a:cxn ang="0">
                  <a:pos x="T10" y="T11"/>
                </a:cxn>
              </a:cxnLst>
              <a:rect l="0" t="0" r="r" b="b"/>
              <a:pathLst>
                <a:path w="601" h="337">
                  <a:moveTo>
                    <a:pt x="64" y="49"/>
                  </a:moveTo>
                  <a:cubicBezTo>
                    <a:pt x="85" y="44"/>
                    <a:pt x="85" y="44"/>
                    <a:pt x="85" y="44"/>
                  </a:cubicBezTo>
                  <a:cubicBezTo>
                    <a:pt x="260" y="0"/>
                    <a:pt x="447" y="99"/>
                    <a:pt x="601" y="322"/>
                  </a:cubicBezTo>
                  <a:cubicBezTo>
                    <a:pt x="578" y="327"/>
                    <a:pt x="556" y="332"/>
                    <a:pt x="533" y="337"/>
                  </a:cubicBezTo>
                  <a:cubicBezTo>
                    <a:pt x="375" y="107"/>
                    <a:pt x="180" y="10"/>
                    <a:pt x="0" y="69"/>
                  </a:cubicBezTo>
                  <a:cubicBezTo>
                    <a:pt x="64" y="49"/>
                    <a:pt x="64" y="49"/>
                    <a:pt x="64" y="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5" name="Freeform 3997"/>
            <p:cNvSpPr/>
            <p:nvPr/>
          </p:nvSpPr>
          <p:spPr bwMode="auto">
            <a:xfrm>
              <a:off x="3322" y="-979"/>
              <a:ext cx="1227" cy="622"/>
            </a:xfrm>
            <a:custGeom>
              <a:avLst/>
              <a:gdLst>
                <a:gd name="T0" fmla="*/ 78 w 519"/>
                <a:gd name="T1" fmla="*/ 18 h 263"/>
                <a:gd name="T2" fmla="*/ 519 w 519"/>
                <a:gd name="T3" fmla="*/ 255 h 263"/>
                <a:gd name="T4" fmla="*/ 459 w 519"/>
                <a:gd name="T5" fmla="*/ 263 h 263"/>
                <a:gd name="T6" fmla="*/ 0 w 519"/>
                <a:gd name="T7" fmla="*/ 30 h 263"/>
                <a:gd name="T8" fmla="*/ 78 w 519"/>
                <a:gd name="T9" fmla="*/ 18 h 263"/>
              </a:gdLst>
              <a:ahLst/>
              <a:cxnLst>
                <a:cxn ang="0">
                  <a:pos x="T0" y="T1"/>
                </a:cxn>
                <a:cxn ang="0">
                  <a:pos x="T2" y="T3"/>
                </a:cxn>
                <a:cxn ang="0">
                  <a:pos x="T4" y="T5"/>
                </a:cxn>
                <a:cxn ang="0">
                  <a:pos x="T6" y="T7"/>
                </a:cxn>
                <a:cxn ang="0">
                  <a:pos x="T8" y="T9"/>
                </a:cxn>
              </a:cxnLst>
              <a:rect l="0" t="0" r="r" b="b"/>
              <a:pathLst>
                <a:path w="519" h="263">
                  <a:moveTo>
                    <a:pt x="78" y="18"/>
                  </a:moveTo>
                  <a:cubicBezTo>
                    <a:pt x="228" y="0"/>
                    <a:pt x="384" y="83"/>
                    <a:pt x="519" y="255"/>
                  </a:cubicBezTo>
                  <a:cubicBezTo>
                    <a:pt x="499" y="257"/>
                    <a:pt x="479" y="260"/>
                    <a:pt x="459" y="263"/>
                  </a:cubicBezTo>
                  <a:cubicBezTo>
                    <a:pt x="319" y="84"/>
                    <a:pt x="156" y="2"/>
                    <a:pt x="0" y="30"/>
                  </a:cubicBezTo>
                  <a:cubicBezTo>
                    <a:pt x="78" y="18"/>
                    <a:pt x="78" y="18"/>
                    <a:pt x="78"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6" name="Freeform 3998"/>
            <p:cNvSpPr/>
            <p:nvPr/>
          </p:nvSpPr>
          <p:spPr bwMode="auto">
            <a:xfrm>
              <a:off x="4871" y="2445"/>
              <a:ext cx="1211" cy="672"/>
            </a:xfrm>
            <a:custGeom>
              <a:avLst/>
              <a:gdLst>
                <a:gd name="T0" fmla="*/ 512 w 512"/>
                <a:gd name="T1" fmla="*/ 0 h 284"/>
                <a:gd name="T2" fmla="*/ 500 w 512"/>
                <a:gd name="T3" fmla="*/ 243 h 284"/>
                <a:gd name="T4" fmla="*/ 247 w 512"/>
                <a:gd name="T5" fmla="*/ 275 h 284"/>
                <a:gd name="T6" fmla="*/ 0 w 512"/>
                <a:gd name="T7" fmla="*/ 284 h 284"/>
                <a:gd name="T8" fmla="*/ 12 w 512"/>
                <a:gd name="T9" fmla="*/ 39 h 284"/>
                <a:gd name="T10" fmla="*/ 259 w 512"/>
                <a:gd name="T11" fmla="*/ 25 h 284"/>
                <a:gd name="T12" fmla="*/ 512 w 512"/>
                <a:gd name="T13" fmla="*/ 0 h 284"/>
              </a:gdLst>
              <a:ahLst/>
              <a:cxnLst>
                <a:cxn ang="0">
                  <a:pos x="T0" y="T1"/>
                </a:cxn>
                <a:cxn ang="0">
                  <a:pos x="T2" y="T3"/>
                </a:cxn>
                <a:cxn ang="0">
                  <a:pos x="T4" y="T5"/>
                </a:cxn>
                <a:cxn ang="0">
                  <a:pos x="T6" y="T7"/>
                </a:cxn>
                <a:cxn ang="0">
                  <a:pos x="T8" y="T9"/>
                </a:cxn>
                <a:cxn ang="0">
                  <a:pos x="T10" y="T11"/>
                </a:cxn>
                <a:cxn ang="0">
                  <a:pos x="T12" y="T13"/>
                </a:cxn>
              </a:cxnLst>
              <a:rect l="0" t="0" r="r" b="b"/>
              <a:pathLst>
                <a:path w="512" h="284">
                  <a:moveTo>
                    <a:pt x="512" y="0"/>
                  </a:moveTo>
                  <a:cubicBezTo>
                    <a:pt x="512" y="82"/>
                    <a:pt x="508" y="163"/>
                    <a:pt x="500" y="243"/>
                  </a:cubicBezTo>
                  <a:cubicBezTo>
                    <a:pt x="425" y="257"/>
                    <a:pt x="341" y="268"/>
                    <a:pt x="247" y="275"/>
                  </a:cubicBezTo>
                  <a:cubicBezTo>
                    <a:pt x="167" y="281"/>
                    <a:pt x="84" y="284"/>
                    <a:pt x="0" y="284"/>
                  </a:cubicBezTo>
                  <a:cubicBezTo>
                    <a:pt x="8" y="205"/>
                    <a:pt x="12" y="123"/>
                    <a:pt x="12" y="39"/>
                  </a:cubicBezTo>
                  <a:cubicBezTo>
                    <a:pt x="97" y="36"/>
                    <a:pt x="180" y="31"/>
                    <a:pt x="259" y="25"/>
                  </a:cubicBezTo>
                  <a:cubicBezTo>
                    <a:pt x="353" y="17"/>
                    <a:pt x="438" y="9"/>
                    <a:pt x="51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7" name="Freeform 3999"/>
            <p:cNvSpPr/>
            <p:nvPr/>
          </p:nvSpPr>
          <p:spPr bwMode="auto">
            <a:xfrm>
              <a:off x="4542" y="3284"/>
              <a:ext cx="641" cy="1126"/>
            </a:xfrm>
            <a:custGeom>
              <a:avLst/>
              <a:gdLst>
                <a:gd name="T0" fmla="*/ 271 w 271"/>
                <a:gd name="T1" fmla="*/ 0 h 476"/>
                <a:gd name="T2" fmla="*/ 138 w 271"/>
                <a:gd name="T3" fmla="*/ 476 h 476"/>
                <a:gd name="T4" fmla="*/ 0 w 271"/>
                <a:gd name="T5" fmla="*/ 470 h 476"/>
                <a:gd name="T6" fmla="*/ 130 w 271"/>
                <a:gd name="T7" fmla="*/ 2 h 476"/>
                <a:gd name="T8" fmla="*/ 271 w 271"/>
                <a:gd name="T9" fmla="*/ 0 h 476"/>
              </a:gdLst>
              <a:ahLst/>
              <a:cxnLst>
                <a:cxn ang="0">
                  <a:pos x="T0" y="T1"/>
                </a:cxn>
                <a:cxn ang="0">
                  <a:pos x="T2" y="T3"/>
                </a:cxn>
                <a:cxn ang="0">
                  <a:pos x="T4" y="T5"/>
                </a:cxn>
                <a:cxn ang="0">
                  <a:pos x="T6" y="T7"/>
                </a:cxn>
                <a:cxn ang="0">
                  <a:pos x="T8" y="T9"/>
                </a:cxn>
              </a:cxnLst>
              <a:rect l="0" t="0" r="r" b="b"/>
              <a:pathLst>
                <a:path w="271" h="476">
                  <a:moveTo>
                    <a:pt x="271" y="0"/>
                  </a:moveTo>
                  <a:cubicBezTo>
                    <a:pt x="246" y="177"/>
                    <a:pt x="202" y="340"/>
                    <a:pt x="138" y="476"/>
                  </a:cubicBezTo>
                  <a:cubicBezTo>
                    <a:pt x="92" y="476"/>
                    <a:pt x="46" y="474"/>
                    <a:pt x="0" y="470"/>
                  </a:cubicBezTo>
                  <a:cubicBezTo>
                    <a:pt x="63" y="336"/>
                    <a:pt x="107" y="176"/>
                    <a:pt x="130" y="2"/>
                  </a:cubicBezTo>
                  <a:cubicBezTo>
                    <a:pt x="178" y="2"/>
                    <a:pt x="225" y="2"/>
                    <a:pt x="27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8" name="Freeform 4000"/>
            <p:cNvSpPr/>
            <p:nvPr/>
          </p:nvSpPr>
          <p:spPr bwMode="auto">
            <a:xfrm>
              <a:off x="5306" y="3218"/>
              <a:ext cx="565" cy="830"/>
            </a:xfrm>
            <a:custGeom>
              <a:avLst/>
              <a:gdLst>
                <a:gd name="T0" fmla="*/ 239 w 239"/>
                <a:gd name="T1" fmla="*/ 0 h 351"/>
                <a:gd name="T2" fmla="*/ 165 w 239"/>
                <a:gd name="T3" fmla="*/ 326 h 351"/>
                <a:gd name="T4" fmla="*/ 0 w 239"/>
                <a:gd name="T5" fmla="*/ 351 h 351"/>
                <a:gd name="T6" fmla="*/ 75 w 239"/>
                <a:gd name="T7" fmla="*/ 20 h 351"/>
                <a:gd name="T8" fmla="*/ 239 w 239"/>
                <a:gd name="T9" fmla="*/ 0 h 351"/>
              </a:gdLst>
              <a:ahLst/>
              <a:cxnLst>
                <a:cxn ang="0">
                  <a:pos x="T0" y="T1"/>
                </a:cxn>
                <a:cxn ang="0">
                  <a:pos x="T2" y="T3"/>
                </a:cxn>
                <a:cxn ang="0">
                  <a:pos x="T4" y="T5"/>
                </a:cxn>
                <a:cxn ang="0">
                  <a:pos x="T6" y="T7"/>
                </a:cxn>
                <a:cxn ang="0">
                  <a:pos x="T8" y="T9"/>
                </a:cxn>
              </a:cxnLst>
              <a:rect l="0" t="0" r="r" b="b"/>
              <a:pathLst>
                <a:path w="239" h="351">
                  <a:moveTo>
                    <a:pt x="239" y="0"/>
                  </a:moveTo>
                  <a:cubicBezTo>
                    <a:pt x="223" y="116"/>
                    <a:pt x="199" y="226"/>
                    <a:pt x="165" y="326"/>
                  </a:cubicBezTo>
                  <a:cubicBezTo>
                    <a:pt x="114" y="337"/>
                    <a:pt x="59" y="346"/>
                    <a:pt x="0" y="351"/>
                  </a:cubicBezTo>
                  <a:cubicBezTo>
                    <a:pt x="34" y="249"/>
                    <a:pt x="59" y="138"/>
                    <a:pt x="75" y="20"/>
                  </a:cubicBezTo>
                  <a:cubicBezTo>
                    <a:pt x="133" y="15"/>
                    <a:pt x="188" y="8"/>
                    <a:pt x="23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09" name="Freeform 4001"/>
            <p:cNvSpPr/>
            <p:nvPr/>
          </p:nvSpPr>
          <p:spPr bwMode="auto">
            <a:xfrm>
              <a:off x="5337" y="792"/>
              <a:ext cx="482" cy="1232"/>
            </a:xfrm>
            <a:custGeom>
              <a:avLst/>
              <a:gdLst>
                <a:gd name="T0" fmla="*/ 109 w 204"/>
                <a:gd name="T1" fmla="*/ 0 h 521"/>
                <a:gd name="T2" fmla="*/ 204 w 204"/>
                <a:gd name="T3" fmla="*/ 513 h 521"/>
                <a:gd name="T4" fmla="*/ 96 w 204"/>
                <a:gd name="T5" fmla="*/ 521 h 521"/>
                <a:gd name="T6" fmla="*/ 0 w 204"/>
                <a:gd name="T7" fmla="*/ 4 h 521"/>
                <a:gd name="T8" fmla="*/ 109 w 204"/>
                <a:gd name="T9" fmla="*/ 0 h 521"/>
              </a:gdLst>
              <a:ahLst/>
              <a:cxnLst>
                <a:cxn ang="0">
                  <a:pos x="T0" y="T1"/>
                </a:cxn>
                <a:cxn ang="0">
                  <a:pos x="T2" y="T3"/>
                </a:cxn>
                <a:cxn ang="0">
                  <a:pos x="T4" y="T5"/>
                </a:cxn>
                <a:cxn ang="0">
                  <a:pos x="T6" y="T7"/>
                </a:cxn>
                <a:cxn ang="0">
                  <a:pos x="T8" y="T9"/>
                </a:cxn>
              </a:cxnLst>
              <a:rect l="0" t="0" r="r" b="b"/>
              <a:pathLst>
                <a:path w="204" h="521">
                  <a:moveTo>
                    <a:pt x="109" y="0"/>
                  </a:moveTo>
                  <a:cubicBezTo>
                    <a:pt x="159" y="164"/>
                    <a:pt x="190" y="339"/>
                    <a:pt x="204" y="513"/>
                  </a:cubicBezTo>
                  <a:cubicBezTo>
                    <a:pt x="169" y="515"/>
                    <a:pt x="133" y="518"/>
                    <a:pt x="96" y="521"/>
                  </a:cubicBezTo>
                  <a:cubicBezTo>
                    <a:pt x="82" y="345"/>
                    <a:pt x="50" y="169"/>
                    <a:pt x="0" y="4"/>
                  </a:cubicBezTo>
                  <a:cubicBezTo>
                    <a:pt x="38" y="1"/>
                    <a:pt x="74" y="0"/>
                    <a:pt x="10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0" name="Freeform 4002"/>
            <p:cNvSpPr/>
            <p:nvPr/>
          </p:nvSpPr>
          <p:spPr bwMode="auto">
            <a:xfrm>
              <a:off x="5153" y="291"/>
              <a:ext cx="366" cy="281"/>
            </a:xfrm>
            <a:custGeom>
              <a:avLst/>
              <a:gdLst>
                <a:gd name="T0" fmla="*/ 110 w 155"/>
                <a:gd name="T1" fmla="*/ 1 h 119"/>
                <a:gd name="T2" fmla="*/ 146 w 155"/>
                <a:gd name="T3" fmla="*/ 92 h 119"/>
                <a:gd name="T4" fmla="*/ 155 w 155"/>
                <a:gd name="T5" fmla="*/ 116 h 119"/>
                <a:gd name="T6" fmla="*/ 46 w 155"/>
                <a:gd name="T7" fmla="*/ 119 h 119"/>
                <a:gd name="T8" fmla="*/ 37 w 155"/>
                <a:gd name="T9" fmla="*/ 95 h 119"/>
                <a:gd name="T10" fmla="*/ 0 w 155"/>
                <a:gd name="T11" fmla="*/ 3 h 119"/>
                <a:gd name="T12" fmla="*/ 110 w 155"/>
                <a:gd name="T13" fmla="*/ 1 h 119"/>
              </a:gdLst>
              <a:ahLst/>
              <a:cxnLst>
                <a:cxn ang="0">
                  <a:pos x="T0" y="T1"/>
                </a:cxn>
                <a:cxn ang="0">
                  <a:pos x="T2" y="T3"/>
                </a:cxn>
                <a:cxn ang="0">
                  <a:pos x="T4" y="T5"/>
                </a:cxn>
                <a:cxn ang="0">
                  <a:pos x="T6" y="T7"/>
                </a:cxn>
                <a:cxn ang="0">
                  <a:pos x="T8" y="T9"/>
                </a:cxn>
                <a:cxn ang="0">
                  <a:pos x="T10" y="T11"/>
                </a:cxn>
                <a:cxn ang="0">
                  <a:pos x="T12" y="T13"/>
                </a:cxn>
              </a:cxnLst>
              <a:rect l="0" t="0" r="r" b="b"/>
              <a:pathLst>
                <a:path w="155" h="119">
                  <a:moveTo>
                    <a:pt x="110" y="1"/>
                  </a:moveTo>
                  <a:cubicBezTo>
                    <a:pt x="122" y="30"/>
                    <a:pt x="135" y="60"/>
                    <a:pt x="146" y="92"/>
                  </a:cubicBezTo>
                  <a:cubicBezTo>
                    <a:pt x="149" y="100"/>
                    <a:pt x="152" y="108"/>
                    <a:pt x="155" y="116"/>
                  </a:cubicBezTo>
                  <a:cubicBezTo>
                    <a:pt x="120" y="116"/>
                    <a:pt x="84" y="117"/>
                    <a:pt x="46" y="119"/>
                  </a:cubicBezTo>
                  <a:cubicBezTo>
                    <a:pt x="43" y="111"/>
                    <a:pt x="40" y="103"/>
                    <a:pt x="37" y="95"/>
                  </a:cubicBezTo>
                  <a:cubicBezTo>
                    <a:pt x="25" y="63"/>
                    <a:pt x="13" y="32"/>
                    <a:pt x="0" y="3"/>
                  </a:cubicBezTo>
                  <a:cubicBezTo>
                    <a:pt x="38" y="1"/>
                    <a:pt x="75" y="0"/>
                    <a:pt x="11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1" name="Freeform 4003"/>
            <p:cNvSpPr/>
            <p:nvPr/>
          </p:nvSpPr>
          <p:spPr bwMode="auto">
            <a:xfrm>
              <a:off x="4947" y="-114"/>
              <a:ext cx="385" cy="237"/>
            </a:xfrm>
            <a:custGeom>
              <a:avLst/>
              <a:gdLst>
                <a:gd name="T0" fmla="*/ 110 w 163"/>
                <a:gd name="T1" fmla="*/ 1 h 100"/>
                <a:gd name="T2" fmla="*/ 163 w 163"/>
                <a:gd name="T3" fmla="*/ 98 h 100"/>
                <a:gd name="T4" fmla="*/ 53 w 163"/>
                <a:gd name="T5" fmla="*/ 100 h 100"/>
                <a:gd name="T6" fmla="*/ 0 w 163"/>
                <a:gd name="T7" fmla="*/ 2 h 100"/>
                <a:gd name="T8" fmla="*/ 110 w 163"/>
                <a:gd name="T9" fmla="*/ 1 h 100"/>
              </a:gdLst>
              <a:ahLst/>
              <a:cxnLst>
                <a:cxn ang="0">
                  <a:pos x="T0" y="T1"/>
                </a:cxn>
                <a:cxn ang="0">
                  <a:pos x="T2" y="T3"/>
                </a:cxn>
                <a:cxn ang="0">
                  <a:pos x="T4" y="T5"/>
                </a:cxn>
                <a:cxn ang="0">
                  <a:pos x="T6" y="T7"/>
                </a:cxn>
                <a:cxn ang="0">
                  <a:pos x="T8" y="T9"/>
                </a:cxn>
              </a:cxnLst>
              <a:rect l="0" t="0" r="r" b="b"/>
              <a:pathLst>
                <a:path w="163" h="100">
                  <a:moveTo>
                    <a:pt x="110" y="1"/>
                  </a:moveTo>
                  <a:cubicBezTo>
                    <a:pt x="128" y="32"/>
                    <a:pt x="146" y="64"/>
                    <a:pt x="163" y="98"/>
                  </a:cubicBezTo>
                  <a:cubicBezTo>
                    <a:pt x="127" y="97"/>
                    <a:pt x="91" y="98"/>
                    <a:pt x="53" y="100"/>
                  </a:cubicBezTo>
                  <a:cubicBezTo>
                    <a:pt x="36" y="65"/>
                    <a:pt x="18" y="32"/>
                    <a:pt x="0" y="2"/>
                  </a:cubicBezTo>
                  <a:cubicBezTo>
                    <a:pt x="38" y="0"/>
                    <a:pt x="75" y="0"/>
                    <a:pt x="110"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2" name="Freeform 4004"/>
            <p:cNvSpPr/>
            <p:nvPr/>
          </p:nvSpPr>
          <p:spPr bwMode="auto">
            <a:xfrm>
              <a:off x="4715" y="-445"/>
              <a:ext cx="402" cy="192"/>
            </a:xfrm>
            <a:custGeom>
              <a:avLst/>
              <a:gdLst>
                <a:gd name="T0" fmla="*/ 111 w 170"/>
                <a:gd name="T1" fmla="*/ 3 h 81"/>
                <a:gd name="T2" fmla="*/ 170 w 170"/>
                <a:gd name="T3" fmla="*/ 81 h 81"/>
                <a:gd name="T4" fmla="*/ 59 w 170"/>
                <a:gd name="T5" fmla="*/ 81 h 81"/>
                <a:gd name="T6" fmla="*/ 0 w 170"/>
                <a:gd name="T7" fmla="*/ 2 h 81"/>
                <a:gd name="T8" fmla="*/ 111 w 170"/>
                <a:gd name="T9" fmla="*/ 3 h 81"/>
              </a:gdLst>
              <a:ahLst/>
              <a:cxnLst>
                <a:cxn ang="0">
                  <a:pos x="T0" y="T1"/>
                </a:cxn>
                <a:cxn ang="0">
                  <a:pos x="T2" y="T3"/>
                </a:cxn>
                <a:cxn ang="0">
                  <a:pos x="T4" y="T5"/>
                </a:cxn>
                <a:cxn ang="0">
                  <a:pos x="T6" y="T7"/>
                </a:cxn>
                <a:cxn ang="0">
                  <a:pos x="T8" y="T9"/>
                </a:cxn>
              </a:cxnLst>
              <a:rect l="0" t="0" r="r" b="b"/>
              <a:pathLst>
                <a:path w="170" h="81">
                  <a:moveTo>
                    <a:pt x="111" y="3"/>
                  </a:moveTo>
                  <a:cubicBezTo>
                    <a:pt x="131" y="27"/>
                    <a:pt x="151" y="53"/>
                    <a:pt x="170" y="81"/>
                  </a:cubicBezTo>
                  <a:cubicBezTo>
                    <a:pt x="134" y="79"/>
                    <a:pt x="97" y="79"/>
                    <a:pt x="59" y="81"/>
                  </a:cubicBezTo>
                  <a:cubicBezTo>
                    <a:pt x="40" y="53"/>
                    <a:pt x="20" y="26"/>
                    <a:pt x="0" y="2"/>
                  </a:cubicBezTo>
                  <a:cubicBezTo>
                    <a:pt x="38" y="0"/>
                    <a:pt x="75" y="1"/>
                    <a:pt x="111"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3" name="Freeform 4005"/>
            <p:cNvSpPr/>
            <p:nvPr/>
          </p:nvSpPr>
          <p:spPr bwMode="auto">
            <a:xfrm>
              <a:off x="4010" y="-937"/>
              <a:ext cx="887" cy="407"/>
            </a:xfrm>
            <a:custGeom>
              <a:avLst/>
              <a:gdLst>
                <a:gd name="T0" fmla="*/ 113 w 375"/>
                <a:gd name="T1" fmla="*/ 4 h 172"/>
                <a:gd name="T2" fmla="*/ 375 w 375"/>
                <a:gd name="T3" fmla="*/ 172 h 172"/>
                <a:gd name="T4" fmla="*/ 264 w 375"/>
                <a:gd name="T5" fmla="*/ 171 h 172"/>
                <a:gd name="T6" fmla="*/ 0 w 375"/>
                <a:gd name="T7" fmla="*/ 1 h 172"/>
                <a:gd name="T8" fmla="*/ 113 w 375"/>
                <a:gd name="T9" fmla="*/ 4 h 172"/>
              </a:gdLst>
              <a:ahLst/>
              <a:cxnLst>
                <a:cxn ang="0">
                  <a:pos x="T0" y="T1"/>
                </a:cxn>
                <a:cxn ang="0">
                  <a:pos x="T2" y="T3"/>
                </a:cxn>
                <a:cxn ang="0">
                  <a:pos x="T4" y="T5"/>
                </a:cxn>
                <a:cxn ang="0">
                  <a:pos x="T6" y="T7"/>
                </a:cxn>
                <a:cxn ang="0">
                  <a:pos x="T8" y="T9"/>
                </a:cxn>
              </a:cxnLst>
              <a:rect l="0" t="0" r="r" b="b"/>
              <a:pathLst>
                <a:path w="375" h="172">
                  <a:moveTo>
                    <a:pt x="113" y="4"/>
                  </a:moveTo>
                  <a:cubicBezTo>
                    <a:pt x="203" y="26"/>
                    <a:pt x="293" y="83"/>
                    <a:pt x="375" y="172"/>
                  </a:cubicBezTo>
                  <a:cubicBezTo>
                    <a:pt x="339" y="170"/>
                    <a:pt x="302" y="169"/>
                    <a:pt x="264" y="171"/>
                  </a:cubicBezTo>
                  <a:cubicBezTo>
                    <a:pt x="181" y="81"/>
                    <a:pt x="90" y="23"/>
                    <a:pt x="0" y="1"/>
                  </a:cubicBezTo>
                  <a:cubicBezTo>
                    <a:pt x="38" y="0"/>
                    <a:pt x="76" y="1"/>
                    <a:pt x="113"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4" name="Freeform 4006"/>
            <p:cNvSpPr/>
            <p:nvPr/>
          </p:nvSpPr>
          <p:spPr bwMode="auto">
            <a:xfrm>
              <a:off x="4363" y="-923"/>
              <a:ext cx="1795" cy="3250"/>
            </a:xfrm>
            <a:custGeom>
              <a:avLst/>
              <a:gdLst>
                <a:gd name="T0" fmla="*/ 123 w 759"/>
                <a:gd name="T1" fmla="*/ 24 h 1374"/>
                <a:gd name="T2" fmla="*/ 620 w 759"/>
                <a:gd name="T3" fmla="*/ 613 h 1374"/>
                <a:gd name="T4" fmla="*/ 759 w 759"/>
                <a:gd name="T5" fmla="*/ 1365 h 1374"/>
                <a:gd name="T6" fmla="*/ 683 w 759"/>
                <a:gd name="T7" fmla="*/ 1374 h 1374"/>
                <a:gd name="T8" fmla="*/ 542 w 759"/>
                <a:gd name="T9" fmla="*/ 607 h 1374"/>
                <a:gd name="T10" fmla="*/ 0 w 759"/>
                <a:gd name="T11" fmla="*/ 0 h 1374"/>
                <a:gd name="T12" fmla="*/ 123 w 759"/>
                <a:gd name="T13" fmla="*/ 24 h 1374"/>
              </a:gdLst>
              <a:ahLst/>
              <a:cxnLst>
                <a:cxn ang="0">
                  <a:pos x="T0" y="T1"/>
                </a:cxn>
                <a:cxn ang="0">
                  <a:pos x="T2" y="T3"/>
                </a:cxn>
                <a:cxn ang="0">
                  <a:pos x="T4" y="T5"/>
                </a:cxn>
                <a:cxn ang="0">
                  <a:pos x="T6" y="T7"/>
                </a:cxn>
                <a:cxn ang="0">
                  <a:pos x="T8" y="T9"/>
                </a:cxn>
                <a:cxn ang="0">
                  <a:pos x="T10" y="T11"/>
                </a:cxn>
                <a:cxn ang="0">
                  <a:pos x="T12" y="T13"/>
                </a:cxn>
              </a:cxnLst>
              <a:rect l="0" t="0" r="r" b="b"/>
              <a:pathLst>
                <a:path w="759" h="1374">
                  <a:moveTo>
                    <a:pt x="123" y="24"/>
                  </a:moveTo>
                  <a:cubicBezTo>
                    <a:pt x="311" y="73"/>
                    <a:pt x="495" y="277"/>
                    <a:pt x="620" y="613"/>
                  </a:cubicBezTo>
                  <a:cubicBezTo>
                    <a:pt x="708" y="847"/>
                    <a:pt x="753" y="1110"/>
                    <a:pt x="759" y="1365"/>
                  </a:cubicBezTo>
                  <a:cubicBezTo>
                    <a:pt x="734" y="1368"/>
                    <a:pt x="709" y="1371"/>
                    <a:pt x="683" y="1374"/>
                  </a:cubicBezTo>
                  <a:cubicBezTo>
                    <a:pt x="677" y="1113"/>
                    <a:pt x="631" y="845"/>
                    <a:pt x="542" y="607"/>
                  </a:cubicBezTo>
                  <a:cubicBezTo>
                    <a:pt x="407" y="243"/>
                    <a:pt x="203" y="31"/>
                    <a:pt x="0" y="0"/>
                  </a:cubicBezTo>
                  <a:cubicBezTo>
                    <a:pt x="37" y="7"/>
                    <a:pt x="86" y="15"/>
                    <a:pt x="123" y="2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5" name="Freeform 4007"/>
            <p:cNvSpPr/>
            <p:nvPr/>
          </p:nvSpPr>
          <p:spPr bwMode="auto">
            <a:xfrm>
              <a:off x="3341" y="-509"/>
              <a:ext cx="636" cy="544"/>
            </a:xfrm>
            <a:custGeom>
              <a:avLst/>
              <a:gdLst>
                <a:gd name="T0" fmla="*/ 102 w 269"/>
                <a:gd name="T1" fmla="*/ 0 h 230"/>
                <a:gd name="T2" fmla="*/ 269 w 269"/>
                <a:gd name="T3" fmla="*/ 193 h 230"/>
                <a:gd name="T4" fmla="*/ 163 w 269"/>
                <a:gd name="T5" fmla="*/ 230 h 230"/>
                <a:gd name="T6" fmla="*/ 0 w 269"/>
                <a:gd name="T7" fmla="*/ 43 h 230"/>
                <a:gd name="T8" fmla="*/ 102 w 269"/>
                <a:gd name="T9" fmla="*/ 0 h 230"/>
              </a:gdLst>
              <a:ahLst/>
              <a:cxnLst>
                <a:cxn ang="0">
                  <a:pos x="T0" y="T1"/>
                </a:cxn>
                <a:cxn ang="0">
                  <a:pos x="T2" y="T3"/>
                </a:cxn>
                <a:cxn ang="0">
                  <a:pos x="T4" y="T5"/>
                </a:cxn>
                <a:cxn ang="0">
                  <a:pos x="T6" y="T7"/>
                </a:cxn>
                <a:cxn ang="0">
                  <a:pos x="T8" y="T9"/>
                </a:cxn>
              </a:cxnLst>
              <a:rect l="0" t="0" r="r" b="b"/>
              <a:pathLst>
                <a:path w="269" h="230">
                  <a:moveTo>
                    <a:pt x="102" y="0"/>
                  </a:moveTo>
                  <a:cubicBezTo>
                    <a:pt x="160" y="49"/>
                    <a:pt x="217" y="114"/>
                    <a:pt x="269" y="193"/>
                  </a:cubicBezTo>
                  <a:cubicBezTo>
                    <a:pt x="233" y="204"/>
                    <a:pt x="198" y="217"/>
                    <a:pt x="163" y="230"/>
                  </a:cubicBezTo>
                  <a:cubicBezTo>
                    <a:pt x="112" y="153"/>
                    <a:pt x="57" y="90"/>
                    <a:pt x="0" y="43"/>
                  </a:cubicBezTo>
                  <a:cubicBezTo>
                    <a:pt x="34" y="27"/>
                    <a:pt x="67" y="13"/>
                    <a:pt x="10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6" name="Freeform 4008"/>
            <p:cNvSpPr/>
            <p:nvPr/>
          </p:nvSpPr>
          <p:spPr bwMode="auto">
            <a:xfrm>
              <a:off x="2833" y="-757"/>
              <a:ext cx="655" cy="281"/>
            </a:xfrm>
            <a:custGeom>
              <a:avLst/>
              <a:gdLst>
                <a:gd name="T0" fmla="*/ 94 w 277"/>
                <a:gd name="T1" fmla="*/ 0 h 119"/>
                <a:gd name="T2" fmla="*/ 277 w 277"/>
                <a:gd name="T3" fmla="*/ 75 h 119"/>
                <a:gd name="T4" fmla="*/ 177 w 277"/>
                <a:gd name="T5" fmla="*/ 119 h 119"/>
                <a:gd name="T6" fmla="*/ 0 w 277"/>
                <a:gd name="T7" fmla="*/ 46 h 119"/>
                <a:gd name="T8" fmla="*/ 94 w 277"/>
                <a:gd name="T9" fmla="*/ 0 h 119"/>
              </a:gdLst>
              <a:ahLst/>
              <a:cxnLst>
                <a:cxn ang="0">
                  <a:pos x="T0" y="T1"/>
                </a:cxn>
                <a:cxn ang="0">
                  <a:pos x="T2" y="T3"/>
                </a:cxn>
                <a:cxn ang="0">
                  <a:pos x="T4" y="T5"/>
                </a:cxn>
                <a:cxn ang="0">
                  <a:pos x="T6" y="T7"/>
                </a:cxn>
                <a:cxn ang="0">
                  <a:pos x="T8" y="T9"/>
                </a:cxn>
              </a:cxnLst>
              <a:rect l="0" t="0" r="r" b="b"/>
              <a:pathLst>
                <a:path w="277" h="119">
                  <a:moveTo>
                    <a:pt x="94" y="0"/>
                  </a:moveTo>
                  <a:cubicBezTo>
                    <a:pt x="156" y="8"/>
                    <a:pt x="217" y="34"/>
                    <a:pt x="277" y="75"/>
                  </a:cubicBezTo>
                  <a:cubicBezTo>
                    <a:pt x="243" y="88"/>
                    <a:pt x="210" y="103"/>
                    <a:pt x="177" y="119"/>
                  </a:cubicBezTo>
                  <a:cubicBezTo>
                    <a:pt x="119" y="78"/>
                    <a:pt x="59" y="54"/>
                    <a:pt x="0" y="46"/>
                  </a:cubicBezTo>
                  <a:cubicBezTo>
                    <a:pt x="31" y="29"/>
                    <a:pt x="62" y="14"/>
                    <a:pt x="9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7" name="Freeform 4009"/>
            <p:cNvSpPr/>
            <p:nvPr/>
          </p:nvSpPr>
          <p:spPr bwMode="auto">
            <a:xfrm>
              <a:off x="2336" y="-767"/>
              <a:ext cx="622" cy="220"/>
            </a:xfrm>
            <a:custGeom>
              <a:avLst/>
              <a:gdLst>
                <a:gd name="T0" fmla="*/ 81 w 263"/>
                <a:gd name="T1" fmla="*/ 50 h 93"/>
                <a:gd name="T2" fmla="*/ 124 w 263"/>
                <a:gd name="T3" fmla="*/ 30 h 93"/>
                <a:gd name="T4" fmla="*/ 263 w 263"/>
                <a:gd name="T5" fmla="*/ 1 h 93"/>
                <a:gd name="T6" fmla="*/ 170 w 263"/>
                <a:gd name="T7" fmla="*/ 47 h 93"/>
                <a:gd name="T8" fmla="*/ 0 w 263"/>
                <a:gd name="T9" fmla="*/ 93 h 93"/>
                <a:gd name="T10" fmla="*/ 81 w 263"/>
                <a:gd name="T11" fmla="*/ 50 h 93"/>
              </a:gdLst>
              <a:ahLst/>
              <a:cxnLst>
                <a:cxn ang="0">
                  <a:pos x="T0" y="T1"/>
                </a:cxn>
                <a:cxn ang="0">
                  <a:pos x="T2" y="T3"/>
                </a:cxn>
                <a:cxn ang="0">
                  <a:pos x="T4" y="T5"/>
                </a:cxn>
                <a:cxn ang="0">
                  <a:pos x="T6" y="T7"/>
                </a:cxn>
                <a:cxn ang="0">
                  <a:pos x="T8" y="T9"/>
                </a:cxn>
                <a:cxn ang="0">
                  <a:pos x="T10" y="T11"/>
                </a:cxn>
              </a:cxnLst>
              <a:rect l="0" t="0" r="r" b="b"/>
              <a:pathLst>
                <a:path w="263" h="93">
                  <a:moveTo>
                    <a:pt x="81" y="50"/>
                  </a:moveTo>
                  <a:cubicBezTo>
                    <a:pt x="124" y="30"/>
                    <a:pt x="124" y="30"/>
                    <a:pt x="124" y="30"/>
                  </a:cubicBezTo>
                  <a:cubicBezTo>
                    <a:pt x="170" y="10"/>
                    <a:pt x="216" y="0"/>
                    <a:pt x="263" y="1"/>
                  </a:cubicBezTo>
                  <a:cubicBezTo>
                    <a:pt x="232" y="15"/>
                    <a:pt x="201" y="30"/>
                    <a:pt x="170" y="47"/>
                  </a:cubicBezTo>
                  <a:cubicBezTo>
                    <a:pt x="112" y="46"/>
                    <a:pt x="55" y="61"/>
                    <a:pt x="0" y="93"/>
                  </a:cubicBezTo>
                  <a:cubicBezTo>
                    <a:pt x="81" y="50"/>
                    <a:pt x="81" y="50"/>
                    <a:pt x="81" y="5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8" name="Freeform 4010"/>
            <p:cNvSpPr/>
            <p:nvPr/>
          </p:nvSpPr>
          <p:spPr bwMode="auto">
            <a:xfrm>
              <a:off x="3977" y="716"/>
              <a:ext cx="629" cy="421"/>
            </a:xfrm>
            <a:custGeom>
              <a:avLst/>
              <a:gdLst>
                <a:gd name="T0" fmla="*/ 114 w 266"/>
                <a:gd name="T1" fmla="*/ 15 h 178"/>
                <a:gd name="T2" fmla="*/ 230 w 266"/>
                <a:gd name="T3" fmla="*/ 103 h 178"/>
                <a:gd name="T4" fmla="*/ 11 w 266"/>
                <a:gd name="T5" fmla="*/ 111 h 178"/>
                <a:gd name="T6" fmla="*/ 114 w 266"/>
                <a:gd name="T7" fmla="*/ 15 h 178"/>
              </a:gdLst>
              <a:ahLst/>
              <a:cxnLst>
                <a:cxn ang="0">
                  <a:pos x="T0" y="T1"/>
                </a:cxn>
                <a:cxn ang="0">
                  <a:pos x="T2" y="T3"/>
                </a:cxn>
                <a:cxn ang="0">
                  <a:pos x="T4" y="T5"/>
                </a:cxn>
                <a:cxn ang="0">
                  <a:pos x="T6" y="T7"/>
                </a:cxn>
              </a:cxnLst>
              <a:rect l="0" t="0" r="r" b="b"/>
              <a:pathLst>
                <a:path w="266" h="178">
                  <a:moveTo>
                    <a:pt x="114" y="15"/>
                  </a:moveTo>
                  <a:cubicBezTo>
                    <a:pt x="200" y="0"/>
                    <a:pt x="266" y="50"/>
                    <a:pt x="230" y="103"/>
                  </a:cubicBezTo>
                  <a:cubicBezTo>
                    <a:pt x="190" y="162"/>
                    <a:pt x="39" y="178"/>
                    <a:pt x="11" y="111"/>
                  </a:cubicBezTo>
                  <a:cubicBezTo>
                    <a:pt x="0" y="59"/>
                    <a:pt x="66" y="23"/>
                    <a:pt x="114"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19" name="Freeform 4011"/>
            <p:cNvSpPr/>
            <p:nvPr/>
          </p:nvSpPr>
          <p:spPr bwMode="auto">
            <a:xfrm>
              <a:off x="3840" y="350"/>
              <a:ext cx="624" cy="416"/>
            </a:xfrm>
            <a:custGeom>
              <a:avLst/>
              <a:gdLst>
                <a:gd name="T0" fmla="*/ 111 w 264"/>
                <a:gd name="T1" fmla="*/ 18 h 176"/>
                <a:gd name="T2" fmla="*/ 233 w 264"/>
                <a:gd name="T3" fmla="*/ 94 h 176"/>
                <a:gd name="T4" fmla="*/ 14 w 264"/>
                <a:gd name="T5" fmla="*/ 114 h 176"/>
                <a:gd name="T6" fmla="*/ 111 w 264"/>
                <a:gd name="T7" fmla="*/ 18 h 176"/>
              </a:gdLst>
              <a:ahLst/>
              <a:cxnLst>
                <a:cxn ang="0">
                  <a:pos x="T0" y="T1"/>
                </a:cxn>
                <a:cxn ang="0">
                  <a:pos x="T2" y="T3"/>
                </a:cxn>
                <a:cxn ang="0">
                  <a:pos x="T4" y="T5"/>
                </a:cxn>
                <a:cxn ang="0">
                  <a:pos x="T6" y="T7"/>
                </a:cxn>
              </a:cxnLst>
              <a:rect l="0" t="0" r="r" b="b"/>
              <a:pathLst>
                <a:path w="264" h="176">
                  <a:moveTo>
                    <a:pt x="111" y="18"/>
                  </a:moveTo>
                  <a:cubicBezTo>
                    <a:pt x="195" y="0"/>
                    <a:pt x="264" y="43"/>
                    <a:pt x="233" y="94"/>
                  </a:cubicBezTo>
                  <a:cubicBezTo>
                    <a:pt x="197" y="153"/>
                    <a:pt x="47" y="176"/>
                    <a:pt x="14" y="114"/>
                  </a:cubicBezTo>
                  <a:cubicBezTo>
                    <a:pt x="0" y="67"/>
                    <a:pt x="64" y="29"/>
                    <a:pt x="111" y="1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0" name="Freeform 4012"/>
            <p:cNvSpPr/>
            <p:nvPr/>
          </p:nvSpPr>
          <p:spPr bwMode="auto">
            <a:xfrm>
              <a:off x="3831" y="-960"/>
              <a:ext cx="342" cy="14"/>
            </a:xfrm>
            <a:custGeom>
              <a:avLst/>
              <a:gdLst>
                <a:gd name="T0" fmla="*/ 145 w 145"/>
                <a:gd name="T1" fmla="*/ 6 h 6"/>
                <a:gd name="T2" fmla="*/ 4 w 145"/>
                <a:gd name="T3" fmla="*/ 2 h 6"/>
                <a:gd name="T4" fmla="*/ 0 w 145"/>
                <a:gd name="T5" fmla="*/ 2 h 6"/>
                <a:gd name="T6" fmla="*/ 29 w 145"/>
                <a:gd name="T7" fmla="*/ 0 h 6"/>
                <a:gd name="T8" fmla="*/ 145 w 145"/>
                <a:gd name="T9" fmla="*/ 6 h 6"/>
              </a:gdLst>
              <a:ahLst/>
              <a:cxnLst>
                <a:cxn ang="0">
                  <a:pos x="T0" y="T1"/>
                </a:cxn>
                <a:cxn ang="0">
                  <a:pos x="T2" y="T3"/>
                </a:cxn>
                <a:cxn ang="0">
                  <a:pos x="T4" y="T5"/>
                </a:cxn>
                <a:cxn ang="0">
                  <a:pos x="T6" y="T7"/>
                </a:cxn>
                <a:cxn ang="0">
                  <a:pos x="T8" y="T9"/>
                </a:cxn>
              </a:cxnLst>
              <a:rect l="0" t="0" r="r" b="b"/>
              <a:pathLst>
                <a:path w="145" h="6">
                  <a:moveTo>
                    <a:pt x="145" y="6"/>
                  </a:moveTo>
                  <a:cubicBezTo>
                    <a:pt x="98" y="4"/>
                    <a:pt x="51" y="5"/>
                    <a:pt x="4" y="2"/>
                  </a:cubicBezTo>
                  <a:cubicBezTo>
                    <a:pt x="1" y="2"/>
                    <a:pt x="1" y="2"/>
                    <a:pt x="0" y="2"/>
                  </a:cubicBezTo>
                  <a:cubicBezTo>
                    <a:pt x="4" y="0"/>
                    <a:pt x="23" y="0"/>
                    <a:pt x="29" y="0"/>
                  </a:cubicBezTo>
                  <a:cubicBezTo>
                    <a:pt x="63" y="2"/>
                    <a:pt x="110" y="3"/>
                    <a:pt x="145" y="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1" name="Freeform 4013"/>
            <p:cNvSpPr/>
            <p:nvPr/>
          </p:nvSpPr>
          <p:spPr bwMode="auto">
            <a:xfrm>
              <a:off x="4663" y="4051"/>
              <a:ext cx="1088" cy="1132"/>
            </a:xfrm>
            <a:custGeom>
              <a:avLst/>
              <a:gdLst>
                <a:gd name="T0" fmla="*/ 460 w 460"/>
                <a:gd name="T1" fmla="*/ 0 h 479"/>
                <a:gd name="T2" fmla="*/ 314 w 460"/>
                <a:gd name="T3" fmla="*/ 278 h 479"/>
                <a:gd name="T4" fmla="*/ 85 w 460"/>
                <a:gd name="T5" fmla="*/ 455 h 479"/>
                <a:gd name="T6" fmla="*/ 0 w 460"/>
                <a:gd name="T7" fmla="*/ 479 h 479"/>
                <a:gd name="T8" fmla="*/ 254 w 460"/>
                <a:gd name="T9" fmla="*/ 294 h 479"/>
                <a:gd name="T10" fmla="*/ 402 w 460"/>
                <a:gd name="T11" fmla="*/ 13 h 479"/>
                <a:gd name="T12" fmla="*/ 460 w 460"/>
                <a:gd name="T13" fmla="*/ 0 h 479"/>
              </a:gdLst>
              <a:ahLst/>
              <a:cxnLst>
                <a:cxn ang="0">
                  <a:pos x="T0" y="T1"/>
                </a:cxn>
                <a:cxn ang="0">
                  <a:pos x="T2" y="T3"/>
                </a:cxn>
                <a:cxn ang="0">
                  <a:pos x="T4" y="T5"/>
                </a:cxn>
                <a:cxn ang="0">
                  <a:pos x="T6" y="T7"/>
                </a:cxn>
                <a:cxn ang="0">
                  <a:pos x="T8" y="T9"/>
                </a:cxn>
                <a:cxn ang="0">
                  <a:pos x="T10" y="T11"/>
                </a:cxn>
                <a:cxn ang="0">
                  <a:pos x="T12" y="T13"/>
                </a:cxn>
              </a:cxnLst>
              <a:rect l="0" t="0" r="r" b="b"/>
              <a:pathLst>
                <a:path w="460" h="479">
                  <a:moveTo>
                    <a:pt x="460" y="0"/>
                  </a:moveTo>
                  <a:cubicBezTo>
                    <a:pt x="422" y="107"/>
                    <a:pt x="373" y="201"/>
                    <a:pt x="314" y="278"/>
                  </a:cubicBezTo>
                  <a:cubicBezTo>
                    <a:pt x="244" y="370"/>
                    <a:pt x="166" y="428"/>
                    <a:pt x="85" y="455"/>
                  </a:cubicBezTo>
                  <a:cubicBezTo>
                    <a:pt x="0" y="479"/>
                    <a:pt x="0" y="479"/>
                    <a:pt x="0" y="479"/>
                  </a:cubicBezTo>
                  <a:cubicBezTo>
                    <a:pt x="90" y="456"/>
                    <a:pt x="177" y="396"/>
                    <a:pt x="254" y="294"/>
                  </a:cubicBezTo>
                  <a:cubicBezTo>
                    <a:pt x="314" y="217"/>
                    <a:pt x="363" y="121"/>
                    <a:pt x="402" y="13"/>
                  </a:cubicBezTo>
                  <a:cubicBezTo>
                    <a:pt x="422" y="9"/>
                    <a:pt x="441" y="5"/>
                    <a:pt x="46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2" name="Freeform 4014"/>
            <p:cNvSpPr/>
            <p:nvPr/>
          </p:nvSpPr>
          <p:spPr bwMode="auto">
            <a:xfrm>
              <a:off x="5060" y="4739"/>
              <a:ext cx="490" cy="317"/>
            </a:xfrm>
            <a:custGeom>
              <a:avLst/>
              <a:gdLst>
                <a:gd name="T0" fmla="*/ 207 w 207"/>
                <a:gd name="T1" fmla="*/ 0 h 134"/>
                <a:gd name="T2" fmla="*/ 70 w 207"/>
                <a:gd name="T3" fmla="*/ 103 h 134"/>
                <a:gd name="T4" fmla="*/ 0 w 207"/>
                <a:gd name="T5" fmla="*/ 134 h 134"/>
                <a:gd name="T6" fmla="*/ 158 w 207"/>
                <a:gd name="T7" fmla="*/ 21 h 134"/>
                <a:gd name="T8" fmla="*/ 207 w 207"/>
                <a:gd name="T9" fmla="*/ 0 h 134"/>
              </a:gdLst>
              <a:ahLst/>
              <a:cxnLst>
                <a:cxn ang="0">
                  <a:pos x="T0" y="T1"/>
                </a:cxn>
                <a:cxn ang="0">
                  <a:pos x="T2" y="T3"/>
                </a:cxn>
                <a:cxn ang="0">
                  <a:pos x="T4" y="T5"/>
                </a:cxn>
                <a:cxn ang="0">
                  <a:pos x="T6" y="T7"/>
                </a:cxn>
                <a:cxn ang="0">
                  <a:pos x="T8" y="T9"/>
                </a:cxn>
              </a:cxnLst>
              <a:rect l="0" t="0" r="r" b="b"/>
              <a:pathLst>
                <a:path w="207" h="134">
                  <a:moveTo>
                    <a:pt x="207" y="0"/>
                  </a:moveTo>
                  <a:cubicBezTo>
                    <a:pt x="164" y="46"/>
                    <a:pt x="118" y="80"/>
                    <a:pt x="70" y="103"/>
                  </a:cubicBezTo>
                  <a:cubicBezTo>
                    <a:pt x="0" y="134"/>
                    <a:pt x="0" y="134"/>
                    <a:pt x="0" y="134"/>
                  </a:cubicBezTo>
                  <a:cubicBezTo>
                    <a:pt x="55" y="111"/>
                    <a:pt x="108" y="74"/>
                    <a:pt x="158" y="21"/>
                  </a:cubicBezTo>
                  <a:cubicBezTo>
                    <a:pt x="175" y="14"/>
                    <a:pt x="191" y="7"/>
                    <a:pt x="20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3" name="Freeform 4015"/>
            <p:cNvSpPr/>
            <p:nvPr/>
          </p:nvSpPr>
          <p:spPr bwMode="auto">
            <a:xfrm>
              <a:off x="4022" y="5129"/>
              <a:ext cx="655" cy="149"/>
            </a:xfrm>
            <a:custGeom>
              <a:avLst/>
              <a:gdLst>
                <a:gd name="T0" fmla="*/ 277 w 277"/>
                <a:gd name="T1" fmla="*/ 0 h 63"/>
                <a:gd name="T2" fmla="*/ 143 w 277"/>
                <a:gd name="T3" fmla="*/ 49 h 63"/>
                <a:gd name="T4" fmla="*/ 45 w 277"/>
                <a:gd name="T5" fmla="*/ 60 h 63"/>
                <a:gd name="T6" fmla="*/ 0 w 277"/>
                <a:gd name="T7" fmla="*/ 63 h 63"/>
                <a:gd name="T8" fmla="*/ 172 w 277"/>
                <a:gd name="T9" fmla="*/ 10 h 63"/>
                <a:gd name="T10" fmla="*/ 205 w 277"/>
                <a:gd name="T11" fmla="*/ 8 h 63"/>
                <a:gd name="T12" fmla="*/ 277 w 277"/>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277" h="63">
                  <a:moveTo>
                    <a:pt x="277" y="0"/>
                  </a:moveTo>
                  <a:cubicBezTo>
                    <a:pt x="234" y="26"/>
                    <a:pt x="188" y="43"/>
                    <a:pt x="143" y="49"/>
                  </a:cubicBezTo>
                  <a:cubicBezTo>
                    <a:pt x="45" y="60"/>
                    <a:pt x="45" y="60"/>
                    <a:pt x="45" y="60"/>
                  </a:cubicBezTo>
                  <a:cubicBezTo>
                    <a:pt x="0" y="63"/>
                    <a:pt x="0" y="63"/>
                    <a:pt x="0" y="63"/>
                  </a:cubicBezTo>
                  <a:cubicBezTo>
                    <a:pt x="59" y="61"/>
                    <a:pt x="116" y="43"/>
                    <a:pt x="172" y="10"/>
                  </a:cubicBezTo>
                  <a:cubicBezTo>
                    <a:pt x="183" y="9"/>
                    <a:pt x="194" y="9"/>
                    <a:pt x="205" y="8"/>
                  </a:cubicBezTo>
                  <a:cubicBezTo>
                    <a:pt x="230" y="6"/>
                    <a:pt x="254" y="3"/>
                    <a:pt x="27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4" name="Freeform 4016"/>
            <p:cNvSpPr/>
            <p:nvPr/>
          </p:nvSpPr>
          <p:spPr bwMode="auto">
            <a:xfrm>
              <a:off x="4523" y="4614"/>
              <a:ext cx="641" cy="475"/>
            </a:xfrm>
            <a:custGeom>
              <a:avLst/>
              <a:gdLst>
                <a:gd name="T0" fmla="*/ 271 w 271"/>
                <a:gd name="T1" fmla="*/ 0 h 201"/>
                <a:gd name="T2" fmla="*/ 220 w 271"/>
                <a:gd name="T3" fmla="*/ 74 h 201"/>
                <a:gd name="T4" fmla="*/ 105 w 271"/>
                <a:gd name="T5" fmla="*/ 191 h 201"/>
                <a:gd name="T6" fmla="*/ 33 w 271"/>
                <a:gd name="T7" fmla="*/ 199 h 201"/>
                <a:gd name="T8" fmla="*/ 0 w 271"/>
                <a:gd name="T9" fmla="*/ 201 h 201"/>
                <a:gd name="T10" fmla="*/ 115 w 271"/>
                <a:gd name="T11" fmla="*/ 84 h 201"/>
                <a:gd name="T12" fmla="*/ 166 w 271"/>
                <a:gd name="T13" fmla="*/ 9 h 201"/>
                <a:gd name="T14" fmla="*/ 199 w 271"/>
                <a:gd name="T15" fmla="*/ 7 h 201"/>
                <a:gd name="T16" fmla="*/ 271 w 271"/>
                <a:gd name="T17" fmla="*/ 0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1" h="201">
                  <a:moveTo>
                    <a:pt x="271" y="0"/>
                  </a:moveTo>
                  <a:cubicBezTo>
                    <a:pt x="255" y="26"/>
                    <a:pt x="238" y="51"/>
                    <a:pt x="220" y="74"/>
                  </a:cubicBezTo>
                  <a:cubicBezTo>
                    <a:pt x="184" y="122"/>
                    <a:pt x="145" y="161"/>
                    <a:pt x="105" y="191"/>
                  </a:cubicBezTo>
                  <a:cubicBezTo>
                    <a:pt x="82" y="194"/>
                    <a:pt x="58" y="197"/>
                    <a:pt x="33" y="199"/>
                  </a:cubicBezTo>
                  <a:cubicBezTo>
                    <a:pt x="22" y="200"/>
                    <a:pt x="11" y="200"/>
                    <a:pt x="0" y="201"/>
                  </a:cubicBezTo>
                  <a:cubicBezTo>
                    <a:pt x="40" y="171"/>
                    <a:pt x="78" y="132"/>
                    <a:pt x="115" y="84"/>
                  </a:cubicBezTo>
                  <a:cubicBezTo>
                    <a:pt x="133" y="61"/>
                    <a:pt x="150" y="36"/>
                    <a:pt x="166" y="9"/>
                  </a:cubicBezTo>
                  <a:cubicBezTo>
                    <a:pt x="177" y="9"/>
                    <a:pt x="188" y="8"/>
                    <a:pt x="199" y="7"/>
                  </a:cubicBezTo>
                  <a:cubicBezTo>
                    <a:pt x="224" y="5"/>
                    <a:pt x="248" y="3"/>
                    <a:pt x="27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5" name="Freeform 4017"/>
            <p:cNvSpPr/>
            <p:nvPr/>
          </p:nvSpPr>
          <p:spPr bwMode="auto">
            <a:xfrm>
              <a:off x="5488" y="4673"/>
              <a:ext cx="256" cy="168"/>
            </a:xfrm>
            <a:custGeom>
              <a:avLst/>
              <a:gdLst>
                <a:gd name="T0" fmla="*/ 83 w 108"/>
                <a:gd name="T1" fmla="*/ 17 h 71"/>
                <a:gd name="T2" fmla="*/ 108 w 108"/>
                <a:gd name="T3" fmla="*/ 0 h 71"/>
                <a:gd name="T4" fmla="*/ 8 w 108"/>
                <a:gd name="T5" fmla="*/ 66 h 71"/>
                <a:gd name="T6" fmla="*/ 0 w 108"/>
                <a:gd name="T7" fmla="*/ 71 h 71"/>
                <a:gd name="T8" fmla="*/ 4 w 108"/>
                <a:gd name="T9" fmla="*/ 68 h 71"/>
                <a:gd name="T10" fmla="*/ 83 w 108"/>
                <a:gd name="T11" fmla="*/ 17 h 71"/>
              </a:gdLst>
              <a:ahLst/>
              <a:cxnLst>
                <a:cxn ang="0">
                  <a:pos x="T0" y="T1"/>
                </a:cxn>
                <a:cxn ang="0">
                  <a:pos x="T2" y="T3"/>
                </a:cxn>
                <a:cxn ang="0">
                  <a:pos x="T4" y="T5"/>
                </a:cxn>
                <a:cxn ang="0">
                  <a:pos x="T6" y="T7"/>
                </a:cxn>
                <a:cxn ang="0">
                  <a:pos x="T8" y="T9"/>
                </a:cxn>
                <a:cxn ang="0">
                  <a:pos x="T10" y="T11"/>
                </a:cxn>
              </a:cxnLst>
              <a:rect l="0" t="0" r="r" b="b"/>
              <a:pathLst>
                <a:path w="108" h="71">
                  <a:moveTo>
                    <a:pt x="83" y="17"/>
                  </a:moveTo>
                  <a:cubicBezTo>
                    <a:pt x="98" y="7"/>
                    <a:pt x="105" y="2"/>
                    <a:pt x="108" y="0"/>
                  </a:cubicBezTo>
                  <a:cubicBezTo>
                    <a:pt x="78" y="20"/>
                    <a:pt x="39" y="48"/>
                    <a:pt x="8" y="66"/>
                  </a:cubicBezTo>
                  <a:cubicBezTo>
                    <a:pt x="3" y="69"/>
                    <a:pt x="2" y="70"/>
                    <a:pt x="0" y="71"/>
                  </a:cubicBezTo>
                  <a:cubicBezTo>
                    <a:pt x="0" y="70"/>
                    <a:pt x="0" y="70"/>
                    <a:pt x="4" y="68"/>
                  </a:cubicBezTo>
                  <a:cubicBezTo>
                    <a:pt x="30" y="51"/>
                    <a:pt x="57" y="34"/>
                    <a:pt x="83"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6" name="Freeform 4018"/>
            <p:cNvSpPr/>
            <p:nvPr/>
          </p:nvSpPr>
          <p:spPr bwMode="auto">
            <a:xfrm>
              <a:off x="2695" y="-242"/>
              <a:ext cx="1069" cy="1571"/>
            </a:xfrm>
            <a:custGeom>
              <a:avLst/>
              <a:gdLst>
                <a:gd name="T0" fmla="*/ 92 w 452"/>
                <a:gd name="T1" fmla="*/ 0 h 664"/>
                <a:gd name="T2" fmla="*/ 397 w 452"/>
                <a:gd name="T3" fmla="*/ 459 h 664"/>
                <a:gd name="T4" fmla="*/ 452 w 452"/>
                <a:gd name="T5" fmla="*/ 634 h 664"/>
                <a:gd name="T6" fmla="*/ 341 w 452"/>
                <a:gd name="T7" fmla="*/ 664 h 664"/>
                <a:gd name="T8" fmla="*/ 288 w 452"/>
                <a:gd name="T9" fmla="*/ 498 h 664"/>
                <a:gd name="T10" fmla="*/ 0 w 452"/>
                <a:gd name="T11" fmla="*/ 64 h 664"/>
                <a:gd name="T12" fmla="*/ 92 w 452"/>
                <a:gd name="T13" fmla="*/ 0 h 664"/>
              </a:gdLst>
              <a:ahLst/>
              <a:cxnLst>
                <a:cxn ang="0">
                  <a:pos x="T0" y="T1"/>
                </a:cxn>
                <a:cxn ang="0">
                  <a:pos x="T2" y="T3"/>
                </a:cxn>
                <a:cxn ang="0">
                  <a:pos x="T4" y="T5"/>
                </a:cxn>
                <a:cxn ang="0">
                  <a:pos x="T6" y="T7"/>
                </a:cxn>
                <a:cxn ang="0">
                  <a:pos x="T8" y="T9"/>
                </a:cxn>
                <a:cxn ang="0">
                  <a:pos x="T10" y="T11"/>
                </a:cxn>
                <a:cxn ang="0">
                  <a:pos x="T12" y="T13"/>
                </a:cxn>
              </a:cxnLst>
              <a:rect l="0" t="0" r="r" b="b"/>
              <a:pathLst>
                <a:path w="452" h="664">
                  <a:moveTo>
                    <a:pt x="92" y="0"/>
                  </a:moveTo>
                  <a:cubicBezTo>
                    <a:pt x="209" y="87"/>
                    <a:pt x="317" y="243"/>
                    <a:pt x="397" y="459"/>
                  </a:cubicBezTo>
                  <a:cubicBezTo>
                    <a:pt x="418" y="516"/>
                    <a:pt x="437" y="574"/>
                    <a:pt x="452" y="634"/>
                  </a:cubicBezTo>
                  <a:cubicBezTo>
                    <a:pt x="415" y="644"/>
                    <a:pt x="378" y="654"/>
                    <a:pt x="341" y="664"/>
                  </a:cubicBezTo>
                  <a:cubicBezTo>
                    <a:pt x="326" y="607"/>
                    <a:pt x="308" y="552"/>
                    <a:pt x="288" y="498"/>
                  </a:cubicBezTo>
                  <a:cubicBezTo>
                    <a:pt x="212" y="294"/>
                    <a:pt x="110" y="146"/>
                    <a:pt x="0" y="64"/>
                  </a:cubicBezTo>
                  <a:cubicBezTo>
                    <a:pt x="30" y="42"/>
                    <a:pt x="61" y="20"/>
                    <a:pt x="9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7" name="Freeform 4019"/>
            <p:cNvSpPr/>
            <p:nvPr/>
          </p:nvSpPr>
          <p:spPr bwMode="auto">
            <a:xfrm>
              <a:off x="2485" y="581"/>
              <a:ext cx="742" cy="892"/>
            </a:xfrm>
            <a:custGeom>
              <a:avLst/>
              <a:gdLst>
                <a:gd name="T0" fmla="*/ 190 w 314"/>
                <a:gd name="T1" fmla="*/ 0 h 377"/>
                <a:gd name="T2" fmla="*/ 278 w 314"/>
                <a:gd name="T3" fmla="*/ 190 h 377"/>
                <a:gd name="T4" fmla="*/ 314 w 314"/>
                <a:gd name="T5" fmla="*/ 300 h 377"/>
                <a:gd name="T6" fmla="*/ 104 w 314"/>
                <a:gd name="T7" fmla="*/ 377 h 377"/>
                <a:gd name="T8" fmla="*/ 74 w 314"/>
                <a:gd name="T9" fmla="*/ 285 h 377"/>
                <a:gd name="T10" fmla="*/ 0 w 314"/>
                <a:gd name="T11" fmla="*/ 125 h 377"/>
                <a:gd name="T12" fmla="*/ 190 w 314"/>
                <a:gd name="T13" fmla="*/ 0 h 377"/>
              </a:gdLst>
              <a:ahLst/>
              <a:cxnLst>
                <a:cxn ang="0">
                  <a:pos x="T0" y="T1"/>
                </a:cxn>
                <a:cxn ang="0">
                  <a:pos x="T2" y="T3"/>
                </a:cxn>
                <a:cxn ang="0">
                  <a:pos x="T4" y="T5"/>
                </a:cxn>
                <a:cxn ang="0">
                  <a:pos x="T6" y="T7"/>
                </a:cxn>
                <a:cxn ang="0">
                  <a:pos x="T8" y="T9"/>
                </a:cxn>
                <a:cxn ang="0">
                  <a:pos x="T10" y="T11"/>
                </a:cxn>
                <a:cxn ang="0">
                  <a:pos x="T12" y="T13"/>
                </a:cxn>
              </a:cxnLst>
              <a:rect l="0" t="0" r="r" b="b"/>
              <a:pathLst>
                <a:path w="314" h="377">
                  <a:moveTo>
                    <a:pt x="190" y="0"/>
                  </a:moveTo>
                  <a:cubicBezTo>
                    <a:pt x="222" y="56"/>
                    <a:pt x="252" y="119"/>
                    <a:pt x="278" y="190"/>
                  </a:cubicBezTo>
                  <a:cubicBezTo>
                    <a:pt x="291" y="226"/>
                    <a:pt x="303" y="262"/>
                    <a:pt x="314" y="300"/>
                  </a:cubicBezTo>
                  <a:cubicBezTo>
                    <a:pt x="243" y="324"/>
                    <a:pt x="172" y="350"/>
                    <a:pt x="104" y="377"/>
                  </a:cubicBezTo>
                  <a:cubicBezTo>
                    <a:pt x="95" y="346"/>
                    <a:pt x="85" y="315"/>
                    <a:pt x="74" y="285"/>
                  </a:cubicBezTo>
                  <a:cubicBezTo>
                    <a:pt x="52" y="225"/>
                    <a:pt x="27" y="172"/>
                    <a:pt x="0" y="125"/>
                  </a:cubicBezTo>
                  <a:cubicBezTo>
                    <a:pt x="60" y="80"/>
                    <a:pt x="124" y="38"/>
                    <a:pt x="19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8" name="Freeform 4020"/>
            <p:cNvSpPr/>
            <p:nvPr/>
          </p:nvSpPr>
          <p:spPr bwMode="auto">
            <a:xfrm>
              <a:off x="2799" y="1617"/>
              <a:ext cx="603" cy="828"/>
            </a:xfrm>
            <a:custGeom>
              <a:avLst/>
              <a:gdLst>
                <a:gd name="T0" fmla="*/ 216 w 255"/>
                <a:gd name="T1" fmla="*/ 0 h 350"/>
                <a:gd name="T2" fmla="*/ 255 w 255"/>
                <a:gd name="T3" fmla="*/ 349 h 350"/>
                <a:gd name="T4" fmla="*/ 34 w 255"/>
                <a:gd name="T5" fmla="*/ 350 h 350"/>
                <a:gd name="T6" fmla="*/ 0 w 255"/>
                <a:gd name="T7" fmla="*/ 56 h 350"/>
                <a:gd name="T8" fmla="*/ 216 w 255"/>
                <a:gd name="T9" fmla="*/ 0 h 350"/>
              </a:gdLst>
              <a:ahLst/>
              <a:cxnLst>
                <a:cxn ang="0">
                  <a:pos x="T0" y="T1"/>
                </a:cxn>
                <a:cxn ang="0">
                  <a:pos x="T2" y="T3"/>
                </a:cxn>
                <a:cxn ang="0">
                  <a:pos x="T4" y="T5"/>
                </a:cxn>
                <a:cxn ang="0">
                  <a:pos x="T6" y="T7"/>
                </a:cxn>
                <a:cxn ang="0">
                  <a:pos x="T8" y="T9"/>
                </a:cxn>
              </a:cxnLst>
              <a:rect l="0" t="0" r="r" b="b"/>
              <a:pathLst>
                <a:path w="255" h="350">
                  <a:moveTo>
                    <a:pt x="216" y="0"/>
                  </a:moveTo>
                  <a:cubicBezTo>
                    <a:pt x="239" y="114"/>
                    <a:pt x="252" y="233"/>
                    <a:pt x="255" y="349"/>
                  </a:cubicBezTo>
                  <a:cubicBezTo>
                    <a:pt x="180" y="350"/>
                    <a:pt x="106" y="350"/>
                    <a:pt x="34" y="350"/>
                  </a:cubicBezTo>
                  <a:cubicBezTo>
                    <a:pt x="31" y="252"/>
                    <a:pt x="20" y="152"/>
                    <a:pt x="0" y="56"/>
                  </a:cubicBezTo>
                  <a:cubicBezTo>
                    <a:pt x="70" y="36"/>
                    <a:pt x="142" y="17"/>
                    <a:pt x="21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29" name="Freeform 4021"/>
            <p:cNvSpPr/>
            <p:nvPr/>
          </p:nvSpPr>
          <p:spPr bwMode="auto">
            <a:xfrm>
              <a:off x="2632" y="2707"/>
              <a:ext cx="562" cy="1391"/>
            </a:xfrm>
            <a:custGeom>
              <a:avLst/>
              <a:gdLst>
                <a:gd name="T0" fmla="*/ 238 w 238"/>
                <a:gd name="T1" fmla="*/ 10 h 588"/>
                <a:gd name="T2" fmla="*/ 88 w 238"/>
                <a:gd name="T3" fmla="*/ 588 h 588"/>
                <a:gd name="T4" fmla="*/ 0 w 238"/>
                <a:gd name="T5" fmla="*/ 535 h 588"/>
                <a:gd name="T6" fmla="*/ 138 w 238"/>
                <a:gd name="T7" fmla="*/ 0 h 588"/>
                <a:gd name="T8" fmla="*/ 238 w 238"/>
                <a:gd name="T9" fmla="*/ 10 h 588"/>
              </a:gdLst>
              <a:ahLst/>
              <a:cxnLst>
                <a:cxn ang="0">
                  <a:pos x="T0" y="T1"/>
                </a:cxn>
                <a:cxn ang="0">
                  <a:pos x="T2" y="T3"/>
                </a:cxn>
                <a:cxn ang="0">
                  <a:pos x="T4" y="T5"/>
                </a:cxn>
                <a:cxn ang="0">
                  <a:pos x="T6" y="T7"/>
                </a:cxn>
                <a:cxn ang="0">
                  <a:pos x="T8" y="T9"/>
                </a:cxn>
              </a:cxnLst>
              <a:rect l="0" t="0" r="r" b="b"/>
              <a:pathLst>
                <a:path w="238" h="588">
                  <a:moveTo>
                    <a:pt x="238" y="10"/>
                  </a:moveTo>
                  <a:cubicBezTo>
                    <a:pt x="228" y="234"/>
                    <a:pt x="177" y="442"/>
                    <a:pt x="88" y="588"/>
                  </a:cubicBezTo>
                  <a:cubicBezTo>
                    <a:pt x="58" y="571"/>
                    <a:pt x="29" y="553"/>
                    <a:pt x="0" y="535"/>
                  </a:cubicBezTo>
                  <a:cubicBezTo>
                    <a:pt x="83" y="400"/>
                    <a:pt x="130" y="208"/>
                    <a:pt x="138" y="0"/>
                  </a:cubicBezTo>
                  <a:cubicBezTo>
                    <a:pt x="171" y="4"/>
                    <a:pt x="204" y="7"/>
                    <a:pt x="238" y="1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0" name="Freeform 4022"/>
            <p:cNvSpPr/>
            <p:nvPr/>
          </p:nvSpPr>
          <p:spPr bwMode="auto">
            <a:xfrm>
              <a:off x="1738" y="187"/>
              <a:ext cx="1116" cy="1116"/>
            </a:xfrm>
            <a:custGeom>
              <a:avLst/>
              <a:gdLst>
                <a:gd name="T0" fmla="*/ 381 w 472"/>
                <a:gd name="T1" fmla="*/ 0 h 472"/>
                <a:gd name="T2" fmla="*/ 472 w 472"/>
                <a:gd name="T3" fmla="*/ 112 h 472"/>
                <a:gd name="T4" fmla="*/ 51 w 472"/>
                <a:gd name="T5" fmla="*/ 472 h 472"/>
                <a:gd name="T6" fmla="*/ 0 w 472"/>
                <a:gd name="T7" fmla="*/ 408 h 472"/>
                <a:gd name="T8" fmla="*/ 381 w 472"/>
                <a:gd name="T9" fmla="*/ 0 h 472"/>
              </a:gdLst>
              <a:ahLst/>
              <a:cxnLst>
                <a:cxn ang="0">
                  <a:pos x="T0" y="T1"/>
                </a:cxn>
                <a:cxn ang="0">
                  <a:pos x="T2" y="T3"/>
                </a:cxn>
                <a:cxn ang="0">
                  <a:pos x="T4" y="T5"/>
                </a:cxn>
                <a:cxn ang="0">
                  <a:pos x="T6" y="T7"/>
                </a:cxn>
                <a:cxn ang="0">
                  <a:pos x="T8" y="T9"/>
                </a:cxn>
              </a:cxnLst>
              <a:rect l="0" t="0" r="r" b="b"/>
              <a:pathLst>
                <a:path w="472" h="472">
                  <a:moveTo>
                    <a:pt x="381" y="0"/>
                  </a:moveTo>
                  <a:cubicBezTo>
                    <a:pt x="413" y="31"/>
                    <a:pt x="443" y="69"/>
                    <a:pt x="472" y="112"/>
                  </a:cubicBezTo>
                  <a:cubicBezTo>
                    <a:pt x="314" y="213"/>
                    <a:pt x="170" y="336"/>
                    <a:pt x="51" y="472"/>
                  </a:cubicBezTo>
                  <a:cubicBezTo>
                    <a:pt x="35" y="447"/>
                    <a:pt x="18" y="426"/>
                    <a:pt x="0" y="408"/>
                  </a:cubicBezTo>
                  <a:cubicBezTo>
                    <a:pt x="104" y="254"/>
                    <a:pt x="234" y="114"/>
                    <a:pt x="38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1" name="Freeform 4023"/>
            <p:cNvSpPr/>
            <p:nvPr/>
          </p:nvSpPr>
          <p:spPr bwMode="auto">
            <a:xfrm>
              <a:off x="1142" y="-421"/>
              <a:ext cx="1125" cy="1918"/>
            </a:xfrm>
            <a:custGeom>
              <a:avLst/>
              <a:gdLst>
                <a:gd name="T0" fmla="*/ 366 w 476"/>
                <a:gd name="T1" fmla="*/ 43 h 811"/>
                <a:gd name="T2" fmla="*/ 476 w 476"/>
                <a:gd name="T3" fmla="*/ 0 h 811"/>
                <a:gd name="T4" fmla="*/ 37 w 476"/>
                <a:gd name="T5" fmla="*/ 797 h 811"/>
                <a:gd name="T6" fmla="*/ 0 w 476"/>
                <a:gd name="T7" fmla="*/ 811 h 811"/>
                <a:gd name="T8" fmla="*/ 366 w 476"/>
                <a:gd name="T9" fmla="*/ 43 h 811"/>
              </a:gdLst>
              <a:ahLst/>
              <a:cxnLst>
                <a:cxn ang="0">
                  <a:pos x="T0" y="T1"/>
                </a:cxn>
                <a:cxn ang="0">
                  <a:pos x="T2" y="T3"/>
                </a:cxn>
                <a:cxn ang="0">
                  <a:pos x="T4" y="T5"/>
                </a:cxn>
                <a:cxn ang="0">
                  <a:pos x="T6" y="T7"/>
                </a:cxn>
                <a:cxn ang="0">
                  <a:pos x="T8" y="T9"/>
                </a:cxn>
              </a:cxnLst>
              <a:rect l="0" t="0" r="r" b="b"/>
              <a:pathLst>
                <a:path w="476" h="811">
                  <a:moveTo>
                    <a:pt x="366" y="43"/>
                  </a:moveTo>
                  <a:cubicBezTo>
                    <a:pt x="402" y="21"/>
                    <a:pt x="439" y="7"/>
                    <a:pt x="476" y="0"/>
                  </a:cubicBezTo>
                  <a:cubicBezTo>
                    <a:pt x="247" y="185"/>
                    <a:pt x="87" y="469"/>
                    <a:pt x="37" y="797"/>
                  </a:cubicBezTo>
                  <a:cubicBezTo>
                    <a:pt x="24" y="799"/>
                    <a:pt x="12" y="804"/>
                    <a:pt x="0" y="811"/>
                  </a:cubicBezTo>
                  <a:cubicBezTo>
                    <a:pt x="19" y="495"/>
                    <a:pt x="153" y="221"/>
                    <a:pt x="366" y="4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2" name="Freeform 4024"/>
            <p:cNvSpPr/>
            <p:nvPr/>
          </p:nvSpPr>
          <p:spPr bwMode="auto">
            <a:xfrm>
              <a:off x="1844" y="-104"/>
              <a:ext cx="726" cy="454"/>
            </a:xfrm>
            <a:custGeom>
              <a:avLst/>
              <a:gdLst>
                <a:gd name="T0" fmla="*/ 86 w 307"/>
                <a:gd name="T1" fmla="*/ 0 h 192"/>
                <a:gd name="T2" fmla="*/ 307 w 307"/>
                <a:gd name="T3" fmla="*/ 96 h 192"/>
                <a:gd name="T4" fmla="*/ 200 w 307"/>
                <a:gd name="T5" fmla="*/ 192 h 192"/>
                <a:gd name="T6" fmla="*/ 0 w 307"/>
                <a:gd name="T7" fmla="*/ 106 h 192"/>
                <a:gd name="T8" fmla="*/ 86 w 307"/>
                <a:gd name="T9" fmla="*/ 0 h 192"/>
              </a:gdLst>
              <a:ahLst/>
              <a:cxnLst>
                <a:cxn ang="0">
                  <a:pos x="T0" y="T1"/>
                </a:cxn>
                <a:cxn ang="0">
                  <a:pos x="T2" y="T3"/>
                </a:cxn>
                <a:cxn ang="0">
                  <a:pos x="T4" y="T5"/>
                </a:cxn>
                <a:cxn ang="0">
                  <a:pos x="T6" y="T7"/>
                </a:cxn>
                <a:cxn ang="0">
                  <a:pos x="T8" y="T9"/>
                </a:cxn>
              </a:cxnLst>
              <a:rect l="0" t="0" r="r" b="b"/>
              <a:pathLst>
                <a:path w="307" h="192">
                  <a:moveTo>
                    <a:pt x="86" y="0"/>
                  </a:moveTo>
                  <a:cubicBezTo>
                    <a:pt x="160" y="1"/>
                    <a:pt x="236" y="34"/>
                    <a:pt x="307" y="96"/>
                  </a:cubicBezTo>
                  <a:cubicBezTo>
                    <a:pt x="270" y="126"/>
                    <a:pt x="234" y="158"/>
                    <a:pt x="200" y="192"/>
                  </a:cubicBezTo>
                  <a:cubicBezTo>
                    <a:pt x="135" y="136"/>
                    <a:pt x="67" y="106"/>
                    <a:pt x="0" y="106"/>
                  </a:cubicBezTo>
                  <a:cubicBezTo>
                    <a:pt x="27" y="69"/>
                    <a:pt x="55" y="33"/>
                    <a:pt x="8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3" name="Freeform 4025"/>
            <p:cNvSpPr/>
            <p:nvPr/>
          </p:nvSpPr>
          <p:spPr bwMode="auto">
            <a:xfrm>
              <a:off x="1591" y="423"/>
              <a:ext cx="504" cy="518"/>
            </a:xfrm>
            <a:custGeom>
              <a:avLst/>
              <a:gdLst>
                <a:gd name="T0" fmla="*/ 96 w 213"/>
                <a:gd name="T1" fmla="*/ 0 h 219"/>
                <a:gd name="T2" fmla="*/ 213 w 213"/>
                <a:gd name="T3" fmla="*/ 67 h 219"/>
                <a:gd name="T4" fmla="*/ 94 w 213"/>
                <a:gd name="T5" fmla="*/ 219 h 219"/>
                <a:gd name="T6" fmla="*/ 0 w 213"/>
                <a:gd name="T7" fmla="*/ 164 h 219"/>
                <a:gd name="T8" fmla="*/ 96 w 213"/>
                <a:gd name="T9" fmla="*/ 0 h 219"/>
              </a:gdLst>
              <a:ahLst/>
              <a:cxnLst>
                <a:cxn ang="0">
                  <a:pos x="T0" y="T1"/>
                </a:cxn>
                <a:cxn ang="0">
                  <a:pos x="T2" y="T3"/>
                </a:cxn>
                <a:cxn ang="0">
                  <a:pos x="T4" y="T5"/>
                </a:cxn>
                <a:cxn ang="0">
                  <a:pos x="T6" y="T7"/>
                </a:cxn>
                <a:cxn ang="0">
                  <a:pos x="T8" y="T9"/>
                </a:cxn>
              </a:cxnLst>
              <a:rect l="0" t="0" r="r" b="b"/>
              <a:pathLst>
                <a:path w="213" h="219">
                  <a:moveTo>
                    <a:pt x="96" y="0"/>
                  </a:moveTo>
                  <a:cubicBezTo>
                    <a:pt x="136" y="12"/>
                    <a:pt x="175" y="34"/>
                    <a:pt x="213" y="67"/>
                  </a:cubicBezTo>
                  <a:cubicBezTo>
                    <a:pt x="171" y="115"/>
                    <a:pt x="131" y="166"/>
                    <a:pt x="94" y="219"/>
                  </a:cubicBezTo>
                  <a:cubicBezTo>
                    <a:pt x="64" y="192"/>
                    <a:pt x="32" y="174"/>
                    <a:pt x="0" y="164"/>
                  </a:cubicBezTo>
                  <a:cubicBezTo>
                    <a:pt x="29" y="107"/>
                    <a:pt x="61" y="52"/>
                    <a:pt x="96"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4" name="Freeform 4026"/>
            <p:cNvSpPr/>
            <p:nvPr/>
          </p:nvSpPr>
          <p:spPr bwMode="auto">
            <a:xfrm>
              <a:off x="2173" y="1085"/>
              <a:ext cx="461" cy="769"/>
            </a:xfrm>
            <a:custGeom>
              <a:avLst/>
              <a:gdLst>
                <a:gd name="T0" fmla="*/ 97 w 195"/>
                <a:gd name="T1" fmla="*/ 0 h 325"/>
                <a:gd name="T2" fmla="*/ 142 w 195"/>
                <a:gd name="T3" fmla="*/ 105 h 325"/>
                <a:gd name="T4" fmla="*/ 195 w 195"/>
                <a:gd name="T5" fmla="*/ 289 h 325"/>
                <a:gd name="T6" fmla="*/ 86 w 195"/>
                <a:gd name="T7" fmla="*/ 325 h 325"/>
                <a:gd name="T8" fmla="*/ 39 w 195"/>
                <a:gd name="T9" fmla="*/ 165 h 325"/>
                <a:gd name="T10" fmla="*/ 0 w 195"/>
                <a:gd name="T11" fmla="*/ 73 h 325"/>
                <a:gd name="T12" fmla="*/ 97 w 195"/>
                <a:gd name="T13" fmla="*/ 0 h 325"/>
              </a:gdLst>
              <a:ahLst/>
              <a:cxnLst>
                <a:cxn ang="0">
                  <a:pos x="T0" y="T1"/>
                </a:cxn>
                <a:cxn ang="0">
                  <a:pos x="T2" y="T3"/>
                </a:cxn>
                <a:cxn ang="0">
                  <a:pos x="T4" y="T5"/>
                </a:cxn>
                <a:cxn ang="0">
                  <a:pos x="T6" y="T7"/>
                </a:cxn>
                <a:cxn ang="0">
                  <a:pos x="T8" y="T9"/>
                </a:cxn>
                <a:cxn ang="0">
                  <a:pos x="T10" y="T11"/>
                </a:cxn>
                <a:cxn ang="0">
                  <a:pos x="T12" y="T13"/>
                </a:cxn>
              </a:cxnLst>
              <a:rect l="0" t="0" r="r" b="b"/>
              <a:pathLst>
                <a:path w="195" h="325">
                  <a:moveTo>
                    <a:pt x="97" y="0"/>
                  </a:moveTo>
                  <a:cubicBezTo>
                    <a:pt x="113" y="32"/>
                    <a:pt x="128" y="68"/>
                    <a:pt x="142" y="105"/>
                  </a:cubicBezTo>
                  <a:cubicBezTo>
                    <a:pt x="164" y="164"/>
                    <a:pt x="182" y="226"/>
                    <a:pt x="195" y="289"/>
                  </a:cubicBezTo>
                  <a:cubicBezTo>
                    <a:pt x="158" y="301"/>
                    <a:pt x="121" y="313"/>
                    <a:pt x="86" y="325"/>
                  </a:cubicBezTo>
                  <a:cubicBezTo>
                    <a:pt x="74" y="270"/>
                    <a:pt x="58" y="216"/>
                    <a:pt x="39" y="165"/>
                  </a:cubicBezTo>
                  <a:cubicBezTo>
                    <a:pt x="27" y="132"/>
                    <a:pt x="14" y="101"/>
                    <a:pt x="0" y="73"/>
                  </a:cubicBezTo>
                  <a:cubicBezTo>
                    <a:pt x="31" y="48"/>
                    <a:pt x="63" y="24"/>
                    <a:pt x="9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5" name="Freeform 4027"/>
            <p:cNvSpPr/>
            <p:nvPr/>
          </p:nvSpPr>
          <p:spPr bwMode="auto">
            <a:xfrm>
              <a:off x="2400" y="1915"/>
              <a:ext cx="291" cy="227"/>
            </a:xfrm>
            <a:custGeom>
              <a:avLst/>
              <a:gdLst>
                <a:gd name="T0" fmla="*/ 111 w 123"/>
                <a:gd name="T1" fmla="*/ 0 h 96"/>
                <a:gd name="T2" fmla="*/ 123 w 123"/>
                <a:gd name="T3" fmla="*/ 79 h 96"/>
                <a:gd name="T4" fmla="*/ 10 w 123"/>
                <a:gd name="T5" fmla="*/ 96 h 96"/>
                <a:gd name="T6" fmla="*/ 0 w 123"/>
                <a:gd name="T7" fmla="*/ 27 h 96"/>
                <a:gd name="T8" fmla="*/ 111 w 123"/>
                <a:gd name="T9" fmla="*/ 0 h 96"/>
              </a:gdLst>
              <a:ahLst/>
              <a:cxnLst>
                <a:cxn ang="0">
                  <a:pos x="T0" y="T1"/>
                </a:cxn>
                <a:cxn ang="0">
                  <a:pos x="T2" y="T3"/>
                </a:cxn>
                <a:cxn ang="0">
                  <a:pos x="T4" y="T5"/>
                </a:cxn>
                <a:cxn ang="0">
                  <a:pos x="T6" y="T7"/>
                </a:cxn>
                <a:cxn ang="0">
                  <a:pos x="T8" y="T9"/>
                </a:cxn>
              </a:cxnLst>
              <a:rect l="0" t="0" r="r" b="b"/>
              <a:pathLst>
                <a:path w="123" h="96">
                  <a:moveTo>
                    <a:pt x="111" y="0"/>
                  </a:moveTo>
                  <a:cubicBezTo>
                    <a:pt x="116" y="26"/>
                    <a:pt x="120" y="53"/>
                    <a:pt x="123" y="79"/>
                  </a:cubicBezTo>
                  <a:cubicBezTo>
                    <a:pt x="84" y="85"/>
                    <a:pt x="47" y="90"/>
                    <a:pt x="10" y="96"/>
                  </a:cubicBezTo>
                  <a:cubicBezTo>
                    <a:pt x="7" y="73"/>
                    <a:pt x="4" y="50"/>
                    <a:pt x="0" y="27"/>
                  </a:cubicBezTo>
                  <a:cubicBezTo>
                    <a:pt x="36" y="18"/>
                    <a:pt x="73" y="9"/>
                    <a:pt x="11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6" name="Freeform 4028"/>
            <p:cNvSpPr/>
            <p:nvPr/>
          </p:nvSpPr>
          <p:spPr bwMode="auto">
            <a:xfrm>
              <a:off x="2433" y="2218"/>
              <a:ext cx="286" cy="513"/>
            </a:xfrm>
            <a:custGeom>
              <a:avLst/>
              <a:gdLst>
                <a:gd name="T0" fmla="*/ 114 w 121"/>
                <a:gd name="T1" fmla="*/ 0 h 217"/>
                <a:gd name="T2" fmla="*/ 117 w 121"/>
                <a:gd name="T3" fmla="*/ 217 h 217"/>
                <a:gd name="T4" fmla="*/ 3 w 121"/>
                <a:gd name="T5" fmla="*/ 199 h 217"/>
                <a:gd name="T6" fmla="*/ 0 w 121"/>
                <a:gd name="T7" fmla="*/ 10 h 217"/>
                <a:gd name="T8" fmla="*/ 114 w 121"/>
                <a:gd name="T9" fmla="*/ 0 h 217"/>
              </a:gdLst>
              <a:ahLst/>
              <a:cxnLst>
                <a:cxn ang="0">
                  <a:pos x="T0" y="T1"/>
                </a:cxn>
                <a:cxn ang="0">
                  <a:pos x="T2" y="T3"/>
                </a:cxn>
                <a:cxn ang="0">
                  <a:pos x="T4" y="T5"/>
                </a:cxn>
                <a:cxn ang="0">
                  <a:pos x="T6" y="T7"/>
                </a:cxn>
                <a:cxn ang="0">
                  <a:pos x="T8" y="T9"/>
                </a:cxn>
              </a:cxnLst>
              <a:rect l="0" t="0" r="r" b="b"/>
              <a:pathLst>
                <a:path w="121" h="217">
                  <a:moveTo>
                    <a:pt x="114" y="0"/>
                  </a:moveTo>
                  <a:cubicBezTo>
                    <a:pt x="120" y="73"/>
                    <a:pt x="121" y="146"/>
                    <a:pt x="117" y="217"/>
                  </a:cubicBezTo>
                  <a:cubicBezTo>
                    <a:pt x="78" y="211"/>
                    <a:pt x="40" y="206"/>
                    <a:pt x="3" y="199"/>
                  </a:cubicBezTo>
                  <a:cubicBezTo>
                    <a:pt x="7" y="138"/>
                    <a:pt x="6" y="74"/>
                    <a:pt x="0" y="10"/>
                  </a:cubicBezTo>
                  <a:cubicBezTo>
                    <a:pt x="37" y="7"/>
                    <a:pt x="75" y="3"/>
                    <a:pt x="11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7" name="Freeform 4029"/>
            <p:cNvSpPr/>
            <p:nvPr/>
          </p:nvSpPr>
          <p:spPr bwMode="auto">
            <a:xfrm>
              <a:off x="2000" y="2743"/>
              <a:ext cx="702" cy="1175"/>
            </a:xfrm>
            <a:custGeom>
              <a:avLst/>
              <a:gdLst>
                <a:gd name="T0" fmla="*/ 297 w 297"/>
                <a:gd name="T1" fmla="*/ 38 h 497"/>
                <a:gd name="T2" fmla="*/ 148 w 297"/>
                <a:gd name="T3" fmla="*/ 497 h 497"/>
                <a:gd name="T4" fmla="*/ 0 w 297"/>
                <a:gd name="T5" fmla="*/ 361 h 497"/>
                <a:gd name="T6" fmla="*/ 118 w 297"/>
                <a:gd name="T7" fmla="*/ 0 h 497"/>
                <a:gd name="T8" fmla="*/ 297 w 297"/>
                <a:gd name="T9" fmla="*/ 38 h 497"/>
              </a:gdLst>
              <a:ahLst/>
              <a:cxnLst>
                <a:cxn ang="0">
                  <a:pos x="T0" y="T1"/>
                </a:cxn>
                <a:cxn ang="0">
                  <a:pos x="T2" y="T3"/>
                </a:cxn>
                <a:cxn ang="0">
                  <a:pos x="T4" y="T5"/>
                </a:cxn>
                <a:cxn ang="0">
                  <a:pos x="T6" y="T7"/>
                </a:cxn>
                <a:cxn ang="0">
                  <a:pos x="T8" y="T9"/>
                </a:cxn>
              </a:cxnLst>
              <a:rect l="0" t="0" r="r" b="b"/>
              <a:pathLst>
                <a:path w="297" h="497">
                  <a:moveTo>
                    <a:pt x="297" y="38"/>
                  </a:moveTo>
                  <a:cubicBezTo>
                    <a:pt x="281" y="222"/>
                    <a:pt x="231" y="388"/>
                    <a:pt x="148" y="497"/>
                  </a:cubicBezTo>
                  <a:cubicBezTo>
                    <a:pt x="96" y="455"/>
                    <a:pt x="47" y="409"/>
                    <a:pt x="0" y="361"/>
                  </a:cubicBezTo>
                  <a:cubicBezTo>
                    <a:pt x="66" y="275"/>
                    <a:pt x="105" y="144"/>
                    <a:pt x="118" y="0"/>
                  </a:cubicBezTo>
                  <a:cubicBezTo>
                    <a:pt x="175" y="13"/>
                    <a:pt x="235" y="26"/>
                    <a:pt x="297"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8" name="Freeform 4030"/>
            <p:cNvSpPr/>
            <p:nvPr/>
          </p:nvSpPr>
          <p:spPr bwMode="auto">
            <a:xfrm>
              <a:off x="1702" y="1246"/>
              <a:ext cx="610" cy="2504"/>
            </a:xfrm>
            <a:custGeom>
              <a:avLst/>
              <a:gdLst>
                <a:gd name="T0" fmla="*/ 115 w 258"/>
                <a:gd name="T1" fmla="*/ 0 h 1059"/>
                <a:gd name="T2" fmla="*/ 179 w 258"/>
                <a:gd name="T3" fmla="*/ 134 h 1059"/>
                <a:gd name="T4" fmla="*/ 244 w 258"/>
                <a:gd name="T5" fmla="*/ 633 h 1059"/>
                <a:gd name="T6" fmla="*/ 126 w 258"/>
                <a:gd name="T7" fmla="*/ 994 h 1059"/>
                <a:gd name="T8" fmla="*/ 125 w 258"/>
                <a:gd name="T9" fmla="*/ 996 h 1059"/>
                <a:gd name="T10" fmla="*/ 59 w 258"/>
                <a:gd name="T11" fmla="*/ 1059 h 1059"/>
                <a:gd name="T12" fmla="*/ 0 w 258"/>
                <a:gd name="T13" fmla="*/ 974 h 1059"/>
                <a:gd name="T14" fmla="*/ 57 w 258"/>
                <a:gd name="T15" fmla="*/ 920 h 1059"/>
                <a:gd name="T16" fmla="*/ 103 w 258"/>
                <a:gd name="T17" fmla="*/ 185 h 1059"/>
                <a:gd name="T18" fmla="*/ 48 w 258"/>
                <a:gd name="T19" fmla="*/ 72 h 1059"/>
                <a:gd name="T20" fmla="*/ 115 w 258"/>
                <a:gd name="T21"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8" h="1059">
                  <a:moveTo>
                    <a:pt x="115" y="0"/>
                  </a:moveTo>
                  <a:cubicBezTo>
                    <a:pt x="139" y="39"/>
                    <a:pt x="160" y="83"/>
                    <a:pt x="179" y="134"/>
                  </a:cubicBezTo>
                  <a:cubicBezTo>
                    <a:pt x="237" y="289"/>
                    <a:pt x="258" y="470"/>
                    <a:pt x="244" y="633"/>
                  </a:cubicBezTo>
                  <a:cubicBezTo>
                    <a:pt x="231" y="777"/>
                    <a:pt x="192" y="908"/>
                    <a:pt x="126" y="994"/>
                  </a:cubicBezTo>
                  <a:cubicBezTo>
                    <a:pt x="126" y="995"/>
                    <a:pt x="126" y="995"/>
                    <a:pt x="125" y="996"/>
                  </a:cubicBezTo>
                  <a:cubicBezTo>
                    <a:pt x="104" y="1023"/>
                    <a:pt x="82" y="1044"/>
                    <a:pt x="59" y="1059"/>
                  </a:cubicBezTo>
                  <a:cubicBezTo>
                    <a:pt x="39" y="1032"/>
                    <a:pt x="19" y="1003"/>
                    <a:pt x="0" y="974"/>
                  </a:cubicBezTo>
                  <a:cubicBezTo>
                    <a:pt x="20" y="961"/>
                    <a:pt x="39" y="943"/>
                    <a:pt x="57" y="920"/>
                  </a:cubicBezTo>
                  <a:cubicBezTo>
                    <a:pt x="175" y="765"/>
                    <a:pt x="196" y="436"/>
                    <a:pt x="103" y="185"/>
                  </a:cubicBezTo>
                  <a:cubicBezTo>
                    <a:pt x="87" y="142"/>
                    <a:pt x="68" y="104"/>
                    <a:pt x="48" y="72"/>
                  </a:cubicBezTo>
                  <a:cubicBezTo>
                    <a:pt x="70" y="48"/>
                    <a:pt x="92" y="24"/>
                    <a:pt x="115"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39" name="Freeform 4031"/>
            <p:cNvSpPr/>
            <p:nvPr/>
          </p:nvSpPr>
          <p:spPr bwMode="auto">
            <a:xfrm>
              <a:off x="3362" y="2530"/>
              <a:ext cx="566" cy="747"/>
            </a:xfrm>
            <a:custGeom>
              <a:avLst/>
              <a:gdLst>
                <a:gd name="T0" fmla="*/ 238 w 239"/>
                <a:gd name="T1" fmla="*/ 1 h 316"/>
                <a:gd name="T2" fmla="*/ 217 w 239"/>
                <a:gd name="T3" fmla="*/ 316 h 316"/>
                <a:gd name="T4" fmla="*/ 0 w 239"/>
                <a:gd name="T5" fmla="*/ 280 h 316"/>
                <a:gd name="T6" fmla="*/ 19 w 239"/>
                <a:gd name="T7" fmla="*/ 0 h 316"/>
                <a:gd name="T8" fmla="*/ 238 w 239"/>
                <a:gd name="T9" fmla="*/ 1 h 316"/>
              </a:gdLst>
              <a:ahLst/>
              <a:cxnLst>
                <a:cxn ang="0">
                  <a:pos x="T0" y="T1"/>
                </a:cxn>
                <a:cxn ang="0">
                  <a:pos x="T2" y="T3"/>
                </a:cxn>
                <a:cxn ang="0">
                  <a:pos x="T4" y="T5"/>
                </a:cxn>
                <a:cxn ang="0">
                  <a:pos x="T6" y="T7"/>
                </a:cxn>
                <a:cxn ang="0">
                  <a:pos x="T8" y="T9"/>
                </a:cxn>
              </a:cxnLst>
              <a:rect l="0" t="0" r="r" b="b"/>
              <a:pathLst>
                <a:path w="239" h="316">
                  <a:moveTo>
                    <a:pt x="238" y="1"/>
                  </a:moveTo>
                  <a:cubicBezTo>
                    <a:pt x="239" y="109"/>
                    <a:pt x="232" y="215"/>
                    <a:pt x="217" y="316"/>
                  </a:cubicBezTo>
                  <a:cubicBezTo>
                    <a:pt x="144" y="306"/>
                    <a:pt x="71" y="294"/>
                    <a:pt x="0" y="280"/>
                  </a:cubicBezTo>
                  <a:cubicBezTo>
                    <a:pt x="13" y="191"/>
                    <a:pt x="20" y="96"/>
                    <a:pt x="19" y="0"/>
                  </a:cubicBezTo>
                  <a:cubicBezTo>
                    <a:pt x="92" y="1"/>
                    <a:pt x="165" y="1"/>
                    <a:pt x="238"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0" name="Freeform 4032"/>
            <p:cNvSpPr/>
            <p:nvPr/>
          </p:nvSpPr>
          <p:spPr bwMode="auto">
            <a:xfrm>
              <a:off x="3175" y="3332"/>
              <a:ext cx="674" cy="745"/>
            </a:xfrm>
            <a:custGeom>
              <a:avLst/>
              <a:gdLst>
                <a:gd name="T0" fmla="*/ 285 w 285"/>
                <a:gd name="T1" fmla="*/ 42 h 315"/>
                <a:gd name="T2" fmla="*/ 207 w 285"/>
                <a:gd name="T3" fmla="*/ 315 h 315"/>
                <a:gd name="T4" fmla="*/ 0 w 285"/>
                <a:gd name="T5" fmla="*/ 243 h 315"/>
                <a:gd name="T6" fmla="*/ 69 w 285"/>
                <a:gd name="T7" fmla="*/ 0 h 315"/>
                <a:gd name="T8" fmla="*/ 285 w 285"/>
                <a:gd name="T9" fmla="*/ 42 h 315"/>
              </a:gdLst>
              <a:ahLst/>
              <a:cxnLst>
                <a:cxn ang="0">
                  <a:pos x="T0" y="T1"/>
                </a:cxn>
                <a:cxn ang="0">
                  <a:pos x="T2" y="T3"/>
                </a:cxn>
                <a:cxn ang="0">
                  <a:pos x="T4" y="T5"/>
                </a:cxn>
                <a:cxn ang="0">
                  <a:pos x="T6" y="T7"/>
                </a:cxn>
                <a:cxn ang="0">
                  <a:pos x="T8" y="T9"/>
                </a:cxn>
              </a:cxnLst>
              <a:rect l="0" t="0" r="r" b="b"/>
              <a:pathLst>
                <a:path w="285" h="315">
                  <a:moveTo>
                    <a:pt x="285" y="42"/>
                  </a:moveTo>
                  <a:cubicBezTo>
                    <a:pt x="266" y="141"/>
                    <a:pt x="240" y="233"/>
                    <a:pt x="207" y="315"/>
                  </a:cubicBezTo>
                  <a:cubicBezTo>
                    <a:pt x="137" y="295"/>
                    <a:pt x="67" y="270"/>
                    <a:pt x="0" y="243"/>
                  </a:cubicBezTo>
                  <a:cubicBezTo>
                    <a:pt x="30" y="169"/>
                    <a:pt x="53" y="87"/>
                    <a:pt x="69" y="0"/>
                  </a:cubicBezTo>
                  <a:cubicBezTo>
                    <a:pt x="140" y="16"/>
                    <a:pt x="212" y="31"/>
                    <a:pt x="285" y="4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1" name="Freeform 4033"/>
            <p:cNvSpPr/>
            <p:nvPr/>
          </p:nvSpPr>
          <p:spPr bwMode="auto">
            <a:xfrm>
              <a:off x="2849" y="4018"/>
              <a:ext cx="759" cy="655"/>
            </a:xfrm>
            <a:custGeom>
              <a:avLst/>
              <a:gdLst>
                <a:gd name="T0" fmla="*/ 321 w 321"/>
                <a:gd name="T1" fmla="*/ 78 h 277"/>
                <a:gd name="T2" fmla="*/ 232 w 321"/>
                <a:gd name="T3" fmla="*/ 227 h 277"/>
                <a:gd name="T4" fmla="*/ 190 w 321"/>
                <a:gd name="T5" fmla="*/ 277 h 277"/>
                <a:gd name="T6" fmla="*/ 0 w 321"/>
                <a:gd name="T7" fmla="*/ 177 h 277"/>
                <a:gd name="T8" fmla="*/ 38 w 321"/>
                <a:gd name="T9" fmla="*/ 132 h 277"/>
                <a:gd name="T10" fmla="*/ 117 w 321"/>
                <a:gd name="T11" fmla="*/ 0 h 277"/>
                <a:gd name="T12" fmla="*/ 321 w 321"/>
                <a:gd name="T13" fmla="*/ 78 h 277"/>
              </a:gdLst>
              <a:ahLst/>
              <a:cxnLst>
                <a:cxn ang="0">
                  <a:pos x="T0" y="T1"/>
                </a:cxn>
                <a:cxn ang="0">
                  <a:pos x="T2" y="T3"/>
                </a:cxn>
                <a:cxn ang="0">
                  <a:pos x="T4" y="T5"/>
                </a:cxn>
                <a:cxn ang="0">
                  <a:pos x="T6" y="T7"/>
                </a:cxn>
                <a:cxn ang="0">
                  <a:pos x="T8" y="T9"/>
                </a:cxn>
                <a:cxn ang="0">
                  <a:pos x="T10" y="T11"/>
                </a:cxn>
                <a:cxn ang="0">
                  <a:pos x="T12" y="T13"/>
                </a:cxn>
              </a:cxnLst>
              <a:rect l="0" t="0" r="r" b="b"/>
              <a:pathLst>
                <a:path w="321" h="277">
                  <a:moveTo>
                    <a:pt x="321" y="78"/>
                  </a:moveTo>
                  <a:cubicBezTo>
                    <a:pt x="295" y="133"/>
                    <a:pt x="266" y="183"/>
                    <a:pt x="232" y="227"/>
                  </a:cubicBezTo>
                  <a:cubicBezTo>
                    <a:pt x="219" y="245"/>
                    <a:pt x="204" y="262"/>
                    <a:pt x="190" y="277"/>
                  </a:cubicBezTo>
                  <a:cubicBezTo>
                    <a:pt x="125" y="248"/>
                    <a:pt x="62" y="215"/>
                    <a:pt x="0" y="177"/>
                  </a:cubicBezTo>
                  <a:cubicBezTo>
                    <a:pt x="13" y="163"/>
                    <a:pt x="26" y="149"/>
                    <a:pt x="38" y="132"/>
                  </a:cubicBezTo>
                  <a:cubicBezTo>
                    <a:pt x="68" y="94"/>
                    <a:pt x="94" y="49"/>
                    <a:pt x="117" y="0"/>
                  </a:cubicBezTo>
                  <a:cubicBezTo>
                    <a:pt x="184" y="30"/>
                    <a:pt x="252" y="56"/>
                    <a:pt x="321" y="7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2" name="Freeform 4034"/>
            <p:cNvSpPr/>
            <p:nvPr/>
          </p:nvSpPr>
          <p:spPr bwMode="auto">
            <a:xfrm>
              <a:off x="3407" y="1341"/>
              <a:ext cx="610" cy="406"/>
            </a:xfrm>
            <a:custGeom>
              <a:avLst/>
              <a:gdLst>
                <a:gd name="T0" fmla="*/ 117 w 258"/>
                <a:gd name="T1" fmla="*/ 15 h 172"/>
                <a:gd name="T2" fmla="*/ 226 w 258"/>
                <a:gd name="T3" fmla="*/ 90 h 172"/>
                <a:gd name="T4" fmla="*/ 5 w 258"/>
                <a:gd name="T5" fmla="*/ 105 h 172"/>
                <a:gd name="T6" fmla="*/ 117 w 258"/>
                <a:gd name="T7" fmla="*/ 15 h 172"/>
              </a:gdLst>
              <a:ahLst/>
              <a:cxnLst>
                <a:cxn ang="0">
                  <a:pos x="T0" y="T1"/>
                </a:cxn>
                <a:cxn ang="0">
                  <a:pos x="T2" y="T3"/>
                </a:cxn>
                <a:cxn ang="0">
                  <a:pos x="T4" y="T5"/>
                </a:cxn>
                <a:cxn ang="0">
                  <a:pos x="T6" y="T7"/>
                </a:cxn>
              </a:cxnLst>
              <a:rect l="0" t="0" r="r" b="b"/>
              <a:pathLst>
                <a:path w="258" h="172">
                  <a:moveTo>
                    <a:pt x="117" y="15"/>
                  </a:moveTo>
                  <a:cubicBezTo>
                    <a:pt x="199" y="0"/>
                    <a:pt x="258" y="41"/>
                    <a:pt x="226" y="90"/>
                  </a:cubicBezTo>
                  <a:cubicBezTo>
                    <a:pt x="187" y="150"/>
                    <a:pt x="26" y="172"/>
                    <a:pt x="5" y="105"/>
                  </a:cubicBezTo>
                  <a:cubicBezTo>
                    <a:pt x="0" y="59"/>
                    <a:pt x="68" y="24"/>
                    <a:pt x="117" y="1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3" name="Freeform 4035"/>
            <p:cNvSpPr/>
            <p:nvPr/>
          </p:nvSpPr>
          <p:spPr bwMode="auto">
            <a:xfrm>
              <a:off x="1451" y="331"/>
              <a:ext cx="296" cy="508"/>
            </a:xfrm>
            <a:custGeom>
              <a:avLst/>
              <a:gdLst>
                <a:gd name="T0" fmla="*/ 43 w 125"/>
                <a:gd name="T1" fmla="*/ 101 h 215"/>
                <a:gd name="T2" fmla="*/ 120 w 125"/>
                <a:gd name="T3" fmla="*/ 18 h 215"/>
                <a:gd name="T4" fmla="*/ 11 w 125"/>
                <a:gd name="T5" fmla="*/ 215 h 215"/>
                <a:gd name="T6" fmla="*/ 43 w 125"/>
                <a:gd name="T7" fmla="*/ 101 h 215"/>
              </a:gdLst>
              <a:ahLst/>
              <a:cxnLst>
                <a:cxn ang="0">
                  <a:pos x="T0" y="T1"/>
                </a:cxn>
                <a:cxn ang="0">
                  <a:pos x="T2" y="T3"/>
                </a:cxn>
                <a:cxn ang="0">
                  <a:pos x="T4" y="T5"/>
                </a:cxn>
                <a:cxn ang="0">
                  <a:pos x="T6" y="T7"/>
                </a:cxn>
              </a:cxnLst>
              <a:rect l="0" t="0" r="r" b="b"/>
              <a:pathLst>
                <a:path w="125" h="215">
                  <a:moveTo>
                    <a:pt x="43" y="101"/>
                  </a:moveTo>
                  <a:cubicBezTo>
                    <a:pt x="78" y="34"/>
                    <a:pt x="117" y="0"/>
                    <a:pt x="120" y="18"/>
                  </a:cubicBezTo>
                  <a:cubicBezTo>
                    <a:pt x="125" y="43"/>
                    <a:pt x="32" y="211"/>
                    <a:pt x="11" y="215"/>
                  </a:cubicBezTo>
                  <a:cubicBezTo>
                    <a:pt x="0" y="211"/>
                    <a:pt x="16" y="153"/>
                    <a:pt x="43" y="10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4" name="Freeform 4036"/>
            <p:cNvSpPr/>
            <p:nvPr/>
          </p:nvSpPr>
          <p:spPr bwMode="auto">
            <a:xfrm>
              <a:off x="3499" y="1958"/>
              <a:ext cx="613" cy="352"/>
            </a:xfrm>
            <a:custGeom>
              <a:avLst/>
              <a:gdLst>
                <a:gd name="T0" fmla="*/ 122 w 259"/>
                <a:gd name="T1" fmla="*/ 5 h 149"/>
                <a:gd name="T2" fmla="*/ 221 w 259"/>
                <a:gd name="T3" fmla="*/ 92 h 149"/>
                <a:gd name="T4" fmla="*/ 0 w 259"/>
                <a:gd name="T5" fmla="*/ 79 h 149"/>
                <a:gd name="T6" fmla="*/ 122 w 259"/>
                <a:gd name="T7" fmla="*/ 5 h 149"/>
              </a:gdLst>
              <a:ahLst/>
              <a:cxnLst>
                <a:cxn ang="0">
                  <a:pos x="T0" y="T1"/>
                </a:cxn>
                <a:cxn ang="0">
                  <a:pos x="T2" y="T3"/>
                </a:cxn>
                <a:cxn ang="0">
                  <a:pos x="T4" y="T5"/>
                </a:cxn>
                <a:cxn ang="0">
                  <a:pos x="T6" y="T7"/>
                </a:cxn>
              </a:cxnLst>
              <a:rect l="0" t="0" r="r" b="b"/>
              <a:pathLst>
                <a:path w="259" h="149">
                  <a:moveTo>
                    <a:pt x="122" y="5"/>
                  </a:moveTo>
                  <a:cubicBezTo>
                    <a:pt x="205" y="0"/>
                    <a:pt x="259" y="47"/>
                    <a:pt x="221" y="92"/>
                  </a:cubicBezTo>
                  <a:cubicBezTo>
                    <a:pt x="176" y="147"/>
                    <a:pt x="13" y="149"/>
                    <a:pt x="0" y="79"/>
                  </a:cubicBezTo>
                  <a:cubicBezTo>
                    <a:pt x="0" y="33"/>
                    <a:pt x="73" y="8"/>
                    <a:pt x="122"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5" name="Freeform 4037"/>
            <p:cNvSpPr/>
            <p:nvPr/>
          </p:nvSpPr>
          <p:spPr bwMode="auto">
            <a:xfrm>
              <a:off x="1657" y="3661"/>
              <a:ext cx="1053" cy="1064"/>
            </a:xfrm>
            <a:custGeom>
              <a:avLst/>
              <a:gdLst>
                <a:gd name="T0" fmla="*/ 445 w 445"/>
                <a:gd name="T1" fmla="*/ 428 h 450"/>
                <a:gd name="T2" fmla="*/ 391 w 445"/>
                <a:gd name="T3" fmla="*/ 450 h 450"/>
                <a:gd name="T4" fmla="*/ 0 w 445"/>
                <a:gd name="T5" fmla="*/ 12 h 450"/>
                <a:gd name="T6" fmla="*/ 29 w 445"/>
                <a:gd name="T7" fmla="*/ 0 h 450"/>
                <a:gd name="T8" fmla="*/ 445 w 445"/>
                <a:gd name="T9" fmla="*/ 428 h 450"/>
              </a:gdLst>
              <a:ahLst/>
              <a:cxnLst>
                <a:cxn ang="0">
                  <a:pos x="T0" y="T1"/>
                </a:cxn>
                <a:cxn ang="0">
                  <a:pos x="T2" y="T3"/>
                </a:cxn>
                <a:cxn ang="0">
                  <a:pos x="T4" y="T5"/>
                </a:cxn>
                <a:cxn ang="0">
                  <a:pos x="T6" y="T7"/>
                </a:cxn>
                <a:cxn ang="0">
                  <a:pos x="T8" y="T9"/>
                </a:cxn>
              </a:cxnLst>
              <a:rect l="0" t="0" r="r" b="b"/>
              <a:pathLst>
                <a:path w="445" h="450">
                  <a:moveTo>
                    <a:pt x="445" y="428"/>
                  </a:moveTo>
                  <a:cubicBezTo>
                    <a:pt x="427" y="438"/>
                    <a:pt x="409" y="445"/>
                    <a:pt x="391" y="450"/>
                  </a:cubicBezTo>
                  <a:cubicBezTo>
                    <a:pt x="236" y="339"/>
                    <a:pt x="101" y="189"/>
                    <a:pt x="0" y="12"/>
                  </a:cubicBezTo>
                  <a:cubicBezTo>
                    <a:pt x="10" y="9"/>
                    <a:pt x="19" y="5"/>
                    <a:pt x="29" y="0"/>
                  </a:cubicBezTo>
                  <a:cubicBezTo>
                    <a:pt x="140" y="172"/>
                    <a:pt x="283" y="319"/>
                    <a:pt x="445" y="4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6" name="Freeform 4038"/>
            <p:cNvSpPr/>
            <p:nvPr/>
          </p:nvSpPr>
          <p:spPr bwMode="auto">
            <a:xfrm>
              <a:off x="2031" y="3850"/>
              <a:ext cx="714" cy="624"/>
            </a:xfrm>
            <a:custGeom>
              <a:avLst/>
              <a:gdLst>
                <a:gd name="T0" fmla="*/ 302 w 302"/>
                <a:gd name="T1" fmla="*/ 188 h 264"/>
                <a:gd name="T2" fmla="*/ 218 w 302"/>
                <a:gd name="T3" fmla="*/ 264 h 264"/>
                <a:gd name="T4" fmla="*/ 0 w 302"/>
                <a:gd name="T5" fmla="*/ 58 h 264"/>
                <a:gd name="T6" fmla="*/ 64 w 302"/>
                <a:gd name="T7" fmla="*/ 0 h 264"/>
                <a:gd name="T8" fmla="*/ 302 w 302"/>
                <a:gd name="T9" fmla="*/ 188 h 264"/>
              </a:gdLst>
              <a:ahLst/>
              <a:cxnLst>
                <a:cxn ang="0">
                  <a:pos x="T0" y="T1"/>
                </a:cxn>
                <a:cxn ang="0">
                  <a:pos x="T2" y="T3"/>
                </a:cxn>
                <a:cxn ang="0">
                  <a:pos x="T4" y="T5"/>
                </a:cxn>
                <a:cxn ang="0">
                  <a:pos x="T6" y="T7"/>
                </a:cxn>
                <a:cxn ang="0">
                  <a:pos x="T8" y="T9"/>
                </a:cxn>
              </a:cxnLst>
              <a:rect l="0" t="0" r="r" b="b"/>
              <a:pathLst>
                <a:path w="302" h="264">
                  <a:moveTo>
                    <a:pt x="302" y="188"/>
                  </a:moveTo>
                  <a:cubicBezTo>
                    <a:pt x="276" y="220"/>
                    <a:pt x="247" y="245"/>
                    <a:pt x="218" y="264"/>
                  </a:cubicBezTo>
                  <a:cubicBezTo>
                    <a:pt x="140" y="203"/>
                    <a:pt x="67" y="134"/>
                    <a:pt x="0" y="58"/>
                  </a:cubicBezTo>
                  <a:cubicBezTo>
                    <a:pt x="22" y="43"/>
                    <a:pt x="43" y="24"/>
                    <a:pt x="64" y="0"/>
                  </a:cubicBezTo>
                  <a:cubicBezTo>
                    <a:pt x="138" y="70"/>
                    <a:pt x="218" y="133"/>
                    <a:pt x="302" y="18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7" name="Freeform 4039"/>
            <p:cNvSpPr/>
            <p:nvPr/>
          </p:nvSpPr>
          <p:spPr bwMode="auto">
            <a:xfrm>
              <a:off x="2388" y="4897"/>
              <a:ext cx="416" cy="175"/>
            </a:xfrm>
            <a:custGeom>
              <a:avLst/>
              <a:gdLst>
                <a:gd name="T0" fmla="*/ 176 w 176"/>
                <a:gd name="T1" fmla="*/ 74 h 74"/>
                <a:gd name="T2" fmla="*/ 101 w 176"/>
                <a:gd name="T3" fmla="*/ 50 h 74"/>
                <a:gd name="T4" fmla="*/ 95 w 176"/>
                <a:gd name="T5" fmla="*/ 47 h 74"/>
                <a:gd name="T6" fmla="*/ 0 w 176"/>
                <a:gd name="T7" fmla="*/ 0 h 74"/>
                <a:gd name="T8" fmla="*/ 105 w 176"/>
                <a:gd name="T9" fmla="*/ 40 h 74"/>
                <a:gd name="T10" fmla="*/ 176 w 176"/>
                <a:gd name="T11" fmla="*/ 74 h 74"/>
              </a:gdLst>
              <a:ahLst/>
              <a:cxnLst>
                <a:cxn ang="0">
                  <a:pos x="T0" y="T1"/>
                </a:cxn>
                <a:cxn ang="0">
                  <a:pos x="T2" y="T3"/>
                </a:cxn>
                <a:cxn ang="0">
                  <a:pos x="T4" y="T5"/>
                </a:cxn>
                <a:cxn ang="0">
                  <a:pos x="T6" y="T7"/>
                </a:cxn>
                <a:cxn ang="0">
                  <a:pos x="T8" y="T9"/>
                </a:cxn>
                <a:cxn ang="0">
                  <a:pos x="T10" y="T11"/>
                </a:cxn>
              </a:cxnLst>
              <a:rect l="0" t="0" r="r" b="b"/>
              <a:pathLst>
                <a:path w="176" h="74">
                  <a:moveTo>
                    <a:pt x="176" y="74"/>
                  </a:moveTo>
                  <a:cubicBezTo>
                    <a:pt x="151" y="69"/>
                    <a:pt x="126" y="61"/>
                    <a:pt x="101" y="50"/>
                  </a:cubicBezTo>
                  <a:cubicBezTo>
                    <a:pt x="95" y="47"/>
                    <a:pt x="95" y="47"/>
                    <a:pt x="95" y="47"/>
                  </a:cubicBezTo>
                  <a:cubicBezTo>
                    <a:pt x="66" y="33"/>
                    <a:pt x="28" y="15"/>
                    <a:pt x="0" y="0"/>
                  </a:cubicBezTo>
                  <a:cubicBezTo>
                    <a:pt x="35" y="19"/>
                    <a:pt x="70" y="32"/>
                    <a:pt x="105" y="40"/>
                  </a:cubicBezTo>
                  <a:cubicBezTo>
                    <a:pt x="128" y="52"/>
                    <a:pt x="152" y="63"/>
                    <a:pt x="176" y="7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8" name="Freeform 4040"/>
            <p:cNvSpPr/>
            <p:nvPr/>
          </p:nvSpPr>
          <p:spPr bwMode="auto">
            <a:xfrm>
              <a:off x="2885" y="5115"/>
              <a:ext cx="574" cy="135"/>
            </a:xfrm>
            <a:custGeom>
              <a:avLst/>
              <a:gdLst>
                <a:gd name="T0" fmla="*/ 243 w 243"/>
                <a:gd name="T1" fmla="*/ 57 h 57"/>
                <a:gd name="T2" fmla="*/ 208 w 243"/>
                <a:gd name="T3" fmla="*/ 53 h 57"/>
                <a:gd name="T4" fmla="*/ 0 w 243"/>
                <a:gd name="T5" fmla="*/ 0 h 57"/>
                <a:gd name="T6" fmla="*/ 92 w 243"/>
                <a:gd name="T7" fmla="*/ 19 h 57"/>
                <a:gd name="T8" fmla="*/ 243 w 243"/>
                <a:gd name="T9" fmla="*/ 57 h 57"/>
              </a:gdLst>
              <a:ahLst/>
              <a:cxnLst>
                <a:cxn ang="0">
                  <a:pos x="T0" y="T1"/>
                </a:cxn>
                <a:cxn ang="0">
                  <a:pos x="T2" y="T3"/>
                </a:cxn>
                <a:cxn ang="0">
                  <a:pos x="T4" y="T5"/>
                </a:cxn>
                <a:cxn ang="0">
                  <a:pos x="T6" y="T7"/>
                </a:cxn>
                <a:cxn ang="0">
                  <a:pos x="T8" y="T9"/>
                </a:cxn>
              </a:cxnLst>
              <a:rect l="0" t="0" r="r" b="b"/>
              <a:pathLst>
                <a:path w="243" h="57">
                  <a:moveTo>
                    <a:pt x="243" y="57"/>
                  </a:moveTo>
                  <a:cubicBezTo>
                    <a:pt x="231" y="56"/>
                    <a:pt x="219" y="54"/>
                    <a:pt x="208" y="53"/>
                  </a:cubicBezTo>
                  <a:cubicBezTo>
                    <a:pt x="74" y="25"/>
                    <a:pt x="72" y="24"/>
                    <a:pt x="0" y="0"/>
                  </a:cubicBezTo>
                  <a:cubicBezTo>
                    <a:pt x="30" y="11"/>
                    <a:pt x="61" y="17"/>
                    <a:pt x="92" y="19"/>
                  </a:cubicBezTo>
                  <a:cubicBezTo>
                    <a:pt x="141" y="35"/>
                    <a:pt x="191" y="48"/>
                    <a:pt x="243" y="5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49" name="Freeform 4041"/>
            <p:cNvSpPr/>
            <p:nvPr/>
          </p:nvSpPr>
          <p:spPr bwMode="auto">
            <a:xfrm>
              <a:off x="3376" y="5205"/>
              <a:ext cx="592" cy="75"/>
            </a:xfrm>
            <a:custGeom>
              <a:avLst/>
              <a:gdLst>
                <a:gd name="T0" fmla="*/ 250 w 250"/>
                <a:gd name="T1" fmla="*/ 9 h 32"/>
                <a:gd name="T2" fmla="*/ 108 w 250"/>
                <a:gd name="T3" fmla="*/ 28 h 32"/>
                <a:gd name="T4" fmla="*/ 18 w 250"/>
                <a:gd name="T5" fmla="*/ 18 h 32"/>
                <a:gd name="T6" fmla="*/ 0 w 250"/>
                <a:gd name="T7" fmla="*/ 15 h 32"/>
                <a:gd name="T8" fmla="*/ 35 w 250"/>
                <a:gd name="T9" fmla="*/ 19 h 32"/>
                <a:gd name="T10" fmla="*/ 169 w 250"/>
                <a:gd name="T11" fmla="*/ 0 h 32"/>
                <a:gd name="T12" fmla="*/ 250 w 250"/>
                <a:gd name="T13" fmla="*/ 9 h 32"/>
              </a:gdLst>
              <a:ahLst/>
              <a:cxnLst>
                <a:cxn ang="0">
                  <a:pos x="T0" y="T1"/>
                </a:cxn>
                <a:cxn ang="0">
                  <a:pos x="T2" y="T3"/>
                </a:cxn>
                <a:cxn ang="0">
                  <a:pos x="T4" y="T5"/>
                </a:cxn>
                <a:cxn ang="0">
                  <a:pos x="T6" y="T7"/>
                </a:cxn>
                <a:cxn ang="0">
                  <a:pos x="T8" y="T9"/>
                </a:cxn>
                <a:cxn ang="0">
                  <a:pos x="T10" y="T11"/>
                </a:cxn>
                <a:cxn ang="0">
                  <a:pos x="T12" y="T13"/>
                </a:cxn>
              </a:cxnLst>
              <a:rect l="0" t="0" r="r" b="b"/>
              <a:pathLst>
                <a:path w="250" h="32">
                  <a:moveTo>
                    <a:pt x="250" y="9"/>
                  </a:moveTo>
                  <a:cubicBezTo>
                    <a:pt x="203" y="26"/>
                    <a:pt x="156" y="32"/>
                    <a:pt x="108" y="28"/>
                  </a:cubicBezTo>
                  <a:cubicBezTo>
                    <a:pt x="18" y="18"/>
                    <a:pt x="18" y="18"/>
                    <a:pt x="18" y="18"/>
                  </a:cubicBezTo>
                  <a:cubicBezTo>
                    <a:pt x="0" y="15"/>
                    <a:pt x="0" y="15"/>
                    <a:pt x="0" y="15"/>
                  </a:cubicBezTo>
                  <a:cubicBezTo>
                    <a:pt x="11" y="16"/>
                    <a:pt x="23" y="18"/>
                    <a:pt x="35" y="19"/>
                  </a:cubicBezTo>
                  <a:cubicBezTo>
                    <a:pt x="80" y="21"/>
                    <a:pt x="125" y="15"/>
                    <a:pt x="169" y="0"/>
                  </a:cubicBezTo>
                  <a:cubicBezTo>
                    <a:pt x="196" y="4"/>
                    <a:pt x="223" y="7"/>
                    <a:pt x="25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0" name="Freeform 4042"/>
            <p:cNvSpPr/>
            <p:nvPr/>
          </p:nvSpPr>
          <p:spPr bwMode="auto">
            <a:xfrm>
              <a:off x="1730" y="4413"/>
              <a:ext cx="556" cy="420"/>
            </a:xfrm>
            <a:custGeom>
              <a:avLst/>
              <a:gdLst>
                <a:gd name="T0" fmla="*/ 235 w 235"/>
                <a:gd name="T1" fmla="*/ 178 h 178"/>
                <a:gd name="T2" fmla="*/ 193 w 235"/>
                <a:gd name="T3" fmla="*/ 154 h 178"/>
                <a:gd name="T4" fmla="*/ 116 w 235"/>
                <a:gd name="T5" fmla="*/ 100 h 178"/>
                <a:gd name="T6" fmla="*/ 0 w 235"/>
                <a:gd name="T7" fmla="*/ 0 h 178"/>
                <a:gd name="T8" fmla="*/ 110 w 235"/>
                <a:gd name="T9" fmla="*/ 81 h 178"/>
                <a:gd name="T10" fmla="*/ 235 w 235"/>
                <a:gd name="T11" fmla="*/ 178 h 178"/>
              </a:gdLst>
              <a:ahLst/>
              <a:cxnLst>
                <a:cxn ang="0">
                  <a:pos x="T0" y="T1"/>
                </a:cxn>
                <a:cxn ang="0">
                  <a:pos x="T2" y="T3"/>
                </a:cxn>
                <a:cxn ang="0">
                  <a:pos x="T4" y="T5"/>
                </a:cxn>
                <a:cxn ang="0">
                  <a:pos x="T6" y="T7"/>
                </a:cxn>
                <a:cxn ang="0">
                  <a:pos x="T8" y="T9"/>
                </a:cxn>
                <a:cxn ang="0">
                  <a:pos x="T10" y="T11"/>
                </a:cxn>
              </a:cxnLst>
              <a:rect l="0" t="0" r="r" b="b"/>
              <a:pathLst>
                <a:path w="235" h="178">
                  <a:moveTo>
                    <a:pt x="235" y="178"/>
                  </a:moveTo>
                  <a:cubicBezTo>
                    <a:pt x="221" y="171"/>
                    <a:pt x="207" y="163"/>
                    <a:pt x="193" y="154"/>
                  </a:cubicBezTo>
                  <a:cubicBezTo>
                    <a:pt x="116" y="100"/>
                    <a:pt x="116" y="100"/>
                    <a:pt x="116" y="100"/>
                  </a:cubicBezTo>
                  <a:cubicBezTo>
                    <a:pt x="80" y="71"/>
                    <a:pt x="34" y="31"/>
                    <a:pt x="0" y="0"/>
                  </a:cubicBezTo>
                  <a:cubicBezTo>
                    <a:pt x="35" y="35"/>
                    <a:pt x="72" y="62"/>
                    <a:pt x="110" y="81"/>
                  </a:cubicBezTo>
                  <a:cubicBezTo>
                    <a:pt x="149" y="117"/>
                    <a:pt x="191" y="150"/>
                    <a:pt x="235" y="17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1" name="Freeform 4043"/>
            <p:cNvSpPr/>
            <p:nvPr/>
          </p:nvSpPr>
          <p:spPr bwMode="auto">
            <a:xfrm>
              <a:off x="2057" y="4632"/>
              <a:ext cx="643" cy="298"/>
            </a:xfrm>
            <a:custGeom>
              <a:avLst/>
              <a:gdLst>
                <a:gd name="T0" fmla="*/ 272 w 272"/>
                <a:gd name="T1" fmla="*/ 122 h 126"/>
                <a:gd name="T2" fmla="*/ 129 w 272"/>
                <a:gd name="T3" fmla="*/ 100 h 126"/>
                <a:gd name="T4" fmla="*/ 0 w 272"/>
                <a:gd name="T5" fmla="*/ 0 h 126"/>
                <a:gd name="T6" fmla="*/ 130 w 272"/>
                <a:gd name="T7" fmla="*/ 21 h 126"/>
                <a:gd name="T8" fmla="*/ 272 w 272"/>
                <a:gd name="T9" fmla="*/ 122 h 126"/>
              </a:gdLst>
              <a:ahLst/>
              <a:cxnLst>
                <a:cxn ang="0">
                  <a:pos x="T0" y="T1"/>
                </a:cxn>
                <a:cxn ang="0">
                  <a:pos x="T2" y="T3"/>
                </a:cxn>
                <a:cxn ang="0">
                  <a:pos x="T4" y="T5"/>
                </a:cxn>
                <a:cxn ang="0">
                  <a:pos x="T6" y="T7"/>
                </a:cxn>
                <a:cxn ang="0">
                  <a:pos x="T8" y="T9"/>
                </a:cxn>
              </a:cxnLst>
              <a:rect l="0" t="0" r="r" b="b"/>
              <a:pathLst>
                <a:path w="272" h="126">
                  <a:moveTo>
                    <a:pt x="272" y="122"/>
                  </a:moveTo>
                  <a:cubicBezTo>
                    <a:pt x="225" y="126"/>
                    <a:pt x="177" y="119"/>
                    <a:pt x="129" y="100"/>
                  </a:cubicBezTo>
                  <a:cubicBezTo>
                    <a:pt x="83" y="70"/>
                    <a:pt x="40" y="37"/>
                    <a:pt x="0" y="0"/>
                  </a:cubicBezTo>
                  <a:cubicBezTo>
                    <a:pt x="43" y="18"/>
                    <a:pt x="87" y="25"/>
                    <a:pt x="130" y="21"/>
                  </a:cubicBezTo>
                  <a:cubicBezTo>
                    <a:pt x="175" y="58"/>
                    <a:pt x="223" y="92"/>
                    <a:pt x="272" y="1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2" name="Freeform 4044"/>
            <p:cNvSpPr/>
            <p:nvPr/>
          </p:nvSpPr>
          <p:spPr bwMode="auto">
            <a:xfrm>
              <a:off x="2856" y="4748"/>
              <a:ext cx="1235" cy="443"/>
            </a:xfrm>
            <a:custGeom>
              <a:avLst/>
              <a:gdLst>
                <a:gd name="T0" fmla="*/ 522 w 522"/>
                <a:gd name="T1" fmla="*/ 155 h 187"/>
                <a:gd name="T2" fmla="*/ 465 w 522"/>
                <a:gd name="T3" fmla="*/ 187 h 187"/>
                <a:gd name="T4" fmla="*/ 0 w 522"/>
                <a:gd name="T5" fmla="*/ 28 h 187"/>
                <a:gd name="T6" fmla="*/ 49 w 522"/>
                <a:gd name="T7" fmla="*/ 0 h 187"/>
                <a:gd name="T8" fmla="*/ 522 w 522"/>
                <a:gd name="T9" fmla="*/ 155 h 187"/>
              </a:gdLst>
              <a:ahLst/>
              <a:cxnLst>
                <a:cxn ang="0">
                  <a:pos x="T0" y="T1"/>
                </a:cxn>
                <a:cxn ang="0">
                  <a:pos x="T2" y="T3"/>
                </a:cxn>
                <a:cxn ang="0">
                  <a:pos x="T4" y="T5"/>
                </a:cxn>
                <a:cxn ang="0">
                  <a:pos x="T6" y="T7"/>
                </a:cxn>
                <a:cxn ang="0">
                  <a:pos x="T8" y="T9"/>
                </a:cxn>
              </a:cxnLst>
              <a:rect l="0" t="0" r="r" b="b"/>
              <a:pathLst>
                <a:path w="522" h="187">
                  <a:moveTo>
                    <a:pt x="522" y="155"/>
                  </a:moveTo>
                  <a:cubicBezTo>
                    <a:pt x="503" y="167"/>
                    <a:pt x="484" y="178"/>
                    <a:pt x="465" y="187"/>
                  </a:cubicBezTo>
                  <a:cubicBezTo>
                    <a:pt x="303" y="169"/>
                    <a:pt x="145" y="113"/>
                    <a:pt x="0" y="28"/>
                  </a:cubicBezTo>
                  <a:cubicBezTo>
                    <a:pt x="16" y="20"/>
                    <a:pt x="33" y="11"/>
                    <a:pt x="49" y="0"/>
                  </a:cubicBezTo>
                  <a:cubicBezTo>
                    <a:pt x="198" y="83"/>
                    <a:pt x="358" y="137"/>
                    <a:pt x="522" y="15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3" name="Freeform 4045"/>
            <p:cNvSpPr/>
            <p:nvPr/>
          </p:nvSpPr>
          <p:spPr bwMode="auto">
            <a:xfrm>
              <a:off x="2771" y="4952"/>
              <a:ext cx="769" cy="248"/>
            </a:xfrm>
            <a:custGeom>
              <a:avLst/>
              <a:gdLst>
                <a:gd name="T0" fmla="*/ 325 w 325"/>
                <a:gd name="T1" fmla="*/ 86 h 105"/>
                <a:gd name="T2" fmla="*/ 221 w 325"/>
                <a:gd name="T3" fmla="*/ 105 h 105"/>
                <a:gd name="T4" fmla="*/ 0 w 325"/>
                <a:gd name="T5" fmla="*/ 17 h 105"/>
                <a:gd name="T6" fmla="*/ 96 w 325"/>
                <a:gd name="T7" fmla="*/ 0 h 105"/>
                <a:gd name="T8" fmla="*/ 325 w 325"/>
                <a:gd name="T9" fmla="*/ 86 h 105"/>
              </a:gdLst>
              <a:ahLst/>
              <a:cxnLst>
                <a:cxn ang="0">
                  <a:pos x="T0" y="T1"/>
                </a:cxn>
                <a:cxn ang="0">
                  <a:pos x="T2" y="T3"/>
                </a:cxn>
                <a:cxn ang="0">
                  <a:pos x="T4" y="T5"/>
                </a:cxn>
                <a:cxn ang="0">
                  <a:pos x="T6" y="T7"/>
                </a:cxn>
                <a:cxn ang="0">
                  <a:pos x="T8" y="T9"/>
                </a:cxn>
              </a:cxnLst>
              <a:rect l="0" t="0" r="r" b="b"/>
              <a:pathLst>
                <a:path w="325" h="105">
                  <a:moveTo>
                    <a:pt x="325" y="86"/>
                  </a:moveTo>
                  <a:cubicBezTo>
                    <a:pt x="291" y="98"/>
                    <a:pt x="256" y="105"/>
                    <a:pt x="221" y="105"/>
                  </a:cubicBezTo>
                  <a:cubicBezTo>
                    <a:pt x="144" y="85"/>
                    <a:pt x="70" y="55"/>
                    <a:pt x="0" y="17"/>
                  </a:cubicBezTo>
                  <a:cubicBezTo>
                    <a:pt x="33" y="17"/>
                    <a:pt x="65" y="11"/>
                    <a:pt x="96" y="0"/>
                  </a:cubicBezTo>
                  <a:cubicBezTo>
                    <a:pt x="170" y="37"/>
                    <a:pt x="247" y="66"/>
                    <a:pt x="325" y="8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4" name="Freeform 4046"/>
            <p:cNvSpPr/>
            <p:nvPr/>
          </p:nvSpPr>
          <p:spPr bwMode="auto">
            <a:xfrm>
              <a:off x="3549" y="4486"/>
              <a:ext cx="1294" cy="539"/>
            </a:xfrm>
            <a:custGeom>
              <a:avLst/>
              <a:gdLst>
                <a:gd name="T0" fmla="*/ 547 w 547"/>
                <a:gd name="T1" fmla="*/ 21 h 228"/>
                <a:gd name="T2" fmla="*/ 472 w 547"/>
                <a:gd name="T3" fmla="*/ 139 h 228"/>
                <a:gd name="T4" fmla="*/ 391 w 547"/>
                <a:gd name="T5" fmla="*/ 228 h 228"/>
                <a:gd name="T6" fmla="*/ 0 w 547"/>
                <a:gd name="T7" fmla="*/ 160 h 228"/>
                <a:gd name="T8" fmla="*/ 133 w 547"/>
                <a:gd name="T9" fmla="*/ 197 h 228"/>
                <a:gd name="T10" fmla="*/ 211 w 547"/>
                <a:gd name="T11" fmla="*/ 113 h 228"/>
                <a:gd name="T12" fmla="*/ 283 w 547"/>
                <a:gd name="T13" fmla="*/ 0 h 228"/>
                <a:gd name="T14" fmla="*/ 547 w 547"/>
                <a:gd name="T15" fmla="*/ 21 h 2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7" h="228">
                  <a:moveTo>
                    <a:pt x="547" y="21"/>
                  </a:moveTo>
                  <a:cubicBezTo>
                    <a:pt x="524" y="64"/>
                    <a:pt x="499" y="104"/>
                    <a:pt x="472" y="139"/>
                  </a:cubicBezTo>
                  <a:cubicBezTo>
                    <a:pt x="446" y="173"/>
                    <a:pt x="419" y="203"/>
                    <a:pt x="391" y="228"/>
                  </a:cubicBezTo>
                  <a:cubicBezTo>
                    <a:pt x="260" y="227"/>
                    <a:pt x="128" y="203"/>
                    <a:pt x="0" y="160"/>
                  </a:cubicBezTo>
                  <a:cubicBezTo>
                    <a:pt x="44" y="175"/>
                    <a:pt x="89" y="187"/>
                    <a:pt x="133" y="197"/>
                  </a:cubicBezTo>
                  <a:cubicBezTo>
                    <a:pt x="160" y="173"/>
                    <a:pt x="186" y="145"/>
                    <a:pt x="211" y="113"/>
                  </a:cubicBezTo>
                  <a:cubicBezTo>
                    <a:pt x="237" y="78"/>
                    <a:pt x="261" y="41"/>
                    <a:pt x="283" y="0"/>
                  </a:cubicBezTo>
                  <a:cubicBezTo>
                    <a:pt x="372" y="15"/>
                    <a:pt x="460" y="22"/>
                    <a:pt x="547" y="2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5" name="Freeform 4047"/>
            <p:cNvSpPr/>
            <p:nvPr/>
          </p:nvSpPr>
          <p:spPr bwMode="auto">
            <a:xfrm>
              <a:off x="3452" y="3526"/>
              <a:ext cx="1081" cy="1426"/>
            </a:xfrm>
            <a:custGeom>
              <a:avLst/>
              <a:gdLst>
                <a:gd name="T0" fmla="*/ 457 w 457"/>
                <a:gd name="T1" fmla="*/ 20 h 603"/>
                <a:gd name="T2" fmla="*/ 324 w 457"/>
                <a:gd name="T3" fmla="*/ 406 h 603"/>
                <a:gd name="T4" fmla="*/ 252 w 457"/>
                <a:gd name="T5" fmla="*/ 519 h 603"/>
                <a:gd name="T6" fmla="*/ 174 w 457"/>
                <a:gd name="T7" fmla="*/ 603 h 603"/>
                <a:gd name="T8" fmla="*/ 41 w 457"/>
                <a:gd name="T9" fmla="*/ 566 h 603"/>
                <a:gd name="T10" fmla="*/ 0 w 457"/>
                <a:gd name="T11" fmla="*/ 551 h 603"/>
                <a:gd name="T12" fmla="*/ 73 w 457"/>
                <a:gd name="T13" fmla="*/ 471 h 603"/>
                <a:gd name="T14" fmla="*/ 266 w 457"/>
                <a:gd name="T15" fmla="*/ 0 h 603"/>
                <a:gd name="T16" fmla="*/ 457 w 457"/>
                <a:gd name="T17" fmla="*/ 2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7" h="603">
                  <a:moveTo>
                    <a:pt x="457" y="20"/>
                  </a:moveTo>
                  <a:cubicBezTo>
                    <a:pt x="427" y="165"/>
                    <a:pt x="383" y="296"/>
                    <a:pt x="324" y="406"/>
                  </a:cubicBezTo>
                  <a:cubicBezTo>
                    <a:pt x="302" y="447"/>
                    <a:pt x="278" y="484"/>
                    <a:pt x="252" y="519"/>
                  </a:cubicBezTo>
                  <a:cubicBezTo>
                    <a:pt x="227" y="551"/>
                    <a:pt x="201" y="579"/>
                    <a:pt x="174" y="603"/>
                  </a:cubicBezTo>
                  <a:cubicBezTo>
                    <a:pt x="130" y="593"/>
                    <a:pt x="85" y="581"/>
                    <a:pt x="41" y="566"/>
                  </a:cubicBezTo>
                  <a:cubicBezTo>
                    <a:pt x="27" y="561"/>
                    <a:pt x="14" y="556"/>
                    <a:pt x="0" y="551"/>
                  </a:cubicBezTo>
                  <a:cubicBezTo>
                    <a:pt x="25" y="528"/>
                    <a:pt x="49" y="501"/>
                    <a:pt x="73" y="471"/>
                  </a:cubicBezTo>
                  <a:cubicBezTo>
                    <a:pt x="164" y="352"/>
                    <a:pt x="229" y="188"/>
                    <a:pt x="266" y="0"/>
                  </a:cubicBezTo>
                  <a:cubicBezTo>
                    <a:pt x="330" y="9"/>
                    <a:pt x="393" y="16"/>
                    <a:pt x="457" y="2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6" name="Freeform 4048"/>
            <p:cNvSpPr/>
            <p:nvPr/>
          </p:nvSpPr>
          <p:spPr bwMode="auto">
            <a:xfrm>
              <a:off x="5798" y="3490"/>
              <a:ext cx="904" cy="1050"/>
            </a:xfrm>
            <a:custGeom>
              <a:avLst/>
              <a:gdLst>
                <a:gd name="T0" fmla="*/ 382 w 382"/>
                <a:gd name="T1" fmla="*/ 0 h 444"/>
                <a:gd name="T2" fmla="*/ 334 w 382"/>
                <a:gd name="T3" fmla="*/ 99 h 444"/>
                <a:gd name="T4" fmla="*/ 244 w 382"/>
                <a:gd name="T5" fmla="*/ 235 h 444"/>
                <a:gd name="T6" fmla="*/ 0 w 382"/>
                <a:gd name="T7" fmla="*/ 444 h 444"/>
                <a:gd name="T8" fmla="*/ 119 w 382"/>
                <a:gd name="T9" fmla="*/ 229 h 444"/>
                <a:gd name="T10" fmla="*/ 382 w 382"/>
                <a:gd name="T11" fmla="*/ 0 h 444"/>
              </a:gdLst>
              <a:ahLst/>
              <a:cxnLst>
                <a:cxn ang="0">
                  <a:pos x="T0" y="T1"/>
                </a:cxn>
                <a:cxn ang="0">
                  <a:pos x="T2" y="T3"/>
                </a:cxn>
                <a:cxn ang="0">
                  <a:pos x="T4" y="T5"/>
                </a:cxn>
                <a:cxn ang="0">
                  <a:pos x="T6" y="T7"/>
                </a:cxn>
                <a:cxn ang="0">
                  <a:pos x="T8" y="T9"/>
                </a:cxn>
                <a:cxn ang="0">
                  <a:pos x="T10" y="T11"/>
                </a:cxn>
              </a:cxnLst>
              <a:rect l="0" t="0" r="r" b="b"/>
              <a:pathLst>
                <a:path w="382" h="444">
                  <a:moveTo>
                    <a:pt x="382" y="0"/>
                  </a:moveTo>
                  <a:cubicBezTo>
                    <a:pt x="368" y="35"/>
                    <a:pt x="352" y="69"/>
                    <a:pt x="334" y="99"/>
                  </a:cubicBezTo>
                  <a:cubicBezTo>
                    <a:pt x="309" y="141"/>
                    <a:pt x="272" y="195"/>
                    <a:pt x="244" y="235"/>
                  </a:cubicBezTo>
                  <a:cubicBezTo>
                    <a:pt x="180" y="320"/>
                    <a:pt x="98" y="390"/>
                    <a:pt x="0" y="444"/>
                  </a:cubicBezTo>
                  <a:cubicBezTo>
                    <a:pt x="46" y="383"/>
                    <a:pt x="86" y="310"/>
                    <a:pt x="119" y="229"/>
                  </a:cubicBezTo>
                  <a:cubicBezTo>
                    <a:pt x="237" y="172"/>
                    <a:pt x="326" y="94"/>
                    <a:pt x="38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7" name="Freeform 4049"/>
            <p:cNvSpPr/>
            <p:nvPr/>
          </p:nvSpPr>
          <p:spPr bwMode="auto">
            <a:xfrm>
              <a:off x="6158" y="2821"/>
              <a:ext cx="719" cy="996"/>
            </a:xfrm>
            <a:custGeom>
              <a:avLst/>
              <a:gdLst>
                <a:gd name="T0" fmla="*/ 304 w 304"/>
                <a:gd name="T1" fmla="*/ 0 h 421"/>
                <a:gd name="T2" fmla="*/ 255 w 304"/>
                <a:gd name="T3" fmla="*/ 214 h 421"/>
                <a:gd name="T4" fmla="*/ 0 w 304"/>
                <a:gd name="T5" fmla="*/ 421 h 421"/>
                <a:gd name="T6" fmla="*/ 63 w 304"/>
                <a:gd name="T7" fmla="*/ 139 h 421"/>
                <a:gd name="T8" fmla="*/ 304 w 304"/>
                <a:gd name="T9" fmla="*/ 0 h 421"/>
              </a:gdLst>
              <a:ahLst/>
              <a:cxnLst>
                <a:cxn ang="0">
                  <a:pos x="T0" y="T1"/>
                </a:cxn>
                <a:cxn ang="0">
                  <a:pos x="T2" y="T3"/>
                </a:cxn>
                <a:cxn ang="0">
                  <a:pos x="T4" y="T5"/>
                </a:cxn>
                <a:cxn ang="0">
                  <a:pos x="T6" y="T7"/>
                </a:cxn>
                <a:cxn ang="0">
                  <a:pos x="T8" y="T9"/>
                </a:cxn>
              </a:cxnLst>
              <a:rect l="0" t="0" r="r" b="b"/>
              <a:pathLst>
                <a:path w="304" h="421">
                  <a:moveTo>
                    <a:pt x="304" y="0"/>
                  </a:moveTo>
                  <a:cubicBezTo>
                    <a:pt x="293" y="76"/>
                    <a:pt x="277" y="148"/>
                    <a:pt x="255" y="214"/>
                  </a:cubicBezTo>
                  <a:cubicBezTo>
                    <a:pt x="203" y="299"/>
                    <a:pt x="116" y="370"/>
                    <a:pt x="0" y="421"/>
                  </a:cubicBezTo>
                  <a:cubicBezTo>
                    <a:pt x="28" y="334"/>
                    <a:pt x="49" y="239"/>
                    <a:pt x="63" y="139"/>
                  </a:cubicBezTo>
                  <a:cubicBezTo>
                    <a:pt x="177" y="103"/>
                    <a:pt x="258" y="55"/>
                    <a:pt x="30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8" name="Freeform 4050"/>
            <p:cNvSpPr/>
            <p:nvPr/>
          </p:nvSpPr>
          <p:spPr bwMode="auto">
            <a:xfrm>
              <a:off x="6337" y="2057"/>
              <a:ext cx="582" cy="835"/>
            </a:xfrm>
            <a:custGeom>
              <a:avLst/>
              <a:gdLst>
                <a:gd name="T0" fmla="*/ 242 w 246"/>
                <a:gd name="T1" fmla="*/ 0 h 353"/>
                <a:gd name="T2" fmla="*/ 237 w 246"/>
                <a:gd name="T3" fmla="*/ 241 h 353"/>
                <a:gd name="T4" fmla="*/ 0 w 246"/>
                <a:gd name="T5" fmla="*/ 353 h 353"/>
                <a:gd name="T6" fmla="*/ 7 w 246"/>
                <a:gd name="T7" fmla="*/ 36 h 353"/>
                <a:gd name="T8" fmla="*/ 242 w 246"/>
                <a:gd name="T9" fmla="*/ 0 h 353"/>
              </a:gdLst>
              <a:ahLst/>
              <a:cxnLst>
                <a:cxn ang="0">
                  <a:pos x="T0" y="T1"/>
                </a:cxn>
                <a:cxn ang="0">
                  <a:pos x="T2" y="T3"/>
                </a:cxn>
                <a:cxn ang="0">
                  <a:pos x="T4" y="T5"/>
                </a:cxn>
                <a:cxn ang="0">
                  <a:pos x="T6" y="T7"/>
                </a:cxn>
                <a:cxn ang="0">
                  <a:pos x="T8" y="T9"/>
                </a:cxn>
              </a:cxnLst>
              <a:rect l="0" t="0" r="r" b="b"/>
              <a:pathLst>
                <a:path w="246" h="353">
                  <a:moveTo>
                    <a:pt x="242" y="0"/>
                  </a:moveTo>
                  <a:cubicBezTo>
                    <a:pt x="246" y="82"/>
                    <a:pt x="244" y="163"/>
                    <a:pt x="237" y="241"/>
                  </a:cubicBezTo>
                  <a:cubicBezTo>
                    <a:pt x="193" y="285"/>
                    <a:pt x="112" y="323"/>
                    <a:pt x="0" y="353"/>
                  </a:cubicBezTo>
                  <a:cubicBezTo>
                    <a:pt x="9" y="250"/>
                    <a:pt x="12" y="144"/>
                    <a:pt x="7" y="36"/>
                  </a:cubicBezTo>
                  <a:cubicBezTo>
                    <a:pt x="119" y="23"/>
                    <a:pt x="198" y="11"/>
                    <a:pt x="24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59" name="Freeform 4051"/>
            <p:cNvSpPr/>
            <p:nvPr/>
          </p:nvSpPr>
          <p:spPr bwMode="auto">
            <a:xfrm>
              <a:off x="5250" y="-610"/>
              <a:ext cx="1426" cy="2461"/>
            </a:xfrm>
            <a:custGeom>
              <a:avLst/>
              <a:gdLst>
                <a:gd name="T0" fmla="*/ 199 w 603"/>
                <a:gd name="T1" fmla="*/ 104 h 1041"/>
                <a:gd name="T2" fmla="*/ 492 w 603"/>
                <a:gd name="T3" fmla="*/ 545 h 1041"/>
                <a:gd name="T4" fmla="*/ 603 w 603"/>
                <a:gd name="T5" fmla="*/ 1035 h 1041"/>
                <a:gd name="T6" fmla="*/ 452 w 603"/>
                <a:gd name="T7" fmla="*/ 1041 h 1041"/>
                <a:gd name="T8" fmla="*/ 329 w 603"/>
                <a:gd name="T9" fmla="*/ 494 h 1041"/>
                <a:gd name="T10" fmla="*/ 0 w 603"/>
                <a:gd name="T11" fmla="*/ 0 h 1041"/>
                <a:gd name="T12" fmla="*/ 199 w 603"/>
                <a:gd name="T13" fmla="*/ 104 h 1041"/>
              </a:gdLst>
              <a:ahLst/>
              <a:cxnLst>
                <a:cxn ang="0">
                  <a:pos x="T0" y="T1"/>
                </a:cxn>
                <a:cxn ang="0">
                  <a:pos x="T2" y="T3"/>
                </a:cxn>
                <a:cxn ang="0">
                  <a:pos x="T4" y="T5"/>
                </a:cxn>
                <a:cxn ang="0">
                  <a:pos x="T6" y="T7"/>
                </a:cxn>
                <a:cxn ang="0">
                  <a:pos x="T8" y="T9"/>
                </a:cxn>
                <a:cxn ang="0">
                  <a:pos x="T10" y="T11"/>
                </a:cxn>
                <a:cxn ang="0">
                  <a:pos x="T12" y="T13"/>
                </a:cxn>
              </a:cxnLst>
              <a:rect l="0" t="0" r="r" b="b"/>
              <a:pathLst>
                <a:path w="603" h="1041">
                  <a:moveTo>
                    <a:pt x="199" y="104"/>
                  </a:moveTo>
                  <a:cubicBezTo>
                    <a:pt x="311" y="187"/>
                    <a:pt x="415" y="337"/>
                    <a:pt x="492" y="545"/>
                  </a:cubicBezTo>
                  <a:cubicBezTo>
                    <a:pt x="550" y="699"/>
                    <a:pt x="586" y="867"/>
                    <a:pt x="603" y="1035"/>
                  </a:cubicBezTo>
                  <a:cubicBezTo>
                    <a:pt x="561" y="1036"/>
                    <a:pt x="511" y="1038"/>
                    <a:pt x="452" y="1041"/>
                  </a:cubicBezTo>
                  <a:cubicBezTo>
                    <a:pt x="433" y="853"/>
                    <a:pt x="393" y="665"/>
                    <a:pt x="329" y="494"/>
                  </a:cubicBezTo>
                  <a:cubicBezTo>
                    <a:pt x="242" y="261"/>
                    <a:pt x="126" y="93"/>
                    <a:pt x="0" y="0"/>
                  </a:cubicBezTo>
                  <a:cubicBezTo>
                    <a:pt x="72" y="26"/>
                    <a:pt x="139" y="61"/>
                    <a:pt x="199" y="10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60" name="Freeform 4052"/>
            <p:cNvSpPr/>
            <p:nvPr/>
          </p:nvSpPr>
          <p:spPr bwMode="auto">
            <a:xfrm>
              <a:off x="4978" y="-764"/>
              <a:ext cx="288" cy="125"/>
            </a:xfrm>
            <a:custGeom>
              <a:avLst/>
              <a:gdLst>
                <a:gd name="T0" fmla="*/ 80 w 122"/>
                <a:gd name="T1" fmla="*/ 33 h 53"/>
                <a:gd name="T2" fmla="*/ 122 w 122"/>
                <a:gd name="T3" fmla="*/ 53 h 53"/>
                <a:gd name="T4" fmla="*/ 38 w 122"/>
                <a:gd name="T5" fmla="*/ 17 h 53"/>
                <a:gd name="T6" fmla="*/ 0 w 122"/>
                <a:gd name="T7" fmla="*/ 0 h 53"/>
                <a:gd name="T8" fmla="*/ 80 w 122"/>
                <a:gd name="T9" fmla="*/ 33 h 53"/>
              </a:gdLst>
              <a:ahLst/>
              <a:cxnLst>
                <a:cxn ang="0">
                  <a:pos x="T0" y="T1"/>
                </a:cxn>
                <a:cxn ang="0">
                  <a:pos x="T2" y="T3"/>
                </a:cxn>
                <a:cxn ang="0">
                  <a:pos x="T4" y="T5"/>
                </a:cxn>
                <a:cxn ang="0">
                  <a:pos x="T6" y="T7"/>
                </a:cxn>
                <a:cxn ang="0">
                  <a:pos x="T8" y="T9"/>
                </a:cxn>
              </a:cxnLst>
              <a:rect l="0" t="0" r="r" b="b"/>
              <a:pathLst>
                <a:path w="122" h="53">
                  <a:moveTo>
                    <a:pt x="80" y="33"/>
                  </a:moveTo>
                  <a:cubicBezTo>
                    <a:pt x="122" y="53"/>
                    <a:pt x="122" y="53"/>
                    <a:pt x="122" y="53"/>
                  </a:cubicBezTo>
                  <a:cubicBezTo>
                    <a:pt x="95" y="39"/>
                    <a:pt x="67" y="27"/>
                    <a:pt x="38" y="17"/>
                  </a:cubicBezTo>
                  <a:cubicBezTo>
                    <a:pt x="26" y="11"/>
                    <a:pt x="13" y="5"/>
                    <a:pt x="0" y="0"/>
                  </a:cubicBezTo>
                  <a:cubicBezTo>
                    <a:pt x="80" y="33"/>
                    <a:pt x="80" y="33"/>
                    <a:pt x="80" y="3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61" name="Freeform 4053"/>
            <p:cNvSpPr/>
            <p:nvPr/>
          </p:nvSpPr>
          <p:spPr bwMode="auto">
            <a:xfrm>
              <a:off x="5947" y="-185"/>
              <a:ext cx="949" cy="2022"/>
            </a:xfrm>
            <a:custGeom>
              <a:avLst/>
              <a:gdLst>
                <a:gd name="T0" fmla="*/ 106 w 401"/>
                <a:gd name="T1" fmla="*/ 104 h 855"/>
                <a:gd name="T2" fmla="*/ 157 w 401"/>
                <a:gd name="T3" fmla="*/ 164 h 855"/>
                <a:gd name="T4" fmla="*/ 308 w 401"/>
                <a:gd name="T5" fmla="*/ 441 h 855"/>
                <a:gd name="T6" fmla="*/ 401 w 401"/>
                <a:gd name="T7" fmla="*/ 855 h 855"/>
                <a:gd name="T8" fmla="*/ 349 w 401"/>
                <a:gd name="T9" fmla="*/ 855 h 855"/>
                <a:gd name="T10" fmla="*/ 245 w 401"/>
                <a:gd name="T11" fmla="*/ 391 h 855"/>
                <a:gd name="T12" fmla="*/ 0 w 401"/>
                <a:gd name="T13" fmla="*/ 0 h 855"/>
                <a:gd name="T14" fmla="*/ 106 w 401"/>
                <a:gd name="T15" fmla="*/ 104 h 8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1" h="855">
                  <a:moveTo>
                    <a:pt x="106" y="104"/>
                  </a:moveTo>
                  <a:cubicBezTo>
                    <a:pt x="157" y="164"/>
                    <a:pt x="157" y="164"/>
                    <a:pt x="157" y="164"/>
                  </a:cubicBezTo>
                  <a:cubicBezTo>
                    <a:pt x="214" y="235"/>
                    <a:pt x="265" y="328"/>
                    <a:pt x="308" y="441"/>
                  </a:cubicBezTo>
                  <a:cubicBezTo>
                    <a:pt x="356" y="571"/>
                    <a:pt x="387" y="713"/>
                    <a:pt x="401" y="855"/>
                  </a:cubicBezTo>
                  <a:cubicBezTo>
                    <a:pt x="387" y="855"/>
                    <a:pt x="369" y="854"/>
                    <a:pt x="349" y="855"/>
                  </a:cubicBezTo>
                  <a:cubicBezTo>
                    <a:pt x="333" y="695"/>
                    <a:pt x="299" y="536"/>
                    <a:pt x="245" y="391"/>
                  </a:cubicBezTo>
                  <a:cubicBezTo>
                    <a:pt x="179" y="215"/>
                    <a:pt x="94" y="83"/>
                    <a:pt x="0" y="0"/>
                  </a:cubicBezTo>
                  <a:cubicBezTo>
                    <a:pt x="32" y="31"/>
                    <a:pt x="76" y="71"/>
                    <a:pt x="106" y="10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0" presetClass="entr" presetSubtype="0" decel="100000" fill="hold" grpId="0" nodeType="withEffect">
                                  <p:stCondLst>
                                    <p:cond delay="2750"/>
                                  </p:stCondLst>
                                  <p:childTnLst>
                                    <p:set>
                                      <p:cBhvr>
                                        <p:cTn id="25" dur="1" fill="hold">
                                          <p:stCondLst>
                                            <p:cond delay="0"/>
                                          </p:stCondLst>
                                        </p:cTn>
                                        <p:tgtEl>
                                          <p:spTgt spid="51"/>
                                        </p:tgtEl>
                                        <p:attrNameLst>
                                          <p:attrName>style.visibility</p:attrName>
                                        </p:attrNameLst>
                                      </p:cBhvr>
                                      <p:to>
                                        <p:strVal val="visible"/>
                                      </p:to>
                                    </p:set>
                                    <p:anim calcmode="lin" valueType="num">
                                      <p:cBhvr>
                                        <p:cTn id="26" dur="1000" fill="hold"/>
                                        <p:tgtEl>
                                          <p:spTgt spid="51"/>
                                        </p:tgtEl>
                                        <p:attrNameLst>
                                          <p:attrName>ppt_w</p:attrName>
                                        </p:attrNameLst>
                                      </p:cBhvr>
                                      <p:tavLst>
                                        <p:tav tm="0">
                                          <p:val>
                                            <p:strVal val="#ppt_w+.3"/>
                                          </p:val>
                                        </p:tav>
                                        <p:tav tm="100000">
                                          <p:val>
                                            <p:strVal val="#ppt_w"/>
                                          </p:val>
                                        </p:tav>
                                      </p:tavLst>
                                    </p:anim>
                                    <p:anim calcmode="lin" valueType="num">
                                      <p:cBhvr>
                                        <p:cTn id="27" dur="1000" fill="hold"/>
                                        <p:tgtEl>
                                          <p:spTgt spid="51"/>
                                        </p:tgtEl>
                                        <p:attrNameLst>
                                          <p:attrName>ppt_h</p:attrName>
                                        </p:attrNameLst>
                                      </p:cBhvr>
                                      <p:tavLst>
                                        <p:tav tm="0">
                                          <p:val>
                                            <p:strVal val="#ppt_h"/>
                                          </p:val>
                                        </p:tav>
                                        <p:tav tm="100000">
                                          <p:val>
                                            <p:strVal val="#ppt_h"/>
                                          </p:val>
                                        </p:tav>
                                      </p:tavLst>
                                    </p:anim>
                                    <p:animEffect transition="in" filter="fade">
                                      <p:cBhvr>
                                        <p:cTn id="28" dur="1000"/>
                                        <p:tgtEl>
                                          <p:spTgt spid="51"/>
                                        </p:tgtEl>
                                      </p:cBhvr>
                                    </p:animEffect>
                                  </p:childTnLst>
                                </p:cTn>
                              </p:par>
                              <p:par>
                                <p:cTn id="29" presetID="50" presetClass="entr" presetSubtype="0" decel="100000" fill="hold" grpId="0" nodeType="withEffect">
                                  <p:stCondLst>
                                    <p:cond delay="2750"/>
                                  </p:stCondLst>
                                  <p:childTnLst>
                                    <p:set>
                                      <p:cBhvr>
                                        <p:cTn id="30" dur="1" fill="hold">
                                          <p:stCondLst>
                                            <p:cond delay="0"/>
                                          </p:stCondLst>
                                        </p:cTn>
                                        <p:tgtEl>
                                          <p:spTgt spid="52"/>
                                        </p:tgtEl>
                                        <p:attrNameLst>
                                          <p:attrName>style.visibility</p:attrName>
                                        </p:attrNameLst>
                                      </p:cBhvr>
                                      <p:to>
                                        <p:strVal val="visible"/>
                                      </p:to>
                                    </p:set>
                                    <p:anim calcmode="lin" valueType="num">
                                      <p:cBhvr>
                                        <p:cTn id="31" dur="1000" fill="hold"/>
                                        <p:tgtEl>
                                          <p:spTgt spid="52"/>
                                        </p:tgtEl>
                                        <p:attrNameLst>
                                          <p:attrName>ppt_w</p:attrName>
                                        </p:attrNameLst>
                                      </p:cBhvr>
                                      <p:tavLst>
                                        <p:tav tm="0">
                                          <p:val>
                                            <p:strVal val="#ppt_w+.3"/>
                                          </p:val>
                                        </p:tav>
                                        <p:tav tm="100000">
                                          <p:val>
                                            <p:strVal val="#ppt_w"/>
                                          </p:val>
                                        </p:tav>
                                      </p:tavLst>
                                    </p:anim>
                                    <p:anim calcmode="lin" valueType="num">
                                      <p:cBhvr>
                                        <p:cTn id="32" dur="1000" fill="hold"/>
                                        <p:tgtEl>
                                          <p:spTgt spid="52"/>
                                        </p:tgtEl>
                                        <p:attrNameLst>
                                          <p:attrName>ppt_h</p:attrName>
                                        </p:attrNameLst>
                                      </p:cBhvr>
                                      <p:tavLst>
                                        <p:tav tm="0">
                                          <p:val>
                                            <p:strVal val="#ppt_h"/>
                                          </p:val>
                                        </p:tav>
                                        <p:tav tm="100000">
                                          <p:val>
                                            <p:strVal val="#ppt_h"/>
                                          </p:val>
                                        </p:tav>
                                      </p:tavLst>
                                    </p:anim>
                                    <p:animEffect transition="in" filter="fade">
                                      <p:cBhvr>
                                        <p:cTn id="33" dur="1000"/>
                                        <p:tgtEl>
                                          <p:spTgt spid="52"/>
                                        </p:tgtEl>
                                      </p:cBhvr>
                                    </p:animEffect>
                                  </p:childTnLst>
                                </p:cTn>
                              </p:par>
                              <p:par>
                                <p:cTn id="34" presetID="50" presetClass="entr" presetSubtype="0" decel="100000" fill="hold" grpId="0" nodeType="withEffect">
                                  <p:stCondLst>
                                    <p:cond delay="2750"/>
                                  </p:stCondLst>
                                  <p:childTnLst>
                                    <p:set>
                                      <p:cBhvr>
                                        <p:cTn id="35" dur="1" fill="hold">
                                          <p:stCondLst>
                                            <p:cond delay="0"/>
                                          </p:stCondLst>
                                        </p:cTn>
                                        <p:tgtEl>
                                          <p:spTgt spid="49"/>
                                        </p:tgtEl>
                                        <p:attrNameLst>
                                          <p:attrName>style.visibility</p:attrName>
                                        </p:attrNameLst>
                                      </p:cBhvr>
                                      <p:to>
                                        <p:strVal val="visible"/>
                                      </p:to>
                                    </p:set>
                                    <p:anim calcmode="lin" valueType="num">
                                      <p:cBhvr>
                                        <p:cTn id="36" dur="1000" fill="hold"/>
                                        <p:tgtEl>
                                          <p:spTgt spid="49"/>
                                        </p:tgtEl>
                                        <p:attrNameLst>
                                          <p:attrName>ppt_w</p:attrName>
                                        </p:attrNameLst>
                                      </p:cBhvr>
                                      <p:tavLst>
                                        <p:tav tm="0">
                                          <p:val>
                                            <p:strVal val="#ppt_w+.3"/>
                                          </p:val>
                                        </p:tav>
                                        <p:tav tm="100000">
                                          <p:val>
                                            <p:strVal val="#ppt_w"/>
                                          </p:val>
                                        </p:tav>
                                      </p:tavLst>
                                    </p:anim>
                                    <p:anim calcmode="lin" valueType="num">
                                      <p:cBhvr>
                                        <p:cTn id="37" dur="1000" fill="hold"/>
                                        <p:tgtEl>
                                          <p:spTgt spid="49"/>
                                        </p:tgtEl>
                                        <p:attrNameLst>
                                          <p:attrName>ppt_h</p:attrName>
                                        </p:attrNameLst>
                                      </p:cBhvr>
                                      <p:tavLst>
                                        <p:tav tm="0">
                                          <p:val>
                                            <p:strVal val="#ppt_h"/>
                                          </p:val>
                                        </p:tav>
                                        <p:tav tm="100000">
                                          <p:val>
                                            <p:strVal val="#ppt_h"/>
                                          </p:val>
                                        </p:tav>
                                      </p:tavLst>
                                    </p:anim>
                                    <p:animEffect transition="in" filter="fade">
                                      <p:cBhvr>
                                        <p:cTn id="38" dur="1000"/>
                                        <p:tgtEl>
                                          <p:spTgt spid="49"/>
                                        </p:tgtEl>
                                      </p:cBhvr>
                                    </p:animEffect>
                                  </p:childTnLst>
                                </p:cTn>
                              </p:par>
                              <p:par>
                                <p:cTn id="39" presetID="50" presetClass="entr" presetSubtype="0" decel="100000" fill="hold" grpId="0" nodeType="withEffect">
                                  <p:stCondLst>
                                    <p:cond delay="2750"/>
                                  </p:stCondLst>
                                  <p:childTnLst>
                                    <p:set>
                                      <p:cBhvr>
                                        <p:cTn id="40" dur="1" fill="hold">
                                          <p:stCondLst>
                                            <p:cond delay="0"/>
                                          </p:stCondLst>
                                        </p:cTn>
                                        <p:tgtEl>
                                          <p:spTgt spid="50"/>
                                        </p:tgtEl>
                                        <p:attrNameLst>
                                          <p:attrName>style.visibility</p:attrName>
                                        </p:attrNameLst>
                                      </p:cBhvr>
                                      <p:to>
                                        <p:strVal val="visible"/>
                                      </p:to>
                                    </p:set>
                                    <p:anim calcmode="lin" valueType="num">
                                      <p:cBhvr>
                                        <p:cTn id="41" dur="1000" fill="hold"/>
                                        <p:tgtEl>
                                          <p:spTgt spid="50"/>
                                        </p:tgtEl>
                                        <p:attrNameLst>
                                          <p:attrName>ppt_w</p:attrName>
                                        </p:attrNameLst>
                                      </p:cBhvr>
                                      <p:tavLst>
                                        <p:tav tm="0">
                                          <p:val>
                                            <p:strVal val="#ppt_w+.3"/>
                                          </p:val>
                                        </p:tav>
                                        <p:tav tm="100000">
                                          <p:val>
                                            <p:strVal val="#ppt_w"/>
                                          </p:val>
                                        </p:tav>
                                      </p:tavLst>
                                    </p:anim>
                                    <p:anim calcmode="lin" valueType="num">
                                      <p:cBhvr>
                                        <p:cTn id="42" dur="1000" fill="hold"/>
                                        <p:tgtEl>
                                          <p:spTgt spid="50"/>
                                        </p:tgtEl>
                                        <p:attrNameLst>
                                          <p:attrName>ppt_h</p:attrName>
                                        </p:attrNameLst>
                                      </p:cBhvr>
                                      <p:tavLst>
                                        <p:tav tm="0">
                                          <p:val>
                                            <p:strVal val="#ppt_h"/>
                                          </p:val>
                                        </p:tav>
                                        <p:tav tm="100000">
                                          <p:val>
                                            <p:strVal val="#ppt_h"/>
                                          </p:val>
                                        </p:tav>
                                      </p:tavLst>
                                    </p:anim>
                                    <p:animEffect transition="in" filter="fade">
                                      <p:cBhvr>
                                        <p:cTn id="43" dur="1000"/>
                                        <p:tgtEl>
                                          <p:spTgt spid="50"/>
                                        </p:tgtEl>
                                      </p:cBhvr>
                                    </p:animEffect>
                                  </p:childTnLst>
                                </p:cTn>
                              </p:par>
                              <p:par>
                                <p:cTn id="44" presetID="49" presetClass="entr" presetSubtype="0" decel="100000" fill="hold" nodeType="withEffect">
                                  <p:stCondLst>
                                    <p:cond delay="1250"/>
                                  </p:stCondLst>
                                  <p:childTnLst>
                                    <p:set>
                                      <p:cBhvr>
                                        <p:cTn id="45" dur="1" fill="hold">
                                          <p:stCondLst>
                                            <p:cond delay="0"/>
                                          </p:stCondLst>
                                        </p:cTn>
                                        <p:tgtEl>
                                          <p:spTgt spid="3931"/>
                                        </p:tgtEl>
                                        <p:attrNameLst>
                                          <p:attrName>style.visibility</p:attrName>
                                        </p:attrNameLst>
                                      </p:cBhvr>
                                      <p:to>
                                        <p:strVal val="visible"/>
                                      </p:to>
                                    </p:set>
                                    <p:anim calcmode="lin" valueType="num">
                                      <p:cBhvr>
                                        <p:cTn id="46" dur="1000" fill="hold"/>
                                        <p:tgtEl>
                                          <p:spTgt spid="3931"/>
                                        </p:tgtEl>
                                        <p:attrNameLst>
                                          <p:attrName>ppt_w</p:attrName>
                                        </p:attrNameLst>
                                      </p:cBhvr>
                                      <p:tavLst>
                                        <p:tav tm="0">
                                          <p:val>
                                            <p:fltVal val="0"/>
                                          </p:val>
                                        </p:tav>
                                        <p:tav tm="100000">
                                          <p:val>
                                            <p:strVal val="#ppt_w"/>
                                          </p:val>
                                        </p:tav>
                                      </p:tavLst>
                                    </p:anim>
                                    <p:anim calcmode="lin" valueType="num">
                                      <p:cBhvr>
                                        <p:cTn id="47" dur="1000" fill="hold"/>
                                        <p:tgtEl>
                                          <p:spTgt spid="3931"/>
                                        </p:tgtEl>
                                        <p:attrNameLst>
                                          <p:attrName>ppt_h</p:attrName>
                                        </p:attrNameLst>
                                      </p:cBhvr>
                                      <p:tavLst>
                                        <p:tav tm="0">
                                          <p:val>
                                            <p:fltVal val="0"/>
                                          </p:val>
                                        </p:tav>
                                        <p:tav tm="100000">
                                          <p:val>
                                            <p:strVal val="#ppt_h"/>
                                          </p:val>
                                        </p:tav>
                                      </p:tavLst>
                                    </p:anim>
                                    <p:anim calcmode="lin" valueType="num">
                                      <p:cBhvr>
                                        <p:cTn id="48" dur="1000" fill="hold"/>
                                        <p:tgtEl>
                                          <p:spTgt spid="3931"/>
                                        </p:tgtEl>
                                        <p:attrNameLst>
                                          <p:attrName>style.rotation</p:attrName>
                                        </p:attrNameLst>
                                      </p:cBhvr>
                                      <p:tavLst>
                                        <p:tav tm="0">
                                          <p:val>
                                            <p:fltVal val="360"/>
                                          </p:val>
                                        </p:tav>
                                        <p:tav tm="100000">
                                          <p:val>
                                            <p:fltVal val="0"/>
                                          </p:val>
                                        </p:tav>
                                      </p:tavLst>
                                    </p:anim>
                                    <p:animEffect transition="in" filter="fade">
                                      <p:cBhvr>
                                        <p:cTn id="49" dur="1000"/>
                                        <p:tgtEl>
                                          <p:spTgt spid="3931"/>
                                        </p:tgtEl>
                                      </p:cBhvr>
                                    </p:animEffect>
                                  </p:childTnLst>
                                </p:cTn>
                              </p:par>
                              <p:par>
                                <p:cTn id="50" presetID="26" presetClass="emph" presetSubtype="0" fill="hold" nodeType="withEffect">
                                  <p:stCondLst>
                                    <p:cond delay="1750"/>
                                  </p:stCondLst>
                                  <p:childTnLst>
                                    <p:animEffect transition="out" filter="fade">
                                      <p:cBhvr>
                                        <p:cTn id="51" dur="1000" tmFilter="0, 0; .2, .5; .8, .5; 1, 0"/>
                                        <p:tgtEl>
                                          <p:spTgt spid="3931"/>
                                        </p:tgtEl>
                                      </p:cBhvr>
                                    </p:animEffect>
                                    <p:animScale>
                                      <p:cBhvr>
                                        <p:cTn id="52" dur="500" autoRev="1" fill="hold"/>
                                        <p:tgtEl>
                                          <p:spTgt spid="39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9" grpId="0"/>
      <p:bldP spid="50" grpId="0"/>
      <p:bldP spid="51" grpId="0"/>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93538" y="269980"/>
            <a:ext cx="1463570" cy="1463570"/>
          </a:xfrm>
          <a:prstGeom prst="rect">
            <a:avLst/>
          </a:prstGeom>
        </p:spPr>
      </p:pic>
      <p:pic>
        <p:nvPicPr>
          <p:cNvPr id="55" name="图片 54"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59351" y="335793"/>
            <a:ext cx="1331944" cy="1331944"/>
          </a:xfrm>
          <a:prstGeom prst="rect">
            <a:avLst/>
          </a:prstGeom>
        </p:spPr>
      </p:pic>
      <p:sp>
        <p:nvSpPr>
          <p:cNvPr id="2" name="椭圆 1"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575108" y="451550"/>
            <a:ext cx="1100430" cy="1100430"/>
          </a:xfrm>
          <a:prstGeom prst="ellipse">
            <a:avLst/>
          </a:prstGeom>
          <a:solidFill>
            <a:srgbClr val="64CADE">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a:ln>
                <a:noFill/>
              </a:ln>
              <a:solidFill>
                <a:srgbClr val="A0DAE4"/>
              </a:solidFill>
              <a:effectLst/>
              <a:uLnTx/>
              <a:uFillTx/>
              <a:latin typeface="Calibri" panose="020F0502020204030204"/>
              <a:ea typeface="宋体" panose="02010600030101010101" pitchFamily="2" charset="-122"/>
              <a:cs typeface="+mn-cs"/>
            </a:endParaRPr>
          </a:p>
        </p:txBody>
      </p:sp>
      <p:sp>
        <p:nvSpPr>
          <p:cNvPr id="11" name="矩形 10" descr="e7d195523061f1c0205959036996ad55c215b892a7aac5c0B9ADEF7896FB48F2EF97163A2DE1401E1875DEDC438B7864AD24CA23553DBBBD975DAF4CAD4A2592689FFB6CEE59FFA55B2702D0E5EE29CDFC0DD98BC7D6A39A0A46E3600E3A67A1DE1989CEA5E5EF96C2D0BCA79EB0773B850273333E3489919CC0BC16112CE4CA6736EF81692E25B4"/>
          <p:cNvSpPr/>
          <p:nvPr/>
        </p:nvSpPr>
        <p:spPr>
          <a:xfrm>
            <a:off x="2104390" y="509905"/>
            <a:ext cx="753300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Open Sans" panose="020B0606030504020204" pitchFamily="34" charset="0"/>
                <a:sym typeface="+mn-ea"/>
              </a:rPr>
              <a:t>总结</a:t>
            </a:r>
            <a:endParaRPr kumimoji="0" lang="zh-CN" altLang="en-US" sz="3600" b="1" i="0" u="none" strike="noStrike" kern="1200" cap="none" spc="200" normalizeH="0" baseline="0" noProof="0" dirty="0">
              <a:ln>
                <a:noFill/>
              </a:ln>
              <a:solidFill>
                <a:srgbClr val="A0DAE4"/>
              </a:solidFill>
              <a:effectLst>
                <a:outerShdw blurRad="38100" dist="38100" dir="2700000" algn="tl">
                  <a:srgbClr val="000000">
                    <a:alpha val="43137"/>
                  </a:srgbClr>
                </a:outerShdw>
              </a:effectLst>
              <a:uLnTx/>
              <a:uFillTx/>
              <a:latin typeface="Calibri" panose="020F0502020204030204"/>
              <a:ea typeface="ＤＦ明朝体W5" panose="02010609010101010101" pitchFamily="49" charset="-128"/>
              <a:cs typeface="Open Sans" panose="020B0606030504020204" pitchFamily="34" charset="0"/>
            </a:endParaRPr>
          </a:p>
        </p:txBody>
      </p:sp>
      <p:sp>
        <p:nvSpPr>
          <p:cNvPr id="49"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1"/>
            </p:custDataLst>
          </p:nvPr>
        </p:nvSpPr>
        <p:spPr>
          <a:xfrm>
            <a:off x="8651461" y="2077894"/>
            <a:ext cx="2218094" cy="9531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技术与理论的结合</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信息安全学科的研究不仅依赖于密码学和计算机科学等理论基础，也涵盖了入侵检测、人工智能、区块链等新兴技术。</a:t>
            </a:r>
          </a:p>
        </p:txBody>
      </p:sp>
      <p:sp>
        <p:nvSpPr>
          <p:cNvPr id="50"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2"/>
            </p:custDataLst>
          </p:nvPr>
        </p:nvSpPr>
        <p:spPr>
          <a:xfrm>
            <a:off x="8651461" y="4587908"/>
            <a:ext cx="2218094" cy="467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社会的关注与需求</a:t>
            </a:r>
            <a:endPar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随着数字化转型的加速，信息安全的重要性将愈发凸显，社会各界对信息安全的关注与需求将持续增长。</a:t>
            </a:r>
            <a:endParaRPr kumimoji="0" lang="en-US" sz="1050" b="0" i="0" u="none" strike="noStrike" kern="1200" cap="none" spc="0" normalizeH="0" baseline="0" noProof="0" dirty="0">
              <a:ln>
                <a:noFill/>
              </a:ln>
              <a:solidFill>
                <a:srgbClr val="A0DAE4"/>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51"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3"/>
            </p:custDataLst>
          </p:nvPr>
        </p:nvSpPr>
        <p:spPr>
          <a:xfrm>
            <a:off x="1125323" y="2074911"/>
            <a:ext cx="2266962" cy="127635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信息安全学科的演变</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信息安全学科自诞生以来，已经经历了从密码学和计算机网络安全到多学科交叉发展的历程。技术进步、法律法规的完善以及网络犯罪和国家安全需求的推动，使得信息安全问题越来越复杂。</a:t>
            </a:r>
          </a:p>
        </p:txBody>
      </p:sp>
      <p:sp>
        <p:nvSpPr>
          <p:cNvPr id="52" name="Rectangle 8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4"/>
            </p:custDataLst>
          </p:nvPr>
        </p:nvSpPr>
        <p:spPr>
          <a:xfrm>
            <a:off x="1125323" y="4581961"/>
            <a:ext cx="2266962" cy="111442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sym typeface="+mn-ea"/>
              </a:rPr>
              <a:t>未来发展的方向</a:t>
            </a:r>
            <a:endParaRPr kumimoji="0" lang="en-US" altLang="zh-CN" sz="14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rPr>
              <a:t>未来，信息安全将朝着智能化、自动化、隐私保护和跨平台安全防护等方向发展，继续为数字化社会的安全稳定提供保障。</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Open Sans Light" panose="020B0306030504020204" pitchFamily="34" charset="0"/>
            </a:endParaRPr>
          </a:p>
        </p:txBody>
      </p:sp>
      <p:sp>
        <p:nvSpPr>
          <p:cNvPr id="3"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任意多边形 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5"/>
            </p:custDataLst>
          </p:nvPr>
        </p:nvSpPr>
        <p:spPr>
          <a:xfrm rot="2700000" flipH="1">
            <a:off x="3364216" y="2600660"/>
            <a:ext cx="2225908" cy="2214723"/>
          </a:xfrm>
          <a:custGeom>
            <a:avLst/>
            <a:gdLst>
              <a:gd name="connsiteX0" fmla="*/ 2779888 w 2779888"/>
              <a:gd name="connsiteY0" fmla="*/ 0 h 2765919"/>
              <a:gd name="connsiteX1" fmla="*/ 1964824 w 2779888"/>
              <a:gd name="connsiteY1" fmla="*/ 1960733 h 2765919"/>
              <a:gd name="connsiteX2" fmla="*/ 0 w 2779888"/>
              <a:gd name="connsiteY2" fmla="*/ 2765884 h 2765919"/>
              <a:gd name="connsiteX3" fmla="*/ 9758 w 2779888"/>
              <a:gd name="connsiteY3" fmla="*/ 833959 h 2765919"/>
              <a:gd name="connsiteX4" fmla="*/ 66823 w 2779888"/>
              <a:gd name="connsiteY4" fmla="*/ 838996 h 2765919"/>
              <a:gd name="connsiteX5" fmla="*/ 661951 w 2779888"/>
              <a:gd name="connsiteY5" fmla="*/ 588728 h 2765919"/>
              <a:gd name="connsiteX6" fmla="*/ 895636 w 2779888"/>
              <a:gd name="connsiteY6" fmla="*/ 153958 h 2765919"/>
              <a:gd name="connsiteX7" fmla="*/ 911557 w 2779888"/>
              <a:gd name="connsiteY7" fmla="*/ 0 h 276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9888" h="2765919">
                <a:moveTo>
                  <a:pt x="2779888" y="0"/>
                </a:moveTo>
                <a:cubicBezTo>
                  <a:pt x="2779888" y="735988"/>
                  <a:pt x="2486560" y="1441626"/>
                  <a:pt x="1964824" y="1960733"/>
                </a:cubicBezTo>
                <a:cubicBezTo>
                  <a:pt x="1443089" y="2479839"/>
                  <a:pt x="735979" y="2769601"/>
                  <a:pt x="0" y="2765884"/>
                </a:cubicBezTo>
                <a:lnTo>
                  <a:pt x="9758" y="833959"/>
                </a:lnTo>
                <a:lnTo>
                  <a:pt x="66823" y="838996"/>
                </a:lnTo>
                <a:cubicBezTo>
                  <a:pt x="281537" y="837354"/>
                  <a:pt x="496877" y="753802"/>
                  <a:pt x="661951" y="588728"/>
                </a:cubicBezTo>
                <a:cubicBezTo>
                  <a:pt x="785756" y="464923"/>
                  <a:pt x="863706" y="312843"/>
                  <a:pt x="895636" y="153958"/>
                </a:cubicBezTo>
                <a:lnTo>
                  <a:pt x="911557" y="0"/>
                </a:lnTo>
                <a:close/>
              </a:path>
            </a:pathLst>
          </a:custGeom>
          <a:solidFill>
            <a:srgbClr val="62FDFE">
              <a:alpha val="27000"/>
            </a:srgbClr>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13" name="任意多边形 1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custDataLst>
              <p:tags r:id="rId6"/>
            </p:custDataLst>
          </p:nvPr>
        </p:nvSpPr>
        <p:spPr>
          <a:xfrm rot="18900000">
            <a:off x="6601056" y="2565795"/>
            <a:ext cx="2225908" cy="2214723"/>
          </a:xfrm>
          <a:custGeom>
            <a:avLst/>
            <a:gdLst>
              <a:gd name="connsiteX0" fmla="*/ 2779888 w 2779888"/>
              <a:gd name="connsiteY0" fmla="*/ 0 h 2765919"/>
              <a:gd name="connsiteX1" fmla="*/ 1964824 w 2779888"/>
              <a:gd name="connsiteY1" fmla="*/ 1960733 h 2765919"/>
              <a:gd name="connsiteX2" fmla="*/ 0 w 2779888"/>
              <a:gd name="connsiteY2" fmla="*/ 2765884 h 2765919"/>
              <a:gd name="connsiteX3" fmla="*/ 9758 w 2779888"/>
              <a:gd name="connsiteY3" fmla="*/ 833959 h 2765919"/>
              <a:gd name="connsiteX4" fmla="*/ 66823 w 2779888"/>
              <a:gd name="connsiteY4" fmla="*/ 838996 h 2765919"/>
              <a:gd name="connsiteX5" fmla="*/ 661951 w 2779888"/>
              <a:gd name="connsiteY5" fmla="*/ 588728 h 2765919"/>
              <a:gd name="connsiteX6" fmla="*/ 895636 w 2779888"/>
              <a:gd name="connsiteY6" fmla="*/ 153958 h 2765919"/>
              <a:gd name="connsiteX7" fmla="*/ 911557 w 2779888"/>
              <a:gd name="connsiteY7" fmla="*/ 0 h 276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9888" h="2765919">
                <a:moveTo>
                  <a:pt x="2779888" y="0"/>
                </a:moveTo>
                <a:cubicBezTo>
                  <a:pt x="2779888" y="735988"/>
                  <a:pt x="2486560" y="1441626"/>
                  <a:pt x="1964824" y="1960733"/>
                </a:cubicBezTo>
                <a:cubicBezTo>
                  <a:pt x="1443089" y="2479839"/>
                  <a:pt x="735979" y="2769601"/>
                  <a:pt x="0" y="2765884"/>
                </a:cubicBezTo>
                <a:lnTo>
                  <a:pt x="9758" y="833959"/>
                </a:lnTo>
                <a:lnTo>
                  <a:pt x="66823" y="838996"/>
                </a:lnTo>
                <a:cubicBezTo>
                  <a:pt x="281537" y="837354"/>
                  <a:pt x="496877" y="753802"/>
                  <a:pt x="661951" y="588728"/>
                </a:cubicBezTo>
                <a:cubicBezTo>
                  <a:pt x="785756" y="464923"/>
                  <a:pt x="863706" y="312843"/>
                  <a:pt x="895636" y="153958"/>
                </a:cubicBezTo>
                <a:lnTo>
                  <a:pt x="911557" y="0"/>
                </a:lnTo>
                <a:close/>
              </a:path>
            </a:pathLst>
          </a:custGeom>
          <a:solidFill>
            <a:srgbClr val="62FDFE">
              <a:alpha val="27000"/>
            </a:srgbClr>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sp>
        <p:nvSpPr>
          <p:cNvPr id="4" name="Oval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a:spLocks noChangeArrowheads="1"/>
          </p:cNvSpPr>
          <p:nvPr>
            <p:custDataLst>
              <p:tags r:id="rId7"/>
            </p:custDataLst>
          </p:nvPr>
        </p:nvSpPr>
        <p:spPr bwMode="auto">
          <a:xfrm>
            <a:off x="4200536" y="1856190"/>
            <a:ext cx="689322" cy="699945"/>
          </a:xfrm>
          <a:prstGeom prst="ellipse">
            <a:avLst/>
          </a:prstGeom>
          <a:solidFill>
            <a:srgbClr val="62FDFE"/>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01</a:t>
            </a:r>
          </a:p>
        </p:txBody>
      </p:sp>
      <p:sp>
        <p:nvSpPr>
          <p:cNvPr id="5" name="Oval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a:spLocks noChangeArrowheads="1"/>
          </p:cNvSpPr>
          <p:nvPr>
            <p:custDataLst>
              <p:tags r:id="rId8"/>
            </p:custDataLst>
          </p:nvPr>
        </p:nvSpPr>
        <p:spPr bwMode="auto">
          <a:xfrm>
            <a:off x="4107562" y="4831387"/>
            <a:ext cx="689322" cy="699945"/>
          </a:xfrm>
          <a:prstGeom prst="ellipse">
            <a:avLst/>
          </a:prstGeom>
          <a:solidFill>
            <a:srgbClr val="62FDFE"/>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03</a:t>
            </a:r>
          </a:p>
        </p:txBody>
      </p:sp>
      <p:sp>
        <p:nvSpPr>
          <p:cNvPr id="6" name="Oval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a:spLocks noChangeArrowheads="1"/>
          </p:cNvSpPr>
          <p:nvPr>
            <p:custDataLst>
              <p:tags r:id="rId9"/>
            </p:custDataLst>
          </p:nvPr>
        </p:nvSpPr>
        <p:spPr bwMode="auto">
          <a:xfrm>
            <a:off x="7414133" y="1856190"/>
            <a:ext cx="689323" cy="699945"/>
          </a:xfrm>
          <a:prstGeom prst="ellipse">
            <a:avLst/>
          </a:prstGeom>
          <a:solidFill>
            <a:srgbClr val="62FDFE"/>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02</a:t>
            </a:r>
          </a:p>
        </p:txBody>
      </p:sp>
      <p:sp>
        <p:nvSpPr>
          <p:cNvPr id="7" name="Oval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a:spLocks noChangeArrowheads="1"/>
          </p:cNvSpPr>
          <p:nvPr>
            <p:custDataLst>
              <p:tags r:id="rId10"/>
            </p:custDataLst>
          </p:nvPr>
        </p:nvSpPr>
        <p:spPr bwMode="auto">
          <a:xfrm>
            <a:off x="7321159" y="4831387"/>
            <a:ext cx="689322" cy="699945"/>
          </a:xfrm>
          <a:prstGeom prst="ellipse">
            <a:avLst/>
          </a:prstGeom>
          <a:solidFill>
            <a:srgbClr val="62FDFE"/>
          </a:solid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04</a:t>
            </a:r>
          </a:p>
        </p:txBody>
      </p:sp>
      <p:grpSp>
        <p:nvGrpSpPr>
          <p:cNvPr id="8" name="组合 7"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GrpSpPr/>
          <p:nvPr>
            <p:custDataLst>
              <p:tags r:id="rId11"/>
            </p:custDataLst>
          </p:nvPr>
        </p:nvGrpSpPr>
        <p:grpSpPr>
          <a:xfrm>
            <a:off x="5415701" y="2977037"/>
            <a:ext cx="1333304" cy="1353849"/>
            <a:chOff x="5415701" y="2977037"/>
            <a:chExt cx="1333304" cy="1353849"/>
          </a:xfrm>
          <a:solidFill>
            <a:srgbClr val="62FDFE">
              <a:alpha val="45000"/>
            </a:srgbClr>
          </a:solidFill>
        </p:grpSpPr>
        <p:sp>
          <p:nvSpPr>
            <p:cNvPr id="10" name="Oval 3"/>
            <p:cNvSpPr>
              <a:spLocks noChangeArrowheads="1"/>
            </p:cNvSpPr>
            <p:nvPr>
              <p:custDataLst>
                <p:tags r:id="rId12"/>
              </p:custDataLst>
            </p:nvPr>
          </p:nvSpPr>
          <p:spPr bwMode="auto">
            <a:xfrm>
              <a:off x="5415701" y="2977037"/>
              <a:ext cx="1333304" cy="1353849"/>
            </a:xfrm>
            <a:prstGeom prst="ellipse">
              <a:avLst/>
            </a:prstGeom>
            <a:grp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62FDFE"/>
                </a:solidFill>
                <a:effectLst/>
                <a:uLnTx/>
                <a:uFillTx/>
                <a:latin typeface="Calibri" panose="020F0502020204030204"/>
                <a:ea typeface="+mn-ea"/>
                <a:cs typeface="+mn-cs"/>
              </a:endParaRPr>
            </a:p>
          </p:txBody>
        </p:sp>
        <p:sp>
          <p:nvSpPr>
            <p:cNvPr id="12" name="AutoShape 19"/>
            <p:cNvSpPr/>
            <p:nvPr>
              <p:custDataLst>
                <p:tags r:id="rId13"/>
              </p:custDataLst>
            </p:nvPr>
          </p:nvSpPr>
          <p:spPr bwMode="auto">
            <a:xfrm>
              <a:off x="5812926" y="3402888"/>
              <a:ext cx="555177" cy="552245"/>
            </a:xfrm>
            <a:custGeom>
              <a:avLst/>
              <a:gdLst>
                <a:gd name="T0" fmla="*/ 450828 w 20931"/>
                <a:gd name="T1" fmla="*/ 475262 h 20973"/>
                <a:gd name="T2" fmla="*/ 450828 w 20931"/>
                <a:gd name="T3" fmla="*/ 475262 h 20973"/>
                <a:gd name="T4" fmla="*/ 450828 w 20931"/>
                <a:gd name="T5" fmla="*/ 475262 h 20973"/>
                <a:gd name="T6" fmla="*/ 450828 w 20931"/>
                <a:gd name="T7" fmla="*/ 475262 h 209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931" h="20973">
                  <a:moveTo>
                    <a:pt x="2007" y="1880"/>
                  </a:moveTo>
                  <a:cubicBezTo>
                    <a:pt x="-669" y="4580"/>
                    <a:pt x="-669" y="8822"/>
                    <a:pt x="2007" y="11330"/>
                  </a:cubicBezTo>
                  <a:cubicBezTo>
                    <a:pt x="3727" y="13258"/>
                    <a:pt x="6403" y="13837"/>
                    <a:pt x="8697" y="13065"/>
                  </a:cubicBezTo>
                  <a:cubicBezTo>
                    <a:pt x="10800" y="15187"/>
                    <a:pt x="10800" y="15187"/>
                    <a:pt x="10800" y="15187"/>
                  </a:cubicBezTo>
                  <a:cubicBezTo>
                    <a:pt x="10800" y="15187"/>
                    <a:pt x="12711" y="13644"/>
                    <a:pt x="13667" y="14608"/>
                  </a:cubicBezTo>
                  <a:cubicBezTo>
                    <a:pt x="14431" y="15380"/>
                    <a:pt x="13858" y="16537"/>
                    <a:pt x="13667" y="17308"/>
                  </a:cubicBezTo>
                  <a:cubicBezTo>
                    <a:pt x="13476" y="17694"/>
                    <a:pt x="13284" y="18465"/>
                    <a:pt x="14431" y="18080"/>
                  </a:cubicBezTo>
                  <a:cubicBezTo>
                    <a:pt x="14814" y="17887"/>
                    <a:pt x="16152" y="17115"/>
                    <a:pt x="16916" y="18080"/>
                  </a:cubicBezTo>
                  <a:cubicBezTo>
                    <a:pt x="17872" y="19044"/>
                    <a:pt x="16916" y="20973"/>
                    <a:pt x="16916" y="20973"/>
                  </a:cubicBezTo>
                  <a:cubicBezTo>
                    <a:pt x="20930" y="20973"/>
                    <a:pt x="20930" y="20973"/>
                    <a:pt x="20930" y="20973"/>
                  </a:cubicBezTo>
                  <a:cubicBezTo>
                    <a:pt x="20930" y="16922"/>
                    <a:pt x="20930" y="16922"/>
                    <a:pt x="20930" y="16922"/>
                  </a:cubicBezTo>
                  <a:cubicBezTo>
                    <a:pt x="12902" y="8822"/>
                    <a:pt x="12902" y="8822"/>
                    <a:pt x="12902" y="8822"/>
                  </a:cubicBezTo>
                  <a:cubicBezTo>
                    <a:pt x="13667" y="6508"/>
                    <a:pt x="13093" y="3808"/>
                    <a:pt x="11373" y="1880"/>
                  </a:cubicBezTo>
                  <a:cubicBezTo>
                    <a:pt x="8697" y="-627"/>
                    <a:pt x="4492" y="-627"/>
                    <a:pt x="2007" y="1880"/>
                  </a:cubicBezTo>
                  <a:close/>
                  <a:moveTo>
                    <a:pt x="2580" y="9594"/>
                  </a:moveTo>
                  <a:cubicBezTo>
                    <a:pt x="1433" y="7665"/>
                    <a:pt x="1624" y="4965"/>
                    <a:pt x="3345" y="3230"/>
                  </a:cubicBezTo>
                  <a:cubicBezTo>
                    <a:pt x="4874" y="1494"/>
                    <a:pt x="7550" y="1301"/>
                    <a:pt x="9461" y="2651"/>
                  </a:cubicBezTo>
                  <a:lnTo>
                    <a:pt x="2580" y="9594"/>
                  </a:lnTo>
                  <a:close/>
                </a:path>
              </a:pathLst>
            </a:custGeom>
            <a:grpFill/>
            <a:ln>
              <a:solidFill>
                <a:srgbClr val="62FD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2FDFE"/>
                </a:solidFill>
                <a:effectLst/>
                <a:uLnTx/>
                <a:uFillTx/>
                <a:latin typeface="Calibri" panose="020F0502020204030204"/>
                <a:ea typeface="宋体"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8" presetClass="emph" presetSubtype="0" repeatCount="indefinite" fill="hold" nodeType="withEffect">
                                  <p:stCondLst>
                                    <p:cond delay="250"/>
                                  </p:stCondLst>
                                  <p:childTnLst>
                                    <p:animRot by="21600000">
                                      <p:cBhvr>
                                        <p:cTn id="11" dur="5000" fill="hold"/>
                                        <p:tgtEl>
                                          <p:spTgt spid="55"/>
                                        </p:tgtEl>
                                        <p:attrNameLst>
                                          <p:attrName>r</p:attrName>
                                        </p:attrNameLst>
                                      </p:cBhvr>
                                    </p:animRot>
                                  </p:childTnLst>
                                </p:cTn>
                              </p:par>
                              <p:par>
                                <p:cTn id="12" presetID="53" presetClass="entr" presetSubtype="16" fill="hold" nodeType="withEffect">
                                  <p:stCondLst>
                                    <p:cond delay="50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par>
                                <p:cTn id="17" presetID="8" presetClass="emph" presetSubtype="0" repeatCount="indefinite" fill="hold" nodeType="withEffect">
                                  <p:stCondLst>
                                    <p:cond delay="500"/>
                                  </p:stCondLst>
                                  <p:childTnLst>
                                    <p:animRot by="-21600000">
                                      <p:cBhvr>
                                        <p:cTn id="18" dur="5000" fill="hold"/>
                                        <p:tgtEl>
                                          <p:spTgt spid="54"/>
                                        </p:tgtEl>
                                        <p:attrNameLst>
                                          <p:attrName>r</p:attrName>
                                        </p:attrNameLst>
                                      </p:cBhvr>
                                    </p:animRot>
                                  </p:childTnLst>
                                </p:cTn>
                              </p:par>
                              <p:par>
                                <p:cTn id="19" presetID="53" presetClass="entr" presetSubtype="16"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0" presetClass="entr" presetSubtype="0" decel="100000" fill="hold" grpId="0" nodeType="withEffect">
                                  <p:stCondLst>
                                    <p:cond delay="2750"/>
                                  </p:stCondLst>
                                  <p:childTnLst>
                                    <p:set>
                                      <p:cBhvr>
                                        <p:cTn id="25" dur="1" fill="hold">
                                          <p:stCondLst>
                                            <p:cond delay="0"/>
                                          </p:stCondLst>
                                        </p:cTn>
                                        <p:tgtEl>
                                          <p:spTgt spid="51"/>
                                        </p:tgtEl>
                                        <p:attrNameLst>
                                          <p:attrName>style.visibility</p:attrName>
                                        </p:attrNameLst>
                                      </p:cBhvr>
                                      <p:to>
                                        <p:strVal val="visible"/>
                                      </p:to>
                                    </p:set>
                                    <p:anim calcmode="lin" valueType="num">
                                      <p:cBhvr>
                                        <p:cTn id="26" dur="1000" fill="hold"/>
                                        <p:tgtEl>
                                          <p:spTgt spid="51"/>
                                        </p:tgtEl>
                                        <p:attrNameLst>
                                          <p:attrName>ppt_w</p:attrName>
                                        </p:attrNameLst>
                                      </p:cBhvr>
                                      <p:tavLst>
                                        <p:tav tm="0">
                                          <p:val>
                                            <p:strVal val="#ppt_w+.3"/>
                                          </p:val>
                                        </p:tav>
                                        <p:tav tm="100000">
                                          <p:val>
                                            <p:strVal val="#ppt_w"/>
                                          </p:val>
                                        </p:tav>
                                      </p:tavLst>
                                    </p:anim>
                                    <p:anim calcmode="lin" valueType="num">
                                      <p:cBhvr>
                                        <p:cTn id="27" dur="1000" fill="hold"/>
                                        <p:tgtEl>
                                          <p:spTgt spid="51"/>
                                        </p:tgtEl>
                                        <p:attrNameLst>
                                          <p:attrName>ppt_h</p:attrName>
                                        </p:attrNameLst>
                                      </p:cBhvr>
                                      <p:tavLst>
                                        <p:tav tm="0">
                                          <p:val>
                                            <p:strVal val="#ppt_h"/>
                                          </p:val>
                                        </p:tav>
                                        <p:tav tm="100000">
                                          <p:val>
                                            <p:strVal val="#ppt_h"/>
                                          </p:val>
                                        </p:tav>
                                      </p:tavLst>
                                    </p:anim>
                                    <p:animEffect transition="in" filter="fade">
                                      <p:cBhvr>
                                        <p:cTn id="28" dur="1000"/>
                                        <p:tgtEl>
                                          <p:spTgt spid="51"/>
                                        </p:tgtEl>
                                      </p:cBhvr>
                                    </p:animEffect>
                                  </p:childTnLst>
                                </p:cTn>
                              </p:par>
                              <p:par>
                                <p:cTn id="29" presetID="50" presetClass="entr" presetSubtype="0" decel="100000" fill="hold" grpId="0" nodeType="withEffect">
                                  <p:stCondLst>
                                    <p:cond delay="2750"/>
                                  </p:stCondLst>
                                  <p:childTnLst>
                                    <p:set>
                                      <p:cBhvr>
                                        <p:cTn id="30" dur="1" fill="hold">
                                          <p:stCondLst>
                                            <p:cond delay="0"/>
                                          </p:stCondLst>
                                        </p:cTn>
                                        <p:tgtEl>
                                          <p:spTgt spid="52"/>
                                        </p:tgtEl>
                                        <p:attrNameLst>
                                          <p:attrName>style.visibility</p:attrName>
                                        </p:attrNameLst>
                                      </p:cBhvr>
                                      <p:to>
                                        <p:strVal val="visible"/>
                                      </p:to>
                                    </p:set>
                                    <p:anim calcmode="lin" valueType="num">
                                      <p:cBhvr>
                                        <p:cTn id="31" dur="1000" fill="hold"/>
                                        <p:tgtEl>
                                          <p:spTgt spid="52"/>
                                        </p:tgtEl>
                                        <p:attrNameLst>
                                          <p:attrName>ppt_w</p:attrName>
                                        </p:attrNameLst>
                                      </p:cBhvr>
                                      <p:tavLst>
                                        <p:tav tm="0">
                                          <p:val>
                                            <p:strVal val="#ppt_w+.3"/>
                                          </p:val>
                                        </p:tav>
                                        <p:tav tm="100000">
                                          <p:val>
                                            <p:strVal val="#ppt_w"/>
                                          </p:val>
                                        </p:tav>
                                      </p:tavLst>
                                    </p:anim>
                                    <p:anim calcmode="lin" valueType="num">
                                      <p:cBhvr>
                                        <p:cTn id="32" dur="1000" fill="hold"/>
                                        <p:tgtEl>
                                          <p:spTgt spid="52"/>
                                        </p:tgtEl>
                                        <p:attrNameLst>
                                          <p:attrName>ppt_h</p:attrName>
                                        </p:attrNameLst>
                                      </p:cBhvr>
                                      <p:tavLst>
                                        <p:tav tm="0">
                                          <p:val>
                                            <p:strVal val="#ppt_h"/>
                                          </p:val>
                                        </p:tav>
                                        <p:tav tm="100000">
                                          <p:val>
                                            <p:strVal val="#ppt_h"/>
                                          </p:val>
                                        </p:tav>
                                      </p:tavLst>
                                    </p:anim>
                                    <p:animEffect transition="in" filter="fade">
                                      <p:cBhvr>
                                        <p:cTn id="33" dur="1000"/>
                                        <p:tgtEl>
                                          <p:spTgt spid="52"/>
                                        </p:tgtEl>
                                      </p:cBhvr>
                                    </p:animEffect>
                                  </p:childTnLst>
                                </p:cTn>
                              </p:par>
                              <p:par>
                                <p:cTn id="34" presetID="50" presetClass="entr" presetSubtype="0" decel="100000" fill="hold" grpId="0" nodeType="withEffect">
                                  <p:stCondLst>
                                    <p:cond delay="2750"/>
                                  </p:stCondLst>
                                  <p:childTnLst>
                                    <p:set>
                                      <p:cBhvr>
                                        <p:cTn id="35" dur="1" fill="hold">
                                          <p:stCondLst>
                                            <p:cond delay="0"/>
                                          </p:stCondLst>
                                        </p:cTn>
                                        <p:tgtEl>
                                          <p:spTgt spid="49"/>
                                        </p:tgtEl>
                                        <p:attrNameLst>
                                          <p:attrName>style.visibility</p:attrName>
                                        </p:attrNameLst>
                                      </p:cBhvr>
                                      <p:to>
                                        <p:strVal val="visible"/>
                                      </p:to>
                                    </p:set>
                                    <p:anim calcmode="lin" valueType="num">
                                      <p:cBhvr>
                                        <p:cTn id="36" dur="1000" fill="hold"/>
                                        <p:tgtEl>
                                          <p:spTgt spid="49"/>
                                        </p:tgtEl>
                                        <p:attrNameLst>
                                          <p:attrName>ppt_w</p:attrName>
                                        </p:attrNameLst>
                                      </p:cBhvr>
                                      <p:tavLst>
                                        <p:tav tm="0">
                                          <p:val>
                                            <p:strVal val="#ppt_w+.3"/>
                                          </p:val>
                                        </p:tav>
                                        <p:tav tm="100000">
                                          <p:val>
                                            <p:strVal val="#ppt_w"/>
                                          </p:val>
                                        </p:tav>
                                      </p:tavLst>
                                    </p:anim>
                                    <p:anim calcmode="lin" valueType="num">
                                      <p:cBhvr>
                                        <p:cTn id="37" dur="1000" fill="hold"/>
                                        <p:tgtEl>
                                          <p:spTgt spid="49"/>
                                        </p:tgtEl>
                                        <p:attrNameLst>
                                          <p:attrName>ppt_h</p:attrName>
                                        </p:attrNameLst>
                                      </p:cBhvr>
                                      <p:tavLst>
                                        <p:tav tm="0">
                                          <p:val>
                                            <p:strVal val="#ppt_h"/>
                                          </p:val>
                                        </p:tav>
                                        <p:tav tm="100000">
                                          <p:val>
                                            <p:strVal val="#ppt_h"/>
                                          </p:val>
                                        </p:tav>
                                      </p:tavLst>
                                    </p:anim>
                                    <p:animEffect transition="in" filter="fade">
                                      <p:cBhvr>
                                        <p:cTn id="38" dur="1000"/>
                                        <p:tgtEl>
                                          <p:spTgt spid="49"/>
                                        </p:tgtEl>
                                      </p:cBhvr>
                                    </p:animEffect>
                                  </p:childTnLst>
                                </p:cTn>
                              </p:par>
                              <p:par>
                                <p:cTn id="39" presetID="50" presetClass="entr" presetSubtype="0" decel="100000" fill="hold" grpId="0" nodeType="withEffect">
                                  <p:stCondLst>
                                    <p:cond delay="2750"/>
                                  </p:stCondLst>
                                  <p:childTnLst>
                                    <p:set>
                                      <p:cBhvr>
                                        <p:cTn id="40" dur="1" fill="hold">
                                          <p:stCondLst>
                                            <p:cond delay="0"/>
                                          </p:stCondLst>
                                        </p:cTn>
                                        <p:tgtEl>
                                          <p:spTgt spid="50"/>
                                        </p:tgtEl>
                                        <p:attrNameLst>
                                          <p:attrName>style.visibility</p:attrName>
                                        </p:attrNameLst>
                                      </p:cBhvr>
                                      <p:to>
                                        <p:strVal val="visible"/>
                                      </p:to>
                                    </p:set>
                                    <p:anim calcmode="lin" valueType="num">
                                      <p:cBhvr>
                                        <p:cTn id="41" dur="1000" fill="hold"/>
                                        <p:tgtEl>
                                          <p:spTgt spid="50"/>
                                        </p:tgtEl>
                                        <p:attrNameLst>
                                          <p:attrName>ppt_w</p:attrName>
                                        </p:attrNameLst>
                                      </p:cBhvr>
                                      <p:tavLst>
                                        <p:tav tm="0">
                                          <p:val>
                                            <p:strVal val="#ppt_w+.3"/>
                                          </p:val>
                                        </p:tav>
                                        <p:tav tm="100000">
                                          <p:val>
                                            <p:strVal val="#ppt_w"/>
                                          </p:val>
                                        </p:tav>
                                      </p:tavLst>
                                    </p:anim>
                                    <p:anim calcmode="lin" valueType="num">
                                      <p:cBhvr>
                                        <p:cTn id="42" dur="1000" fill="hold"/>
                                        <p:tgtEl>
                                          <p:spTgt spid="50"/>
                                        </p:tgtEl>
                                        <p:attrNameLst>
                                          <p:attrName>ppt_h</p:attrName>
                                        </p:attrNameLst>
                                      </p:cBhvr>
                                      <p:tavLst>
                                        <p:tav tm="0">
                                          <p:val>
                                            <p:strVal val="#ppt_h"/>
                                          </p:val>
                                        </p:tav>
                                        <p:tav tm="100000">
                                          <p:val>
                                            <p:strVal val="#ppt_h"/>
                                          </p:val>
                                        </p:tav>
                                      </p:tavLst>
                                    </p:anim>
                                    <p:animEffect transition="in" filter="fade">
                                      <p:cBhvr>
                                        <p:cTn id="43" dur="1000"/>
                                        <p:tgtEl>
                                          <p:spTgt spid="50"/>
                                        </p:tgtEl>
                                      </p:cBhvr>
                                    </p:animEffect>
                                  </p:childTnLst>
                                </p:cTn>
                              </p:par>
                              <p:par>
                                <p:cTn id="44" presetID="10" presetClass="entr" presetSubtype="0" fill="hold" grpId="0" nodeType="withEffect">
                                  <p:stCondLst>
                                    <p:cond delay="200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childTnLst>
                                </p:cTn>
                              </p:par>
                              <p:par>
                                <p:cTn id="47" presetID="42" presetClass="path" presetSubtype="0" accel="50000" decel="50000" autoRev="1" fill="hold" grpId="1" nodeType="withEffect">
                                  <p:stCondLst>
                                    <p:cond delay="2000"/>
                                  </p:stCondLst>
                                  <p:childTnLst>
                                    <p:animMotion origin="layout" path="M 3.54167E-6 2.22222E-6 L 0.01627 0.00023 " pathEditMode="relative" rAng="0" ptsTypes="AA">
                                      <p:cBhvr>
                                        <p:cTn id="48" dur="1000" fill="hold"/>
                                        <p:tgtEl>
                                          <p:spTgt spid="4"/>
                                        </p:tgtEl>
                                        <p:attrNameLst>
                                          <p:attrName>ppt_x</p:attrName>
                                          <p:attrName>ppt_y</p:attrName>
                                        </p:attrNameLst>
                                      </p:cBhvr>
                                      <p:rCtr x="807" y="0"/>
                                    </p:animMotion>
                                  </p:childTnLst>
                                </p:cTn>
                              </p:par>
                              <p:par>
                                <p:cTn id="49" presetID="10" presetClass="entr" presetSubtype="0" fill="hold" grpId="0" nodeType="withEffect">
                                  <p:stCondLst>
                                    <p:cond delay="200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1000"/>
                                        <p:tgtEl>
                                          <p:spTgt spid="5"/>
                                        </p:tgtEl>
                                      </p:cBhvr>
                                    </p:animEffect>
                                  </p:childTnLst>
                                </p:cTn>
                              </p:par>
                              <p:par>
                                <p:cTn id="52" presetID="42" presetClass="path" presetSubtype="0" accel="50000" decel="50000" autoRev="1" fill="hold" grpId="1" nodeType="withEffect">
                                  <p:stCondLst>
                                    <p:cond delay="2000"/>
                                  </p:stCondLst>
                                  <p:childTnLst>
                                    <p:animMotion origin="layout" path="M -4.16667E-6 -4.07407E-6 L 0.01628 0.00024 " pathEditMode="relative" rAng="0" ptsTypes="AA">
                                      <p:cBhvr>
                                        <p:cTn id="53" dur="1000" fill="hold"/>
                                        <p:tgtEl>
                                          <p:spTgt spid="5"/>
                                        </p:tgtEl>
                                        <p:attrNameLst>
                                          <p:attrName>ppt_x</p:attrName>
                                          <p:attrName>ppt_y</p:attrName>
                                        </p:attrNameLst>
                                      </p:cBhvr>
                                      <p:rCtr x="807" y="0"/>
                                    </p:animMotion>
                                  </p:childTnLst>
                                </p:cTn>
                              </p:par>
                              <p:par>
                                <p:cTn id="54" presetID="10" presetClass="entr" presetSubtype="0" fill="hold" grpId="0" nodeType="withEffect">
                                  <p:stCondLst>
                                    <p:cond delay="2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1000"/>
                                        <p:tgtEl>
                                          <p:spTgt spid="6"/>
                                        </p:tgtEl>
                                      </p:cBhvr>
                                    </p:animEffect>
                                  </p:childTnLst>
                                </p:cTn>
                              </p:par>
                              <p:par>
                                <p:cTn id="57" presetID="42" presetClass="path" presetSubtype="0" accel="50000" decel="50000" autoRev="1" fill="hold" grpId="1" nodeType="withEffect">
                                  <p:stCondLst>
                                    <p:cond delay="2000"/>
                                  </p:stCondLst>
                                  <p:childTnLst>
                                    <p:animMotion origin="layout" path="M 1.875E-6 2.22222E-6 L -0.01758 2.22222E-6 " pathEditMode="relative" rAng="0" ptsTypes="AA">
                                      <p:cBhvr>
                                        <p:cTn id="58" dur="1000" fill="hold"/>
                                        <p:tgtEl>
                                          <p:spTgt spid="6"/>
                                        </p:tgtEl>
                                        <p:attrNameLst>
                                          <p:attrName>ppt_x</p:attrName>
                                          <p:attrName>ppt_y</p:attrName>
                                        </p:attrNameLst>
                                      </p:cBhvr>
                                      <p:rCtr x="-885" y="0"/>
                                    </p:animMotion>
                                  </p:childTnLst>
                                </p:cTn>
                              </p:par>
                              <p:par>
                                <p:cTn id="59" presetID="10" presetClass="entr" presetSubtype="0" fill="hold" grpId="0" nodeType="withEffect">
                                  <p:stCondLst>
                                    <p:cond delay="200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1000"/>
                                        <p:tgtEl>
                                          <p:spTgt spid="7"/>
                                        </p:tgtEl>
                                      </p:cBhvr>
                                    </p:animEffect>
                                  </p:childTnLst>
                                </p:cTn>
                              </p:par>
                              <p:par>
                                <p:cTn id="62" presetID="42" presetClass="path" presetSubtype="0" accel="50000" decel="50000" autoRev="1" fill="hold" grpId="1" nodeType="withEffect">
                                  <p:stCondLst>
                                    <p:cond delay="2000"/>
                                  </p:stCondLst>
                                  <p:childTnLst>
                                    <p:animMotion origin="layout" path="M 3.95833E-6 -4.07407E-6 L -0.01758 -4.07407E-6 " pathEditMode="relative" rAng="0" ptsTypes="AA">
                                      <p:cBhvr>
                                        <p:cTn id="63" dur="1000" fill="hold"/>
                                        <p:tgtEl>
                                          <p:spTgt spid="7"/>
                                        </p:tgtEl>
                                        <p:attrNameLst>
                                          <p:attrName>ppt_x</p:attrName>
                                          <p:attrName>ppt_y</p:attrName>
                                        </p:attrNameLst>
                                      </p:cBhvr>
                                      <p:rCtr x="-885" y="0"/>
                                    </p:animMotion>
                                  </p:childTnLst>
                                </p:cTn>
                              </p:par>
                              <p:par>
                                <p:cTn id="64" presetID="22" presetClass="entr" presetSubtype="2" fill="hold" grpId="0" nodeType="withEffect">
                                  <p:stCondLst>
                                    <p:cond delay="1500"/>
                                  </p:stCondLst>
                                  <p:childTnLst>
                                    <p:set>
                                      <p:cBhvr>
                                        <p:cTn id="65" dur="1" fill="hold">
                                          <p:stCondLst>
                                            <p:cond delay="0"/>
                                          </p:stCondLst>
                                        </p:cTn>
                                        <p:tgtEl>
                                          <p:spTgt spid="9"/>
                                        </p:tgtEl>
                                        <p:attrNameLst>
                                          <p:attrName>style.visibility</p:attrName>
                                        </p:attrNameLst>
                                      </p:cBhvr>
                                      <p:to>
                                        <p:strVal val="visible"/>
                                      </p:to>
                                    </p:set>
                                    <p:animEffect transition="in" filter="wipe(right)">
                                      <p:cBhvr>
                                        <p:cTn id="66" dur="500"/>
                                        <p:tgtEl>
                                          <p:spTgt spid="9"/>
                                        </p:tgtEl>
                                      </p:cBhvr>
                                    </p:animEffect>
                                  </p:childTnLst>
                                </p:cTn>
                              </p:par>
                              <p:par>
                                <p:cTn id="67" presetID="22" presetClass="entr" presetSubtype="8" fill="hold" grpId="0" nodeType="withEffect">
                                  <p:stCondLst>
                                    <p:cond delay="150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500"/>
                                        <p:tgtEl>
                                          <p:spTgt spid="13"/>
                                        </p:tgtEl>
                                      </p:cBhvr>
                                    </p:animEffect>
                                  </p:childTnLst>
                                </p:cTn>
                              </p:par>
                              <p:par>
                                <p:cTn id="70" presetID="53" presetClass="entr" presetSubtype="16" fill="hold" nodeType="withEffect">
                                  <p:stCondLst>
                                    <p:cond delay="1000"/>
                                  </p:stCondLst>
                                  <p:childTnLst>
                                    <p:set>
                                      <p:cBhvr>
                                        <p:cTn id="71" dur="1" fill="hold">
                                          <p:stCondLst>
                                            <p:cond delay="0"/>
                                          </p:stCondLst>
                                        </p:cTn>
                                        <p:tgtEl>
                                          <p:spTgt spid="8"/>
                                        </p:tgtEl>
                                        <p:attrNameLst>
                                          <p:attrName>style.visibility</p:attrName>
                                        </p:attrNameLst>
                                      </p:cBhvr>
                                      <p:to>
                                        <p:strVal val="visible"/>
                                      </p:to>
                                    </p:set>
                                    <p:anim calcmode="lin" valueType="num">
                                      <p:cBhvr>
                                        <p:cTn id="72" dur="500" fill="hold"/>
                                        <p:tgtEl>
                                          <p:spTgt spid="8"/>
                                        </p:tgtEl>
                                        <p:attrNameLst>
                                          <p:attrName>ppt_w</p:attrName>
                                        </p:attrNameLst>
                                      </p:cBhvr>
                                      <p:tavLst>
                                        <p:tav tm="0">
                                          <p:val>
                                            <p:fltVal val="0"/>
                                          </p:val>
                                        </p:tav>
                                        <p:tav tm="100000">
                                          <p:val>
                                            <p:strVal val="#ppt_w"/>
                                          </p:val>
                                        </p:tav>
                                      </p:tavLst>
                                    </p:anim>
                                    <p:anim calcmode="lin" valueType="num">
                                      <p:cBhvr>
                                        <p:cTn id="73" dur="500" fill="hold"/>
                                        <p:tgtEl>
                                          <p:spTgt spid="8"/>
                                        </p:tgtEl>
                                        <p:attrNameLst>
                                          <p:attrName>ppt_h</p:attrName>
                                        </p:attrNameLst>
                                      </p:cBhvr>
                                      <p:tavLst>
                                        <p:tav tm="0">
                                          <p:val>
                                            <p:fltVal val="0"/>
                                          </p:val>
                                        </p:tav>
                                        <p:tav tm="100000">
                                          <p:val>
                                            <p:strVal val="#ppt_h"/>
                                          </p:val>
                                        </p:tav>
                                      </p:tavLst>
                                    </p:anim>
                                    <p:animEffect transition="in" filter="fade">
                                      <p:cBhvr>
                                        <p:cTn id="7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9" grpId="0"/>
      <p:bldP spid="50" grpId="0"/>
      <p:bldP spid="51" grpId="0"/>
      <p:bldP spid="52" grpId="0"/>
      <p:bldP spid="9" grpId="0" bldLvl="0" animBg="1"/>
      <p:bldP spid="13" grpId="0" bldLvl="0" animBg="1"/>
      <p:bldP spid="4" grpId="0" bldLvl="0" animBg="1"/>
      <p:bldP spid="4" grpId="1" bldLvl="0" animBg="1"/>
      <p:bldP spid="5" grpId="0" bldLvl="0" animBg="1"/>
      <p:bldP spid="5" grpId="1" bldLvl="0" animBg="1"/>
      <p:bldP spid="6" grpId="0" bldLvl="0" animBg="1"/>
      <p:bldP spid="6" grpId="1" bldLvl="0" animBg="1"/>
      <p:bldP spid="7" grpId="0" bldLvl="0" animBg="1"/>
      <p:bldP spid="7" grpId="1"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图片 12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929" y="252527"/>
            <a:ext cx="6477000" cy="6477000"/>
          </a:xfrm>
          <a:prstGeom prst="rect">
            <a:avLst/>
          </a:prstGeom>
        </p:spPr>
      </p:pic>
      <p:pic>
        <p:nvPicPr>
          <p:cNvPr id="70" name="图片 69"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rotWithShape="1">
          <a:blip r:embed="rId4" cstate="print">
            <a:extLst>
              <a:ext uri="{28A0092B-C50C-407E-A947-70E740481C1C}">
                <a14:useLocalDpi xmlns:a14="http://schemas.microsoft.com/office/drawing/2010/main" val="0"/>
              </a:ext>
            </a:extLst>
          </a:blip>
          <a:srcRect l="29304" t="1747" r="28355" b="3844"/>
          <a:stretch>
            <a:fillRect/>
          </a:stretch>
        </p:blipFill>
        <p:spPr>
          <a:xfrm rot="16200000">
            <a:off x="2107702" y="-824220"/>
            <a:ext cx="7631354" cy="8506716"/>
          </a:xfrm>
          <a:prstGeom prst="rect">
            <a:avLst/>
          </a:prstGeom>
        </p:spPr>
      </p:pic>
      <p:pic>
        <p:nvPicPr>
          <p:cNvPr id="71" name="图片 7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PicPr>
            <a:picLocks noChangeAspect="1"/>
          </p:cNvPicPr>
          <p:nvPr/>
        </p:nvPicPr>
        <p:blipFill rotWithShape="1">
          <a:blip r:embed="rId5" cstate="print">
            <a:extLst>
              <a:ext uri="{28A0092B-C50C-407E-A947-70E740481C1C}">
                <a14:useLocalDpi xmlns:a14="http://schemas.microsoft.com/office/drawing/2010/main" val="0"/>
              </a:ext>
            </a:extLst>
          </a:blip>
          <a:srcRect l="34994" t="19317" r="34744" b="20898"/>
          <a:stretch>
            <a:fillRect/>
          </a:stretch>
        </p:blipFill>
        <p:spPr>
          <a:xfrm>
            <a:off x="3140805" y="680750"/>
            <a:ext cx="5565286" cy="5496584"/>
          </a:xfrm>
          <a:prstGeom prst="rect">
            <a:avLst/>
          </a:prstGeom>
        </p:spPr>
      </p:pic>
      <p:sp>
        <p:nvSpPr>
          <p:cNvPr id="69" name="椭圆 68"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3335363" y="903081"/>
            <a:ext cx="5175892" cy="5175892"/>
          </a:xfrm>
          <a:prstGeom prst="ellipse">
            <a:avLst/>
          </a:prstGeom>
          <a:noFill/>
          <a:ln>
            <a:solidFill>
              <a:srgbClr val="64CAD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 name="e7d195523061f1c0" descr="e7d195523061f1c0205959036996ad55c215b892a7aac5c0B9ADEF7896FB48F2EF97163A2DE1401E1875DEDC438B7864AD24CA23553DBBBD975DAF4CAD4A2592689FFB6CEE59FFA55B2702D0E5EE29CD908F8B157BF8F8399D08F01223CB0B1EBC5650C3AFE340F4E4722CA93B5E940EF49FBB9E99B7DC58FDDEFD6852FB47095B54E1558E4D4F7E" hidden="1"/>
          <p:cNvSpPr txBox="1"/>
          <p:nvPr/>
        </p:nvSpPr>
        <p:spPr>
          <a:xfrm>
            <a:off x="-355600" y="1803400"/>
            <a:ext cx="293927"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e7d195523061f1c0205959036996ad55c215b892a7aac5c0B9ADEF7896FB48F2EF97163A2DE1401E1875DEDC438B7864AD24CA23553DBBBD975DAF4CAD4A2592689FFB6CEE59FFA55B2702D0E5EE29CD908F8B157BF8F8399D08F01223CB0B1EBC5650C3AFE340F4E4722CA93B5E940EF49FBB9E99B7DC58FDDEFD6852FB47095B54E1558E4D4F7E</a:t>
            </a:r>
            <a:endParaRPr kumimoji="0" lang="zh-CN" altLang="en-US" sz="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 name="矩形 2"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3991132" y="4361707"/>
            <a:ext cx="3864494" cy="275590"/>
          </a:xfrm>
          <a:prstGeom prst="rect">
            <a:avLst/>
          </a:prstGeom>
          <a:ln>
            <a:noFill/>
          </a:ln>
        </p:spPr>
        <p:txBody>
          <a:bodyPr wrap="square"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pt-BR" sz="12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矩形 3" descr="e7d195523061f1c0205959036996ad55c215b892a7aac5c0B9ADEF7896FB48F2EF97163A2DE1401E1875DEDC438B7864AD24CA23553DBBBD975DAF4CAD4A2592689FFB6CEE59FFA55B2702D0E5EE29CD908F8B157BF8F8399D08F01223CB0B1EBC5650C3AFE340F4E4722CA93B5E940EF49FBB9E99B7DC58FDDEFD6852FB47095B54E1558E4D4F7E"/>
          <p:cNvSpPr/>
          <p:nvPr/>
        </p:nvSpPr>
        <p:spPr>
          <a:xfrm>
            <a:off x="3294223" y="3057410"/>
            <a:ext cx="5258311" cy="798830"/>
          </a:xfrm>
          <a:prstGeom prst="rect">
            <a:avLst/>
          </a:prstGeom>
          <a:ln>
            <a:noFill/>
          </a:ln>
        </p:spPr>
        <p:txBody>
          <a:bodyPr wrap="square"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600" b="1" i="0" u="none" strike="noStrike" kern="1200" cap="none" spc="0" normalizeH="0" baseline="0" noProof="0" dirty="0">
                <a:ln>
                  <a:noFill/>
                </a:ln>
                <a:solidFill>
                  <a:srgbClr val="A0DAE4"/>
                </a:solidFill>
                <a:effectLst/>
                <a:uLnTx/>
                <a:uFillTx/>
                <a:latin typeface="微软雅黑" panose="020B0503020204020204" charset="-122"/>
                <a:ea typeface="微软雅黑" panose="020B0503020204020204" charset="-122"/>
                <a:cs typeface="微软雅黑" panose="020B0503020204020204" charset="-122"/>
              </a:rPr>
              <a:t>谢谢观看</a:t>
            </a:r>
          </a:p>
        </p:txBody>
      </p:sp>
    </p:spTree>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500" fill="hold"/>
                                        <p:tgtEl>
                                          <p:spTgt spid="70"/>
                                        </p:tgtEl>
                                        <p:attrNameLst>
                                          <p:attrName>ppt_w</p:attrName>
                                        </p:attrNameLst>
                                      </p:cBhvr>
                                      <p:tavLst>
                                        <p:tav tm="0">
                                          <p:val>
                                            <p:fltVal val="0"/>
                                          </p:val>
                                        </p:tav>
                                        <p:tav tm="100000">
                                          <p:val>
                                            <p:strVal val="#ppt_w"/>
                                          </p:val>
                                        </p:tav>
                                      </p:tavLst>
                                    </p:anim>
                                    <p:anim calcmode="lin" valueType="num">
                                      <p:cBhvr>
                                        <p:cTn id="8" dur="500" fill="hold"/>
                                        <p:tgtEl>
                                          <p:spTgt spid="70"/>
                                        </p:tgtEl>
                                        <p:attrNameLst>
                                          <p:attrName>ppt_h</p:attrName>
                                        </p:attrNameLst>
                                      </p:cBhvr>
                                      <p:tavLst>
                                        <p:tav tm="0">
                                          <p:val>
                                            <p:fltVal val="0"/>
                                          </p:val>
                                        </p:tav>
                                        <p:tav tm="100000">
                                          <p:val>
                                            <p:strVal val="#ppt_h"/>
                                          </p:val>
                                        </p:tav>
                                      </p:tavLst>
                                    </p:anim>
                                    <p:animEffect transition="in" filter="fade">
                                      <p:cBhvr>
                                        <p:cTn id="9" dur="500"/>
                                        <p:tgtEl>
                                          <p:spTgt spid="70"/>
                                        </p:tgtEl>
                                      </p:cBhvr>
                                    </p:animEffect>
                                  </p:childTnLst>
                                </p:cTn>
                              </p:par>
                              <p:par>
                                <p:cTn id="10" presetID="26" presetClass="emph" presetSubtype="0" fill="hold" nodeType="withEffect">
                                  <p:stCondLst>
                                    <p:cond delay="500"/>
                                  </p:stCondLst>
                                  <p:childTnLst>
                                    <p:animEffect transition="out" filter="fade">
                                      <p:cBhvr>
                                        <p:cTn id="11" dur="500" tmFilter="0, 0; .2, .5; .8, .5; 1, 0"/>
                                        <p:tgtEl>
                                          <p:spTgt spid="70"/>
                                        </p:tgtEl>
                                      </p:cBhvr>
                                    </p:animEffect>
                                    <p:animScale>
                                      <p:cBhvr>
                                        <p:cTn id="12" dur="250" autoRev="1" fill="hold"/>
                                        <p:tgtEl>
                                          <p:spTgt spid="70"/>
                                        </p:tgtEl>
                                      </p:cBhvr>
                                      <p:by x="105000" y="105000"/>
                                    </p:animScale>
                                  </p:childTnLst>
                                </p:cTn>
                              </p:par>
                              <p:par>
                                <p:cTn id="13" presetID="53" presetClass="entr" presetSubtype="16" fill="hold" grpId="0" nodeType="withEffect">
                                  <p:stCondLst>
                                    <p:cond delay="1000"/>
                                  </p:stCondLst>
                                  <p:childTnLst>
                                    <p:set>
                                      <p:cBhvr>
                                        <p:cTn id="14" dur="1" fill="hold">
                                          <p:stCondLst>
                                            <p:cond delay="0"/>
                                          </p:stCondLst>
                                        </p:cTn>
                                        <p:tgtEl>
                                          <p:spTgt spid="69"/>
                                        </p:tgtEl>
                                        <p:attrNameLst>
                                          <p:attrName>style.visibility</p:attrName>
                                        </p:attrNameLst>
                                      </p:cBhvr>
                                      <p:to>
                                        <p:strVal val="visible"/>
                                      </p:to>
                                    </p:set>
                                    <p:anim calcmode="lin" valueType="num">
                                      <p:cBhvr>
                                        <p:cTn id="15" dur="500" fill="hold"/>
                                        <p:tgtEl>
                                          <p:spTgt spid="69"/>
                                        </p:tgtEl>
                                        <p:attrNameLst>
                                          <p:attrName>ppt_w</p:attrName>
                                        </p:attrNameLst>
                                      </p:cBhvr>
                                      <p:tavLst>
                                        <p:tav tm="0">
                                          <p:val>
                                            <p:fltVal val="0"/>
                                          </p:val>
                                        </p:tav>
                                        <p:tav tm="100000">
                                          <p:val>
                                            <p:strVal val="#ppt_w"/>
                                          </p:val>
                                        </p:tav>
                                      </p:tavLst>
                                    </p:anim>
                                    <p:anim calcmode="lin" valueType="num">
                                      <p:cBhvr>
                                        <p:cTn id="16" dur="500" fill="hold"/>
                                        <p:tgtEl>
                                          <p:spTgt spid="69"/>
                                        </p:tgtEl>
                                        <p:attrNameLst>
                                          <p:attrName>ppt_h</p:attrName>
                                        </p:attrNameLst>
                                      </p:cBhvr>
                                      <p:tavLst>
                                        <p:tav tm="0">
                                          <p:val>
                                            <p:fltVal val="0"/>
                                          </p:val>
                                        </p:tav>
                                        <p:tav tm="100000">
                                          <p:val>
                                            <p:strVal val="#ppt_h"/>
                                          </p:val>
                                        </p:tav>
                                      </p:tavLst>
                                    </p:anim>
                                    <p:animEffect transition="in" filter="fade">
                                      <p:cBhvr>
                                        <p:cTn id="17" dur="500"/>
                                        <p:tgtEl>
                                          <p:spTgt spid="69"/>
                                        </p:tgtEl>
                                      </p:cBhvr>
                                    </p:animEffect>
                                  </p:childTnLst>
                                </p:cTn>
                              </p:par>
                              <p:par>
                                <p:cTn id="18" presetID="53" presetClass="entr" presetSubtype="16" fill="hold" nodeType="withEffect">
                                  <p:stCondLst>
                                    <p:cond delay="1500"/>
                                  </p:stCondLst>
                                  <p:childTnLst>
                                    <p:set>
                                      <p:cBhvr>
                                        <p:cTn id="19" dur="1" fill="hold">
                                          <p:stCondLst>
                                            <p:cond delay="0"/>
                                          </p:stCondLst>
                                        </p:cTn>
                                        <p:tgtEl>
                                          <p:spTgt spid="71"/>
                                        </p:tgtEl>
                                        <p:attrNameLst>
                                          <p:attrName>style.visibility</p:attrName>
                                        </p:attrNameLst>
                                      </p:cBhvr>
                                      <p:to>
                                        <p:strVal val="visible"/>
                                      </p:to>
                                    </p:set>
                                    <p:anim calcmode="lin" valueType="num">
                                      <p:cBhvr>
                                        <p:cTn id="20" dur="500" fill="hold"/>
                                        <p:tgtEl>
                                          <p:spTgt spid="71"/>
                                        </p:tgtEl>
                                        <p:attrNameLst>
                                          <p:attrName>ppt_w</p:attrName>
                                        </p:attrNameLst>
                                      </p:cBhvr>
                                      <p:tavLst>
                                        <p:tav tm="0">
                                          <p:val>
                                            <p:fltVal val="0"/>
                                          </p:val>
                                        </p:tav>
                                        <p:tav tm="100000">
                                          <p:val>
                                            <p:strVal val="#ppt_w"/>
                                          </p:val>
                                        </p:tav>
                                      </p:tavLst>
                                    </p:anim>
                                    <p:anim calcmode="lin" valueType="num">
                                      <p:cBhvr>
                                        <p:cTn id="21" dur="500" fill="hold"/>
                                        <p:tgtEl>
                                          <p:spTgt spid="71"/>
                                        </p:tgtEl>
                                        <p:attrNameLst>
                                          <p:attrName>ppt_h</p:attrName>
                                        </p:attrNameLst>
                                      </p:cBhvr>
                                      <p:tavLst>
                                        <p:tav tm="0">
                                          <p:val>
                                            <p:fltVal val="0"/>
                                          </p:val>
                                        </p:tav>
                                        <p:tav tm="100000">
                                          <p:val>
                                            <p:strVal val="#ppt_h"/>
                                          </p:val>
                                        </p:tav>
                                      </p:tavLst>
                                    </p:anim>
                                    <p:animEffect transition="in" filter="fade">
                                      <p:cBhvr>
                                        <p:cTn id="22" dur="500"/>
                                        <p:tgtEl>
                                          <p:spTgt spid="71"/>
                                        </p:tgtEl>
                                      </p:cBhvr>
                                    </p:animEffect>
                                  </p:childTnLst>
                                </p:cTn>
                              </p:par>
                              <p:par>
                                <p:cTn id="23" presetID="8" presetClass="emph" presetSubtype="0" repeatCount="indefinite" fill="hold" nodeType="withEffect">
                                  <p:stCondLst>
                                    <p:cond delay="2000"/>
                                  </p:stCondLst>
                                  <p:childTnLst>
                                    <p:animRot by="21600000">
                                      <p:cBhvr>
                                        <p:cTn id="24" dur="6000" fill="hold"/>
                                        <p:tgtEl>
                                          <p:spTgt spid="71"/>
                                        </p:tgtEl>
                                        <p:attrNameLst>
                                          <p:attrName>r</p:attrName>
                                        </p:attrNameLst>
                                      </p:cBhvr>
                                    </p:animRot>
                                  </p:childTnLst>
                                </p:cTn>
                              </p:par>
                              <p:par>
                                <p:cTn id="25" presetID="53" presetClass="entr" presetSubtype="16" fill="hold" nodeType="withEffect">
                                  <p:stCondLst>
                                    <p:cond delay="750"/>
                                  </p:stCondLst>
                                  <p:childTnLst>
                                    <p:set>
                                      <p:cBhvr>
                                        <p:cTn id="26" dur="1" fill="hold">
                                          <p:stCondLst>
                                            <p:cond delay="0"/>
                                          </p:stCondLst>
                                        </p:cTn>
                                        <p:tgtEl>
                                          <p:spTgt spid="121"/>
                                        </p:tgtEl>
                                        <p:attrNameLst>
                                          <p:attrName>style.visibility</p:attrName>
                                        </p:attrNameLst>
                                      </p:cBhvr>
                                      <p:to>
                                        <p:strVal val="visible"/>
                                      </p:to>
                                    </p:set>
                                    <p:anim calcmode="lin" valueType="num">
                                      <p:cBhvr>
                                        <p:cTn id="27" dur="500" fill="hold"/>
                                        <p:tgtEl>
                                          <p:spTgt spid="121"/>
                                        </p:tgtEl>
                                        <p:attrNameLst>
                                          <p:attrName>ppt_w</p:attrName>
                                        </p:attrNameLst>
                                      </p:cBhvr>
                                      <p:tavLst>
                                        <p:tav tm="0">
                                          <p:val>
                                            <p:fltVal val="0"/>
                                          </p:val>
                                        </p:tav>
                                        <p:tav tm="100000">
                                          <p:val>
                                            <p:strVal val="#ppt_w"/>
                                          </p:val>
                                        </p:tav>
                                      </p:tavLst>
                                    </p:anim>
                                    <p:anim calcmode="lin" valueType="num">
                                      <p:cBhvr>
                                        <p:cTn id="28" dur="500" fill="hold"/>
                                        <p:tgtEl>
                                          <p:spTgt spid="121"/>
                                        </p:tgtEl>
                                        <p:attrNameLst>
                                          <p:attrName>ppt_h</p:attrName>
                                        </p:attrNameLst>
                                      </p:cBhvr>
                                      <p:tavLst>
                                        <p:tav tm="0">
                                          <p:val>
                                            <p:fltVal val="0"/>
                                          </p:val>
                                        </p:tav>
                                        <p:tav tm="100000">
                                          <p:val>
                                            <p:strVal val="#ppt_h"/>
                                          </p:val>
                                        </p:tav>
                                      </p:tavLst>
                                    </p:anim>
                                    <p:animEffect transition="in" filter="fade">
                                      <p:cBhvr>
                                        <p:cTn id="29" dur="500"/>
                                        <p:tgtEl>
                                          <p:spTgt spid="121"/>
                                        </p:tgtEl>
                                      </p:cBhvr>
                                    </p:animEffect>
                                  </p:childTnLst>
                                </p:cTn>
                              </p:par>
                              <p:par>
                                <p:cTn id="30" presetID="8" presetClass="emph" presetSubtype="0" repeatCount="indefinite" fill="hold" nodeType="withEffect">
                                  <p:stCondLst>
                                    <p:cond delay="750"/>
                                  </p:stCondLst>
                                  <p:childTnLst>
                                    <p:animRot by="-21600000">
                                      <p:cBhvr>
                                        <p:cTn id="31" dur="5000" fill="hold"/>
                                        <p:tgtEl>
                                          <p:spTgt spid="121"/>
                                        </p:tgtEl>
                                        <p:attrNameLst>
                                          <p:attrName>r</p:attrName>
                                        </p:attrNameLst>
                                      </p:cBhvr>
                                    </p:animRot>
                                  </p:childTnLst>
                                </p:cTn>
                              </p:par>
                              <p:par>
                                <p:cTn id="32" presetID="53" presetClass="entr" presetSubtype="16" fill="hold" grpId="0" nodeType="withEffect">
                                  <p:stCondLst>
                                    <p:cond delay="275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childTnLst>
                                </p:cTn>
                              </p:par>
                              <p:par>
                                <p:cTn id="37" presetID="42" presetClass="path" presetSubtype="0" accel="50000" decel="50000" fill="hold" grpId="1" nodeType="withEffect">
                                  <p:stCondLst>
                                    <p:cond delay="2750"/>
                                  </p:stCondLst>
                                  <p:childTnLst>
                                    <p:animMotion origin="layout" path="M 2.70833E-6 0.13842 L 2.70833E-6 3.33333E-6 " pathEditMode="relative" rAng="0" ptsTypes="AA">
                                      <p:cBhvr>
                                        <p:cTn id="38" dur="1000" fill="hold"/>
                                        <p:tgtEl>
                                          <p:spTgt spid="4"/>
                                        </p:tgtEl>
                                        <p:attrNameLst>
                                          <p:attrName>ppt_x</p:attrName>
                                          <p:attrName>ppt_y</p:attrName>
                                        </p:attrNameLst>
                                      </p:cBhvr>
                                      <p:rCtr x="0" y="-6921"/>
                                    </p:animMotion>
                                  </p:childTnLst>
                                </p:cTn>
                              </p:par>
                              <p:par>
                                <p:cTn id="39" presetID="53" presetClass="entr" presetSubtype="16" fill="hold" grpId="0" nodeType="withEffect">
                                  <p:stCondLst>
                                    <p:cond delay="3000"/>
                                  </p:stCondLst>
                                  <p:childTnLst>
                                    <p:set>
                                      <p:cBhvr>
                                        <p:cTn id="40" dur="1" fill="hold">
                                          <p:stCondLst>
                                            <p:cond delay="0"/>
                                          </p:stCondLst>
                                        </p:cTn>
                                        <p:tgtEl>
                                          <p:spTgt spid="3"/>
                                        </p:tgtEl>
                                        <p:attrNameLst>
                                          <p:attrName>style.visibility</p:attrName>
                                        </p:attrNameLst>
                                      </p:cBhvr>
                                      <p:to>
                                        <p:strVal val="visible"/>
                                      </p:to>
                                    </p:set>
                                    <p:anim calcmode="lin" valueType="num">
                                      <p:cBhvr>
                                        <p:cTn id="41" dur="500" fill="hold"/>
                                        <p:tgtEl>
                                          <p:spTgt spid="3"/>
                                        </p:tgtEl>
                                        <p:attrNameLst>
                                          <p:attrName>ppt_w</p:attrName>
                                        </p:attrNameLst>
                                      </p:cBhvr>
                                      <p:tavLst>
                                        <p:tav tm="0">
                                          <p:val>
                                            <p:fltVal val="0"/>
                                          </p:val>
                                        </p:tav>
                                        <p:tav tm="100000">
                                          <p:val>
                                            <p:strVal val="#ppt_w"/>
                                          </p:val>
                                        </p:tav>
                                      </p:tavLst>
                                    </p:anim>
                                    <p:anim calcmode="lin" valueType="num">
                                      <p:cBhvr>
                                        <p:cTn id="42" dur="500" fill="hold"/>
                                        <p:tgtEl>
                                          <p:spTgt spid="3"/>
                                        </p:tgtEl>
                                        <p:attrNameLst>
                                          <p:attrName>ppt_h</p:attrName>
                                        </p:attrNameLst>
                                      </p:cBhvr>
                                      <p:tavLst>
                                        <p:tav tm="0">
                                          <p:val>
                                            <p:fltVal val="0"/>
                                          </p:val>
                                        </p:tav>
                                        <p:tav tm="100000">
                                          <p:val>
                                            <p:strVal val="#ppt_h"/>
                                          </p:val>
                                        </p:tav>
                                      </p:tavLst>
                                    </p:anim>
                                    <p:animEffect transition="in" filter="fade">
                                      <p:cBhvr>
                                        <p:cTn id="43" dur="500"/>
                                        <p:tgtEl>
                                          <p:spTgt spid="3"/>
                                        </p:tgtEl>
                                      </p:cBhvr>
                                    </p:animEffect>
                                  </p:childTnLst>
                                </p:cTn>
                              </p:par>
                              <p:par>
                                <p:cTn id="44" presetID="42" presetClass="path" presetSubtype="0" accel="50000" decel="50000" fill="hold" grpId="1" nodeType="withEffect">
                                  <p:stCondLst>
                                    <p:cond delay="3000"/>
                                  </p:stCondLst>
                                  <p:childTnLst>
                                    <p:animMotion origin="layout" path="M 2.70833E-6 0.13843 L 2.70833E-6 -1.48148E-6 " pathEditMode="relative" rAng="0" ptsTypes="AA">
                                      <p:cBhvr>
                                        <p:cTn id="45" dur="1000" fill="hold"/>
                                        <p:tgtEl>
                                          <p:spTgt spid="3"/>
                                        </p:tgtEl>
                                        <p:attrNameLst>
                                          <p:attrName>ppt_x</p:attrName>
                                          <p:attrName>ppt_y</p:attrName>
                                        </p:attrNameLst>
                                      </p:cBhvr>
                                      <p:rCtr x="0" y="-6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bldLvl="0" animBg="1"/>
      <p:bldP spid="3" grpId="0"/>
      <p:bldP spid="3" grpId="1"/>
      <p:bldP spid="4" grpId="0"/>
      <p:bldP spid="4" grpId="1"/>
    </p:bld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31.39543307086603,&quot;left&quot;:152.64102362204724,&quot;top&quot;:153.9,&quot;width&quot;:363.904881889763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76.916062992126,&quot;left&quot;:55.25771653543306,&quot;top&quot;:169.8359842519685,&quot;width&quot;:850.27574803149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23.00125984251974,&quot;left&quot;:83.07685039370078,&quot;top&quot;:150.4688188976378,&quot;width&quot;:790.3335433070866}"/>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34.2716535433071,&quot;left&quot;:88.60811023622047,&quot;top&quot;:145.6123622047244,&quot;width&quot;:738.9123622047243}"/>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152.64102362204724,&quot;top&quot;:73.55,&quot;width&quot;:752.3048818897638}"/>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411.74543307086617,&quot;left&quot;:152.64102362204724,&quot;top&quot;:73.55,&quot;width&quot;:752.3048818897638}"/>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411.74543307086617,&quot;left&quot;:152.64102362204724,&quot;top&quot;:73.55,&quot;width&quot;:752.3048818897638}"/>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411.74543307086617,&quot;left&quot;:152.64102362204724,&quot;top&quot;:73.55,&quot;width&quot;:752.3048818897638}"/>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38.9123622047243}"/>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85.3871653543307,&quot;left&quot;:88.60811023622047,&quot;top&quot;:132.48866141732282,&quot;width&quot;:767.2623622047244}"/>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1275</Words>
  <Application>Microsoft Office PowerPoint</Application>
  <PresentationFormat>宽屏</PresentationFormat>
  <Paragraphs>108</Paragraphs>
  <Slides>10</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等线</vt:lpstr>
      <vt:lpstr>方正兰亭中黑_GBK</vt:lpstr>
      <vt:lpstr>微软雅黑</vt:lpstr>
      <vt:lpstr>Arial</vt:lpstr>
      <vt:lpstr>Calibri</vt:lpstr>
      <vt:lpstr>Calibri Light</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MZ X</dc:creator>
  <cp:lastModifiedBy>路 季</cp:lastModifiedBy>
  <cp:revision>9</cp:revision>
  <dcterms:created xsi:type="dcterms:W3CDTF">2024-12-06T13:33:00Z</dcterms:created>
  <dcterms:modified xsi:type="dcterms:W3CDTF">2024-12-07T12:16:52Z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EE80288AFA0F473F8F51321BC84BF792_13</vt:lpwstr>
  </property>
  <property fmtid="{D5CDD505-2E9C-101B-9397-08002B2CF9AE}" pid="3" name="KSOProductBuildVer">
    <vt:lpwstr>2052-12.1.0.19302</vt:lpwstr>
  </property>
</Properties>
</file>