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706" r:id="rId2"/>
  </p:sldMasterIdLst>
  <p:notesMasterIdLst>
    <p:notesMasterId r:id="rId25"/>
  </p:notesMasterIdLst>
  <p:handoutMasterIdLst>
    <p:handoutMasterId r:id="rId26"/>
  </p:handoutMasterIdLst>
  <p:sldIdLst>
    <p:sldId id="362" r:id="rId3"/>
    <p:sldId id="363" r:id="rId4"/>
    <p:sldId id="364" r:id="rId5"/>
    <p:sldId id="365" r:id="rId6"/>
    <p:sldId id="382" r:id="rId7"/>
    <p:sldId id="379" r:id="rId8"/>
    <p:sldId id="383" r:id="rId9"/>
    <p:sldId id="384" r:id="rId10"/>
    <p:sldId id="385" r:id="rId11"/>
    <p:sldId id="370" r:id="rId12"/>
    <p:sldId id="393" r:id="rId13"/>
    <p:sldId id="394" r:id="rId14"/>
    <p:sldId id="387" r:id="rId15"/>
    <p:sldId id="386" r:id="rId16"/>
    <p:sldId id="371" r:id="rId17"/>
    <p:sldId id="372" r:id="rId18"/>
    <p:sldId id="376" r:id="rId19"/>
    <p:sldId id="368" r:id="rId20"/>
    <p:sldId id="373" r:id="rId21"/>
    <p:sldId id="367" r:id="rId22"/>
    <p:sldId id="378" r:id="rId23"/>
    <p:sldId id="392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930"/>
    <a:srgbClr val="84715B"/>
    <a:srgbClr val="B69E5A"/>
    <a:srgbClr val="176178"/>
    <a:srgbClr val="F72575"/>
    <a:srgbClr val="E64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82"/>
  </p:normalViewPr>
  <p:slideViewPr>
    <p:cSldViewPr snapToGrid="0" snapToObjects="1">
      <p:cViewPr varScale="1">
        <p:scale>
          <a:sx n="109" d="100"/>
          <a:sy n="109" d="100"/>
        </p:scale>
        <p:origin x="79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7.79528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24-04-29T12:29:04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5733 4004 0,'35'0'63,"141"0"-63,-52 0 15,158 159 1,88 0-16,89 70 16,176 88-16,-18 71 15,336 159-15,-71-159 16,88 53-16,-159 53 15,-158-106-15,53-17 16,-424-213-16,106 1 16,-212-53-16,-88-71 15,-52 18-15,-1-35 16,-35-1 0,35-17-16,53 36 15,54 34 1,34-17-16,-53 0 15,71 18-15,-52-18 16,-37-36-16,1 18 16,-88-35-16,17 36 15</inkml:trace>
  <inkml:trace contextRef="#ctx0" brushRef="#br0" timeOffset="640.4734">15998 5309 0,'-35'-17'63,"-176"34"-63,-266 248 15,-299 52-15,-18 54 16,36-107-16,-18 1 16,176 35-16,18-89 15,106 19-15,-18-36 16,176-18-16,54-35 15,-54-17-15,107-36 16,-1 0-16,-53 36 16,89-54-16,-36-35 15,-52 54-15,70-1 16,-36-35-16,142-18 16,-35-17-16,52 17 15</inkml:trace>
  <inkml:trace contextRef="#ctx0" brushRef="#br0" timeOffset="1515.2678">6526 12330 0,'53'0'31,"18"35"-15,88 71-16,282 211 15,546 230-15,319 106 16,528 158-16,-246-176 15,-283-18-15,-106-158 16,-211 53-16,-423-213 16,-283-105-16,-124-105 15,-52-19-15,-88-52 16,70 35-16,-17-18 16,-1 36-16,54-1 15,-18 1-15,-1-54 16,-16 36-16,-72-53 15,1-53 32</inkml:trace>
  <inkml:trace contextRef="#ctx0" brushRef="#br0" timeOffset="1999.529">15998 13794 0,'-70'35'62,"-283"106"-46,-282 106-16,-141 0 15,-176 0-15,17-36 16,53-158-16,88 159 16,35-88-16,125-36 15,140 53-15,141-106 16,141-17-16,36 17 16,35-35-16,-53 0 15,53 0-15,-1 0 16,1 0-16,35 0 15,54 0 1,16 0-16,1 0 16,17 0-16</inkml:trace>
  <inkml:trace contextRef="#ctx0" brushRef="#br0" timeOffset="15511.9527">16475 88 0,'17'18'47,"-17"176"-47,0 123 16,0 71-16,0 106 15,0 124-15,0 105 16,0-18-16,0-34 16,0 193-16,0 36 15,0-89-15,0 18 16,0-406-16,0 159 16,0-17-1,0 70-15,0-159 16,0-229-16,0-35 15,53 158-15,-53 106 16,53-17-16,-53-159 16,0-18-16,53 177 15,-53-36-15,0 71 16,0-106-16,0 88 16,0 0-16,0 195 15,0-54-15,0-264 16,0 211-16,0 18 15,0-105-15,0-72 16,-18-405 31,-17 0-31,0 0-1,0 0 1,-1 0-1,19 0 32</inkml:trace>
  <inkml:trace contextRef="#ctx0" brushRef="#br0" timeOffset="17058.4625">4745 1605 0,'0'0'0,"-106"35"15,18 1-15,-106 52 16,-53-53-16,-18 36 16,36 17-16,17-35 15,142 0-15,-71 0 16,70 0-16,1-18 16,17-18-16,-53 19 15,35 17-15,18-18 16,-35 53-16,70-53 15,-17 18-15,18 71 16,17-89 0,0 0-16,52-17 15,37 17 1,-1 18-16,-18-17 16,36 16-16,88-16 15,0-1-15,89-35 16,52 0-16,106 0 15,-71 0-15,18 0 16,0 0-16,-159 0 16,-35-53-16,1 0 15,-37-53-15,-52 71 16,-53-36-16,18 19 16,-54 16-16,36-70 15,-53 18-15,0-53 16,0-53-16,-17 53 15,-142-18-15,-71-35 16,-69 0-16,-178-106 16,72 89-16,-54-19 15,159 125-15,18 16 16,17 19-16,160 70 16,-1-35-16,88 35 15,-17 0-15</inkml:trace>
  <inkml:trace contextRef="#ctx0" brushRef="#br0" timeOffset="17995.7389">19861 1905 0,'0'0'16,"-194"35"-16,71 18 0,17 18 15,-88 17-15,0-18 16,-71 54-16,-34-1 16,105-52-1,35 52-15,53-17 16,53-35-16,53-18 16,0 35-16,0-35 15,0-35-15,53 70 16,70-18-16,54 1 15,-124-36-15,53 0 16,-1 1-16,36-1 16,1-35-16,69 0 15,1 0-15,105-124 16,-87 19-16,-36-36 16,-141 105-16,17-34 15,1-1-15,-36-17 16,0-71-16,1 71 15,-36-53-15,0-53 16,0 0-16,-18 106 16,-70-71-16</inkml:trace>
  <inkml:trace contextRef="#ctx0" brushRef="#br0" timeOffset="19542.25">1782 6103 0,'0'0'0,"-124"600"0,1-36 15,70 36-15,-71-36 16,71-105-16,18-141 15,0-160-15,-18 107 16,18 52-16,-71 18 16,-18-52-16,36-72 15,35 266-15,0-72 16,0 89-16,0 106 16,0-53-16,53 70 15,-52-123 1,52 35-16,0-88 0,0-212 15,0 1 1,0-36-16,0 35 16,0-35-16,0 35 15,0-87-15,0-54 16,0 18-16,0-54 16,35-16-16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7.79528" units="1/cm"/>
          <inkml:channelProperty channel="Y" name="resolution" value="37.76224" units="1/cm"/>
          <inkml:channelProperty channel="T" name="resolution" value="1" units="1/dev"/>
        </inkml:channelProperties>
      </inkml:inkSource>
      <inkml:timestamp xml:id="ts0" timeString="2024-04-29T12:29:37.5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4251 3140 0,'141'264'47,"194"107"-31,230 176-1,70 35-15,758 317 16,-723-423 0,107-140-16,-107-142 15,-35 0-15,-300-106 16,-88 0-16,-194-88 16,0 35-16,-36-35 15,72 0 79,16 18-78,125 158-1,-1-52-15,53 17 0,-35-53 16,-35-17-1,17 17-15,-35-18 0,-141-34 16</inkml:trace>
  <inkml:trace contextRef="#ctx0" brushRef="#br0" timeOffset="531.1283">11553 4022 0,'0'35'78,"-194"88"-78,-282 177 15,-106-53 1,-71 88-16,-123 1 0,124-1 16,17-88-1,158-18-15,37-53 16,-72 89-16,124-142 15,35 36-15,159-88 16,71 17-16,-18-18 16,52-34-16,54-19 15,35 1-15</inkml:trace>
  <inkml:trace contextRef="#ctx0" brushRef="#br0" timeOffset="15216.4623">7743 16845 0,'0'0'0,"-17"0"0,-1 35 16,-17 18-16,-53 36 15,17 16-15,1-52 16,70 0-16,-18-18 15,18-17 1,0 35 78,53 18-94,70 34 15,18-16-15,-17-36 16,52 35-16,54 53 16,140 53-16,-158-124 15,-18-34-15,17 34 16,54-52-16,-53 17 16,52 0-1,-123 1-15,0-36 16,-17 0-16,-36 0 15,-53 0-15,18 0 16,0 0-16,53 0 16,35-36-16,-35 1 15,35 0-15,-53-18 16,36 0-16,-1-17 16,-35-1-16,36 18 15,-1-53-15,54 18 16,-1 0-16,18-36 15,71 1-15,-71 35 16,-18-1-16,-52 37 16,-18 16-16,-36 1 15,-35 0-15,18 35 16,-53-18-16,18 18 62,-71-53-30,-53 53-32,-88-70 15,-247-36 1,-317-88-16,-89-18 16,-335 0-16,159 71 15,-53 0-15,141-70 16,635 211-16,18 0 15,-35-53-15,211 53 16,53-18-16,35 18 16,-17 0-16</inkml:trace>
  <inkml:trace contextRef="#ctx0" brushRef="#br0" timeOffset="16559.8918">21625 13864 0,'0'35'79,"0"18"-79,0 36 15,0-54-15,0 53 16,0 0-16,0-35 15,0 0-15,0 0 16,0-35-16,0 17 16,0 18-16,0-36 15,0 1 17,18 0-1,105 17-16,195 53-15,176-35 16,247 18-16,88 34 0,335 1 16,0-35-1,-159-1-15,-193-70 16,70 71-16,-159-18 16,-194-53-16,-141 0 15,-70 53-15,-124-53 16,-106 0-16,-35 0 15,-36 0 1,1 0 15,-18-35-15,0-36 0,0-52-16,0 70 0,-18-18 15,-17-17-15,0-18 16,17 53-16,18 35 15,-53-34-15,18 16 16,0 1-16,-53-18 16,17 35-16,0-17 15,19 18-15,-90-19 16,-52 1-16,-35-18 16,-177 18-16,-52-18 15,-248-88-15,124 88 16,-53 53-1,53-53-15,53 53 16,-18-71-16,53 18 16,230 53-16,-19 0 15,-16 0-15,122 0 16,71 0-16,18 0 16,-18 0-16,53 0 15,36 0-15,-36 0 16,0 0-16,-18 18 15,18-18-15,18 0 16,-18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801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674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 第一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71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e appreciate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 rot="13500000">
            <a:off x="1247766" y="1214984"/>
            <a:ext cx="4432301" cy="4429800"/>
          </a:xfrm>
          <a:prstGeom prst="roundRect">
            <a:avLst>
              <a:gd name="adj" fmla="val 32703"/>
            </a:avLst>
          </a:prstGeom>
          <a:solidFill>
            <a:srgbClr val="37394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3" name="Shape 13"/>
          <p:cNvSpPr>
            <a:spLocks noGrp="1"/>
          </p:cNvSpPr>
          <p:nvPr>
            <p:ph type="title" hasCustomPrompt="1"/>
          </p:nvPr>
        </p:nvSpPr>
        <p:spPr>
          <a:xfrm>
            <a:off x="7283017" y="2285092"/>
            <a:ext cx="4044333" cy="564084"/>
          </a:xfrm>
          <a:prstGeom prst="rect">
            <a:avLst/>
          </a:prstGeom>
        </p:spPr>
        <p:txBody>
          <a:bodyPr/>
          <a:lstStyle>
            <a:lvl1pPr algn="l">
              <a:defRPr sz="275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sz="quarter" idx="1" hasCustomPrompt="1"/>
          </p:nvPr>
        </p:nvSpPr>
        <p:spPr>
          <a:xfrm>
            <a:off x="7291813" y="3055490"/>
            <a:ext cx="4026740" cy="151741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  <a:defRPr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917973" y="875110"/>
            <a:ext cx="5092100" cy="5107781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vices 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Notebook_2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6206182" y="936812"/>
            <a:ext cx="8636001" cy="49843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6" name="Shape 506"/>
          <p:cNvSpPr>
            <a:spLocks noGrp="1"/>
          </p:cNvSpPr>
          <p:nvPr>
            <p:ph type="body" sz="quarter" idx="1" hasCustomPrompt="1"/>
          </p:nvPr>
        </p:nvSpPr>
        <p:spPr>
          <a:xfrm>
            <a:off x="891487" y="2344649"/>
            <a:ext cx="4666078" cy="8676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507" name="Shape 507"/>
          <p:cNvSpPr>
            <a:spLocks noGrp="1"/>
          </p:cNvSpPr>
          <p:nvPr>
            <p:ph type="title" hasCustomPrompt="1"/>
          </p:nvPr>
        </p:nvSpPr>
        <p:spPr>
          <a:xfrm>
            <a:off x="882121" y="791502"/>
            <a:ext cx="4684811" cy="853216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08" name="Shape 508"/>
          <p:cNvSpPr/>
          <p:nvPr/>
        </p:nvSpPr>
        <p:spPr>
          <a:xfrm>
            <a:off x="915912" y="1900942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509" name="Shape 509"/>
          <p:cNvSpPr/>
          <p:nvPr/>
        </p:nvSpPr>
        <p:spPr>
          <a:xfrm>
            <a:off x="-1353" y="1885107"/>
            <a:ext cx="921730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510" name="Shape 510"/>
          <p:cNvSpPr>
            <a:spLocks noGrp="1"/>
          </p:cNvSpPr>
          <p:nvPr>
            <p:ph type="pic" sz="half" idx="13"/>
          </p:nvPr>
        </p:nvSpPr>
        <p:spPr>
          <a:xfrm>
            <a:off x="7277383" y="1302276"/>
            <a:ext cx="4943500" cy="406387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11" name="Shape 511"/>
          <p:cNvSpPr>
            <a:spLocks noGrp="1"/>
          </p:cNvSpPr>
          <p:nvPr>
            <p:ph type="sldNum" sz="quarter" idx="2"/>
          </p:nvPr>
        </p:nvSpPr>
        <p:spPr>
          <a:xfrm>
            <a:off x="893853" y="4632180"/>
            <a:ext cx="1572546" cy="12567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643717" y="4203174"/>
            <a:ext cx="2904567" cy="2904568"/>
          </a:xfrm>
          <a:custGeom>
            <a:avLst/>
            <a:gdLst>
              <a:gd name="connsiteX0" fmla="*/ 0 w 10107827"/>
              <a:gd name="connsiteY0" fmla="*/ 5084618 h 10169236"/>
              <a:gd name="connsiteX1" fmla="*/ 5053914 w 10107827"/>
              <a:gd name="connsiteY1" fmla="*/ 0 h 10169236"/>
              <a:gd name="connsiteX2" fmla="*/ 10107827 w 10107827"/>
              <a:gd name="connsiteY2" fmla="*/ 5084618 h 10169236"/>
              <a:gd name="connsiteX3" fmla="*/ 5053914 w 10107827"/>
              <a:gd name="connsiteY3" fmla="*/ 10169236 h 10169236"/>
              <a:gd name="connsiteX4" fmla="*/ 0 w 10107827"/>
              <a:gd name="connsiteY4" fmla="*/ 5084618 h 10169236"/>
              <a:gd name="connsiteX0-1" fmla="*/ 2138 w 10109965"/>
              <a:gd name="connsiteY0-2" fmla="*/ 5084618 h 10169236"/>
              <a:gd name="connsiteX1-3" fmla="*/ 5056052 w 10109965"/>
              <a:gd name="connsiteY1-4" fmla="*/ 0 h 10169236"/>
              <a:gd name="connsiteX2-5" fmla="*/ 10109965 w 10109965"/>
              <a:gd name="connsiteY2-6" fmla="*/ 5084618 h 10169236"/>
              <a:gd name="connsiteX3-7" fmla="*/ 5056052 w 10109965"/>
              <a:gd name="connsiteY3-8" fmla="*/ 10169236 h 10169236"/>
              <a:gd name="connsiteX4-9" fmla="*/ 2138 w 10109965"/>
              <a:gd name="connsiteY4-10" fmla="*/ 5084618 h 10169236"/>
              <a:gd name="connsiteX0-11" fmla="*/ 27 w 10107854"/>
              <a:gd name="connsiteY0-12" fmla="*/ 5084618 h 10169236"/>
              <a:gd name="connsiteX1-13" fmla="*/ 5053941 w 10107854"/>
              <a:gd name="connsiteY1-14" fmla="*/ 0 h 10169236"/>
              <a:gd name="connsiteX2-15" fmla="*/ 10107854 w 10107854"/>
              <a:gd name="connsiteY2-16" fmla="*/ 5084618 h 10169236"/>
              <a:gd name="connsiteX3-17" fmla="*/ 5053941 w 10107854"/>
              <a:gd name="connsiteY3-18" fmla="*/ 10169236 h 10169236"/>
              <a:gd name="connsiteX4-19" fmla="*/ 27 w 10107854"/>
              <a:gd name="connsiteY4-20" fmla="*/ 5084618 h 10169236"/>
              <a:gd name="connsiteX0-21" fmla="*/ 32 w 10107859"/>
              <a:gd name="connsiteY0-22" fmla="*/ 5261432 h 10346050"/>
              <a:gd name="connsiteX1-23" fmla="*/ 5053946 w 10107859"/>
              <a:gd name="connsiteY1-24" fmla="*/ 176814 h 10346050"/>
              <a:gd name="connsiteX2-25" fmla="*/ 10107859 w 10107859"/>
              <a:gd name="connsiteY2-26" fmla="*/ 5261432 h 10346050"/>
              <a:gd name="connsiteX3-27" fmla="*/ 5053946 w 10107859"/>
              <a:gd name="connsiteY3-28" fmla="*/ 10346050 h 10346050"/>
              <a:gd name="connsiteX4-29" fmla="*/ 32 w 10107859"/>
              <a:gd name="connsiteY4-30" fmla="*/ 5261432 h 10346050"/>
              <a:gd name="connsiteX0-31" fmla="*/ 32 w 10107952"/>
              <a:gd name="connsiteY0-32" fmla="*/ 5303276 h 10387894"/>
              <a:gd name="connsiteX1-33" fmla="*/ 5053946 w 10107952"/>
              <a:gd name="connsiteY1-34" fmla="*/ 218658 h 10387894"/>
              <a:gd name="connsiteX2-35" fmla="*/ 10107859 w 10107952"/>
              <a:gd name="connsiteY2-36" fmla="*/ 5303276 h 10387894"/>
              <a:gd name="connsiteX3-37" fmla="*/ 5053946 w 10107952"/>
              <a:gd name="connsiteY3-38" fmla="*/ 10387894 h 10387894"/>
              <a:gd name="connsiteX4-39" fmla="*/ 32 w 10107952"/>
              <a:gd name="connsiteY4-40" fmla="*/ 5303276 h 10387894"/>
              <a:gd name="connsiteX0-41" fmla="*/ 32 w 10107952"/>
              <a:gd name="connsiteY0-42" fmla="*/ 5303276 h 10564520"/>
              <a:gd name="connsiteX1-43" fmla="*/ 5053946 w 10107952"/>
              <a:gd name="connsiteY1-44" fmla="*/ 218658 h 10564520"/>
              <a:gd name="connsiteX2-45" fmla="*/ 10107859 w 10107952"/>
              <a:gd name="connsiteY2-46" fmla="*/ 5303276 h 10564520"/>
              <a:gd name="connsiteX3-47" fmla="*/ 5053946 w 10107952"/>
              <a:gd name="connsiteY3-48" fmla="*/ 10387894 h 10564520"/>
              <a:gd name="connsiteX4-49" fmla="*/ 32 w 10107952"/>
              <a:gd name="connsiteY4-50" fmla="*/ 5303276 h 10564520"/>
              <a:gd name="connsiteX0-51" fmla="*/ 32 w 10107952"/>
              <a:gd name="connsiteY0-52" fmla="*/ 5303276 h 10387910"/>
              <a:gd name="connsiteX1-53" fmla="*/ 5053946 w 10107952"/>
              <a:gd name="connsiteY1-54" fmla="*/ 218658 h 10387910"/>
              <a:gd name="connsiteX2-55" fmla="*/ 10107859 w 10107952"/>
              <a:gd name="connsiteY2-56" fmla="*/ 5303276 h 10387910"/>
              <a:gd name="connsiteX3-57" fmla="*/ 5053946 w 10107952"/>
              <a:gd name="connsiteY3-58" fmla="*/ 10387894 h 10387910"/>
              <a:gd name="connsiteX4-59" fmla="*/ 32 w 10107952"/>
              <a:gd name="connsiteY4-60" fmla="*/ 5303276 h 10387910"/>
              <a:gd name="connsiteX0-61" fmla="*/ 10369 w 10118289"/>
              <a:gd name="connsiteY0-62" fmla="*/ 5303276 h 10387910"/>
              <a:gd name="connsiteX1-63" fmla="*/ 5064283 w 10118289"/>
              <a:gd name="connsiteY1-64" fmla="*/ 218658 h 10387910"/>
              <a:gd name="connsiteX2-65" fmla="*/ 10118196 w 10118289"/>
              <a:gd name="connsiteY2-66" fmla="*/ 5303276 h 10387910"/>
              <a:gd name="connsiteX3-67" fmla="*/ 5064283 w 10118289"/>
              <a:gd name="connsiteY3-68" fmla="*/ 10387894 h 10387910"/>
              <a:gd name="connsiteX4-69" fmla="*/ 10369 w 10118289"/>
              <a:gd name="connsiteY4-70" fmla="*/ 5303276 h 10387910"/>
              <a:gd name="connsiteX0-71" fmla="*/ 9999 w 10130965"/>
              <a:gd name="connsiteY0-72" fmla="*/ 5019332 h 10169302"/>
              <a:gd name="connsiteX1-73" fmla="*/ 5076976 w 10130965"/>
              <a:gd name="connsiteY1-74" fmla="*/ 28 h 10169302"/>
              <a:gd name="connsiteX2-75" fmla="*/ 10130889 w 10130965"/>
              <a:gd name="connsiteY2-76" fmla="*/ 5084646 h 10169302"/>
              <a:gd name="connsiteX3-77" fmla="*/ 5076976 w 10130965"/>
              <a:gd name="connsiteY3-78" fmla="*/ 10169264 h 10169302"/>
              <a:gd name="connsiteX4-79" fmla="*/ 9999 w 10130965"/>
              <a:gd name="connsiteY4-80" fmla="*/ 5019332 h 10169302"/>
              <a:gd name="connsiteX0-81" fmla="*/ 1240 w 10122206"/>
              <a:gd name="connsiteY0-82" fmla="*/ 5019332 h 10169302"/>
              <a:gd name="connsiteX1-83" fmla="*/ 5068217 w 10122206"/>
              <a:gd name="connsiteY1-84" fmla="*/ 28 h 10169302"/>
              <a:gd name="connsiteX2-85" fmla="*/ 10122130 w 10122206"/>
              <a:gd name="connsiteY2-86" fmla="*/ 5084646 h 10169302"/>
              <a:gd name="connsiteX3-87" fmla="*/ 5068217 w 10122206"/>
              <a:gd name="connsiteY3-88" fmla="*/ 10169264 h 10169302"/>
              <a:gd name="connsiteX4-89" fmla="*/ 1240 w 10122206"/>
              <a:gd name="connsiteY4-90" fmla="*/ 5019332 h 10169302"/>
              <a:gd name="connsiteX0-91" fmla="*/ 1240 w 10122206"/>
              <a:gd name="connsiteY0-92" fmla="*/ 5019332 h 10176323"/>
              <a:gd name="connsiteX1-93" fmla="*/ 5068217 w 10122206"/>
              <a:gd name="connsiteY1-94" fmla="*/ 28 h 10176323"/>
              <a:gd name="connsiteX2-95" fmla="*/ 10122130 w 10122206"/>
              <a:gd name="connsiteY2-96" fmla="*/ 5084646 h 10176323"/>
              <a:gd name="connsiteX3-97" fmla="*/ 5068217 w 10122206"/>
              <a:gd name="connsiteY3-98" fmla="*/ 10169264 h 10176323"/>
              <a:gd name="connsiteX4-99" fmla="*/ 1240 w 10122206"/>
              <a:gd name="connsiteY4-100" fmla="*/ 5019332 h 10176323"/>
              <a:gd name="connsiteX0-101" fmla="*/ 1241 w 10161396"/>
              <a:gd name="connsiteY0-102" fmla="*/ 5019332 h 10169302"/>
              <a:gd name="connsiteX1-103" fmla="*/ 5068218 w 10161396"/>
              <a:gd name="connsiteY1-104" fmla="*/ 28 h 10169302"/>
              <a:gd name="connsiteX2-105" fmla="*/ 10161320 w 10161396"/>
              <a:gd name="connsiteY2-106" fmla="*/ 5084646 h 10169302"/>
              <a:gd name="connsiteX3-107" fmla="*/ 5068218 w 10161396"/>
              <a:gd name="connsiteY3-108" fmla="*/ 10169264 h 10169302"/>
              <a:gd name="connsiteX4-109" fmla="*/ 1241 w 10161396"/>
              <a:gd name="connsiteY4-110" fmla="*/ 5019332 h 10169302"/>
              <a:gd name="connsiteX0-111" fmla="*/ 1169 w 10161319"/>
              <a:gd name="connsiteY0-112" fmla="*/ 5022934 h 10172904"/>
              <a:gd name="connsiteX1-113" fmla="*/ 5068146 w 10161319"/>
              <a:gd name="connsiteY1-114" fmla="*/ 3630 h 10172904"/>
              <a:gd name="connsiteX2-115" fmla="*/ 10161248 w 10161319"/>
              <a:gd name="connsiteY2-116" fmla="*/ 5088248 h 10172904"/>
              <a:gd name="connsiteX3-117" fmla="*/ 5068146 w 10161319"/>
              <a:gd name="connsiteY3-118" fmla="*/ 10172866 h 10172904"/>
              <a:gd name="connsiteX4-119" fmla="*/ 1169 w 10161319"/>
              <a:gd name="connsiteY4-120" fmla="*/ 5022934 h 10172904"/>
              <a:gd name="connsiteX0-121" fmla="*/ 103187 w 10263335"/>
              <a:gd name="connsiteY0-122" fmla="*/ 5113819 h 10263789"/>
              <a:gd name="connsiteX1-123" fmla="*/ 2024840 w 10263335"/>
              <a:gd name="connsiteY1-124" fmla="*/ 2110945 h 10263789"/>
              <a:gd name="connsiteX2-125" fmla="*/ 5170164 w 10263335"/>
              <a:gd name="connsiteY2-126" fmla="*/ 94515 h 10263789"/>
              <a:gd name="connsiteX3-127" fmla="*/ 10263266 w 10263335"/>
              <a:gd name="connsiteY3-128" fmla="*/ 5179133 h 10263789"/>
              <a:gd name="connsiteX4-129" fmla="*/ 5170164 w 10263335"/>
              <a:gd name="connsiteY4-130" fmla="*/ 10263751 h 10263789"/>
              <a:gd name="connsiteX5" fmla="*/ 103187 w 10263335"/>
              <a:gd name="connsiteY5" fmla="*/ 5113819 h 10263789"/>
              <a:gd name="connsiteX0-131" fmla="*/ 1861 w 10162009"/>
              <a:gd name="connsiteY0-132" fmla="*/ 5113819 h 10263789"/>
              <a:gd name="connsiteX1-133" fmla="*/ 1923514 w 10162009"/>
              <a:gd name="connsiteY1-134" fmla="*/ 2110945 h 10263789"/>
              <a:gd name="connsiteX2-135" fmla="*/ 5068838 w 10162009"/>
              <a:gd name="connsiteY2-136" fmla="*/ 94515 h 10263789"/>
              <a:gd name="connsiteX3-137" fmla="*/ 10161940 w 10162009"/>
              <a:gd name="connsiteY3-138" fmla="*/ 5179133 h 10263789"/>
              <a:gd name="connsiteX4-139" fmla="*/ 5068838 w 10162009"/>
              <a:gd name="connsiteY4-140" fmla="*/ 10263751 h 10263789"/>
              <a:gd name="connsiteX5-141" fmla="*/ 1861 w 10162009"/>
              <a:gd name="connsiteY5-142" fmla="*/ 5113819 h 10263789"/>
              <a:gd name="connsiteX0-143" fmla="*/ 14 w 10160162"/>
              <a:gd name="connsiteY0-144" fmla="*/ 5113819 h 10363262"/>
              <a:gd name="connsiteX1-145" fmla="*/ 1921667 w 10160162"/>
              <a:gd name="connsiteY1-146" fmla="*/ 2110945 h 10363262"/>
              <a:gd name="connsiteX2-147" fmla="*/ 5066991 w 10160162"/>
              <a:gd name="connsiteY2-148" fmla="*/ 94515 h 10363262"/>
              <a:gd name="connsiteX3-149" fmla="*/ 10160093 w 10160162"/>
              <a:gd name="connsiteY3-150" fmla="*/ 5179133 h 10363262"/>
              <a:gd name="connsiteX4-151" fmla="*/ 5066991 w 10160162"/>
              <a:gd name="connsiteY4-152" fmla="*/ 10263751 h 10363262"/>
              <a:gd name="connsiteX5-153" fmla="*/ 1895541 w 10160162"/>
              <a:gd name="connsiteY5-154" fmla="*/ 8289677 h 10363262"/>
              <a:gd name="connsiteX6" fmla="*/ 14 w 10160162"/>
              <a:gd name="connsiteY6" fmla="*/ 5113819 h 10363262"/>
              <a:gd name="connsiteX0-155" fmla="*/ 52 w 10160200"/>
              <a:gd name="connsiteY0-156" fmla="*/ 5113819 h 10363262"/>
              <a:gd name="connsiteX1-157" fmla="*/ 1921705 w 10160200"/>
              <a:gd name="connsiteY1-158" fmla="*/ 2110945 h 10363262"/>
              <a:gd name="connsiteX2-159" fmla="*/ 5067029 w 10160200"/>
              <a:gd name="connsiteY2-160" fmla="*/ 94515 h 10363262"/>
              <a:gd name="connsiteX3-161" fmla="*/ 10160131 w 10160200"/>
              <a:gd name="connsiteY3-162" fmla="*/ 5179133 h 10363262"/>
              <a:gd name="connsiteX4-163" fmla="*/ 5067029 w 10160200"/>
              <a:gd name="connsiteY4-164" fmla="*/ 10263751 h 10363262"/>
              <a:gd name="connsiteX5-165" fmla="*/ 1895579 w 10160200"/>
              <a:gd name="connsiteY5-166" fmla="*/ 8289677 h 10363262"/>
              <a:gd name="connsiteX6-167" fmla="*/ 52 w 10160200"/>
              <a:gd name="connsiteY6-168" fmla="*/ 5113819 h 10363262"/>
              <a:gd name="connsiteX0-169" fmla="*/ 53 w 10147138"/>
              <a:gd name="connsiteY0-170" fmla="*/ 5153008 h 10363262"/>
              <a:gd name="connsiteX1-171" fmla="*/ 1908643 w 10147138"/>
              <a:gd name="connsiteY1-172" fmla="*/ 2110945 h 10363262"/>
              <a:gd name="connsiteX2-173" fmla="*/ 5053967 w 10147138"/>
              <a:gd name="connsiteY2-174" fmla="*/ 94515 h 10363262"/>
              <a:gd name="connsiteX3-175" fmla="*/ 10147069 w 10147138"/>
              <a:gd name="connsiteY3-176" fmla="*/ 5179133 h 10363262"/>
              <a:gd name="connsiteX4-177" fmla="*/ 5053967 w 10147138"/>
              <a:gd name="connsiteY4-178" fmla="*/ 10263751 h 10363262"/>
              <a:gd name="connsiteX5-179" fmla="*/ 1882517 w 10147138"/>
              <a:gd name="connsiteY5-180" fmla="*/ 8289677 h 10363262"/>
              <a:gd name="connsiteX6-181" fmla="*/ 53 w 10147138"/>
              <a:gd name="connsiteY6-182" fmla="*/ 5153008 h 10363262"/>
              <a:gd name="connsiteX0-183" fmla="*/ 53 w 10147138"/>
              <a:gd name="connsiteY0-184" fmla="*/ 5153008 h 10363262"/>
              <a:gd name="connsiteX1-185" fmla="*/ 1908643 w 10147138"/>
              <a:gd name="connsiteY1-186" fmla="*/ 2110945 h 10363262"/>
              <a:gd name="connsiteX2-187" fmla="*/ 5053967 w 10147138"/>
              <a:gd name="connsiteY2-188" fmla="*/ 94515 h 10363262"/>
              <a:gd name="connsiteX3-189" fmla="*/ 10147069 w 10147138"/>
              <a:gd name="connsiteY3-190" fmla="*/ 5179133 h 10363262"/>
              <a:gd name="connsiteX4-191" fmla="*/ 5053967 w 10147138"/>
              <a:gd name="connsiteY4-192" fmla="*/ 10263751 h 10363262"/>
              <a:gd name="connsiteX5-193" fmla="*/ 1882517 w 10147138"/>
              <a:gd name="connsiteY5-194" fmla="*/ 8289677 h 10363262"/>
              <a:gd name="connsiteX6-195" fmla="*/ 53 w 10147138"/>
              <a:gd name="connsiteY6-196" fmla="*/ 5153008 h 10363262"/>
              <a:gd name="connsiteX0-197" fmla="*/ 53 w 10148595"/>
              <a:gd name="connsiteY0-198" fmla="*/ 5153008 h 10288781"/>
              <a:gd name="connsiteX1-199" fmla="*/ 1908643 w 10148595"/>
              <a:gd name="connsiteY1-200" fmla="*/ 2110945 h 10288781"/>
              <a:gd name="connsiteX2-201" fmla="*/ 5053967 w 10148595"/>
              <a:gd name="connsiteY2-202" fmla="*/ 94515 h 10288781"/>
              <a:gd name="connsiteX3-203" fmla="*/ 10147069 w 10148595"/>
              <a:gd name="connsiteY3-204" fmla="*/ 5179133 h 10288781"/>
              <a:gd name="connsiteX4-205" fmla="*/ 5550356 w 10148595"/>
              <a:gd name="connsiteY4-206" fmla="*/ 10185374 h 10288781"/>
              <a:gd name="connsiteX5-207" fmla="*/ 1882517 w 10148595"/>
              <a:gd name="connsiteY5-208" fmla="*/ 8289677 h 10288781"/>
              <a:gd name="connsiteX6-209" fmla="*/ 53 w 10148595"/>
              <a:gd name="connsiteY6-210" fmla="*/ 5153008 h 10288781"/>
              <a:gd name="connsiteX0-211" fmla="*/ 53 w 10148695"/>
              <a:gd name="connsiteY0-212" fmla="*/ 5153008 h 10280839"/>
              <a:gd name="connsiteX1-213" fmla="*/ 1908643 w 10148695"/>
              <a:gd name="connsiteY1-214" fmla="*/ 2110945 h 10280839"/>
              <a:gd name="connsiteX2-215" fmla="*/ 5053967 w 10148695"/>
              <a:gd name="connsiteY2-216" fmla="*/ 94515 h 10280839"/>
              <a:gd name="connsiteX3-217" fmla="*/ 10147069 w 10148695"/>
              <a:gd name="connsiteY3-218" fmla="*/ 5179133 h 10280839"/>
              <a:gd name="connsiteX4-219" fmla="*/ 5550356 w 10148695"/>
              <a:gd name="connsiteY4-220" fmla="*/ 10185374 h 10280839"/>
              <a:gd name="connsiteX5-221" fmla="*/ 1882517 w 10148695"/>
              <a:gd name="connsiteY5-222" fmla="*/ 8289677 h 10280839"/>
              <a:gd name="connsiteX6-223" fmla="*/ 53 w 10148695"/>
              <a:gd name="connsiteY6-224" fmla="*/ 5153008 h 10280839"/>
              <a:gd name="connsiteX0-225" fmla="*/ 53 w 10260549"/>
              <a:gd name="connsiteY0-226" fmla="*/ 5153008 h 10185642"/>
              <a:gd name="connsiteX1-227" fmla="*/ 1908643 w 10260549"/>
              <a:gd name="connsiteY1-228" fmla="*/ 2110945 h 10185642"/>
              <a:gd name="connsiteX2-229" fmla="*/ 5053967 w 10260549"/>
              <a:gd name="connsiteY2-230" fmla="*/ 94515 h 10185642"/>
              <a:gd name="connsiteX3-231" fmla="*/ 10147069 w 10260549"/>
              <a:gd name="connsiteY3-232" fmla="*/ 5179133 h 10185642"/>
              <a:gd name="connsiteX4-233" fmla="*/ 8348630 w 10260549"/>
              <a:gd name="connsiteY4-234" fmla="*/ 8172112 h 10185642"/>
              <a:gd name="connsiteX5-235" fmla="*/ 5550356 w 10260549"/>
              <a:gd name="connsiteY5-236" fmla="*/ 10185374 h 10185642"/>
              <a:gd name="connsiteX6-237" fmla="*/ 1882517 w 10260549"/>
              <a:gd name="connsiteY6-238" fmla="*/ 8289677 h 10185642"/>
              <a:gd name="connsiteX7" fmla="*/ 53 w 10260549"/>
              <a:gd name="connsiteY7" fmla="*/ 5153008 h 10185642"/>
              <a:gd name="connsiteX0-239" fmla="*/ 53 w 10149893"/>
              <a:gd name="connsiteY0-240" fmla="*/ 5130410 h 10163044"/>
              <a:gd name="connsiteX1-241" fmla="*/ 1908643 w 10149893"/>
              <a:gd name="connsiteY1-242" fmla="*/ 2088347 h 10163044"/>
              <a:gd name="connsiteX2-243" fmla="*/ 5053967 w 10149893"/>
              <a:gd name="connsiteY2-244" fmla="*/ 71917 h 10163044"/>
              <a:gd name="connsiteX3-245" fmla="*/ 10029503 w 10149893"/>
              <a:gd name="connsiteY3-246" fmla="*/ 4673210 h 10163044"/>
              <a:gd name="connsiteX4-247" fmla="*/ 8348630 w 10149893"/>
              <a:gd name="connsiteY4-248" fmla="*/ 8149514 h 10163044"/>
              <a:gd name="connsiteX5-249" fmla="*/ 5550356 w 10149893"/>
              <a:gd name="connsiteY5-250" fmla="*/ 10162776 h 10163044"/>
              <a:gd name="connsiteX6-251" fmla="*/ 1882517 w 10149893"/>
              <a:gd name="connsiteY6-252" fmla="*/ 8267079 h 10163044"/>
              <a:gd name="connsiteX7-253" fmla="*/ 53 w 10149893"/>
              <a:gd name="connsiteY7-254" fmla="*/ 5130410 h 10163044"/>
              <a:gd name="connsiteX0-255" fmla="*/ 53 w 10141398"/>
              <a:gd name="connsiteY0-256" fmla="*/ 5130410 h 10163044"/>
              <a:gd name="connsiteX1-257" fmla="*/ 1908643 w 10141398"/>
              <a:gd name="connsiteY1-258" fmla="*/ 2088347 h 10163044"/>
              <a:gd name="connsiteX2-259" fmla="*/ 5053967 w 10141398"/>
              <a:gd name="connsiteY2-260" fmla="*/ 71917 h 10163044"/>
              <a:gd name="connsiteX3-261" fmla="*/ 10029503 w 10141398"/>
              <a:gd name="connsiteY3-262" fmla="*/ 4673210 h 10163044"/>
              <a:gd name="connsiteX4-263" fmla="*/ 8348630 w 10141398"/>
              <a:gd name="connsiteY4-264" fmla="*/ 8149514 h 10163044"/>
              <a:gd name="connsiteX5-265" fmla="*/ 5550356 w 10141398"/>
              <a:gd name="connsiteY5-266" fmla="*/ 10162776 h 10163044"/>
              <a:gd name="connsiteX6-267" fmla="*/ 1882517 w 10141398"/>
              <a:gd name="connsiteY6-268" fmla="*/ 8267079 h 10163044"/>
              <a:gd name="connsiteX7-269" fmla="*/ 53 w 10141398"/>
              <a:gd name="connsiteY7-270" fmla="*/ 5130410 h 10163044"/>
              <a:gd name="connsiteX0-271" fmla="*/ 53 w 10120825"/>
              <a:gd name="connsiteY0-272" fmla="*/ 5130410 h 10163044"/>
              <a:gd name="connsiteX1-273" fmla="*/ 1908643 w 10120825"/>
              <a:gd name="connsiteY1-274" fmla="*/ 2088347 h 10163044"/>
              <a:gd name="connsiteX2-275" fmla="*/ 5053967 w 10120825"/>
              <a:gd name="connsiteY2-276" fmla="*/ 71917 h 10163044"/>
              <a:gd name="connsiteX3-277" fmla="*/ 10029503 w 10120825"/>
              <a:gd name="connsiteY3-278" fmla="*/ 4673210 h 10163044"/>
              <a:gd name="connsiteX4-279" fmla="*/ 8348630 w 10120825"/>
              <a:gd name="connsiteY4-280" fmla="*/ 8149514 h 10163044"/>
              <a:gd name="connsiteX5-281" fmla="*/ 5550356 w 10120825"/>
              <a:gd name="connsiteY5-282" fmla="*/ 10162776 h 10163044"/>
              <a:gd name="connsiteX6-283" fmla="*/ 1882517 w 10120825"/>
              <a:gd name="connsiteY6-284" fmla="*/ 8267079 h 10163044"/>
              <a:gd name="connsiteX7-285" fmla="*/ 53 w 10120825"/>
              <a:gd name="connsiteY7-286" fmla="*/ 5130410 h 10163044"/>
              <a:gd name="connsiteX0-287" fmla="*/ 54 w 10120826"/>
              <a:gd name="connsiteY0-288" fmla="*/ 5130410 h 10163044"/>
              <a:gd name="connsiteX1-289" fmla="*/ 1908644 w 10120826"/>
              <a:gd name="connsiteY1-290" fmla="*/ 2088347 h 10163044"/>
              <a:gd name="connsiteX2-291" fmla="*/ 5053968 w 10120826"/>
              <a:gd name="connsiteY2-292" fmla="*/ 71917 h 10163044"/>
              <a:gd name="connsiteX3-293" fmla="*/ 10029504 w 10120826"/>
              <a:gd name="connsiteY3-294" fmla="*/ 4673210 h 10163044"/>
              <a:gd name="connsiteX4-295" fmla="*/ 8348631 w 10120826"/>
              <a:gd name="connsiteY4-296" fmla="*/ 8149514 h 10163044"/>
              <a:gd name="connsiteX5-297" fmla="*/ 5550357 w 10120826"/>
              <a:gd name="connsiteY5-298" fmla="*/ 10162776 h 10163044"/>
              <a:gd name="connsiteX6-299" fmla="*/ 1882518 w 10120826"/>
              <a:gd name="connsiteY6-300" fmla="*/ 8267079 h 10163044"/>
              <a:gd name="connsiteX7-301" fmla="*/ 54 w 10120826"/>
              <a:gd name="connsiteY7-302" fmla="*/ 5130410 h 10163044"/>
              <a:gd name="connsiteX0-303" fmla="*/ 54 w 10120826"/>
              <a:gd name="connsiteY0-304" fmla="*/ 5130410 h 10163044"/>
              <a:gd name="connsiteX1-305" fmla="*/ 1908644 w 10120826"/>
              <a:gd name="connsiteY1-306" fmla="*/ 2088347 h 10163044"/>
              <a:gd name="connsiteX2-307" fmla="*/ 5053968 w 10120826"/>
              <a:gd name="connsiteY2-308" fmla="*/ 71917 h 10163044"/>
              <a:gd name="connsiteX3-309" fmla="*/ 10029504 w 10120826"/>
              <a:gd name="connsiteY3-310" fmla="*/ 4673210 h 10163044"/>
              <a:gd name="connsiteX4-311" fmla="*/ 8348631 w 10120826"/>
              <a:gd name="connsiteY4-312" fmla="*/ 8149514 h 10163044"/>
              <a:gd name="connsiteX5-313" fmla="*/ 5550357 w 10120826"/>
              <a:gd name="connsiteY5-314" fmla="*/ 10162776 h 10163044"/>
              <a:gd name="connsiteX6-315" fmla="*/ 1882518 w 10120826"/>
              <a:gd name="connsiteY6-316" fmla="*/ 8267079 h 10163044"/>
              <a:gd name="connsiteX7-317" fmla="*/ 54 w 10120826"/>
              <a:gd name="connsiteY7-318" fmla="*/ 5130410 h 10163044"/>
              <a:gd name="connsiteX0-319" fmla="*/ 54 w 10107041"/>
              <a:gd name="connsiteY0-320" fmla="*/ 5130410 h 10163044"/>
              <a:gd name="connsiteX1-321" fmla="*/ 1894859 w 10107041"/>
              <a:gd name="connsiteY1-322" fmla="*/ 2088347 h 10163044"/>
              <a:gd name="connsiteX2-323" fmla="*/ 5040183 w 10107041"/>
              <a:gd name="connsiteY2-324" fmla="*/ 71917 h 10163044"/>
              <a:gd name="connsiteX3-325" fmla="*/ 10015719 w 10107041"/>
              <a:gd name="connsiteY3-326" fmla="*/ 4673210 h 10163044"/>
              <a:gd name="connsiteX4-327" fmla="*/ 8334846 w 10107041"/>
              <a:gd name="connsiteY4-328" fmla="*/ 8149514 h 10163044"/>
              <a:gd name="connsiteX5-329" fmla="*/ 5536572 w 10107041"/>
              <a:gd name="connsiteY5-330" fmla="*/ 10162776 h 10163044"/>
              <a:gd name="connsiteX6-331" fmla="*/ 1868733 w 10107041"/>
              <a:gd name="connsiteY6-332" fmla="*/ 8267079 h 10163044"/>
              <a:gd name="connsiteX7-333" fmla="*/ 54 w 10107041"/>
              <a:gd name="connsiteY7-334" fmla="*/ 5130410 h 10163044"/>
              <a:gd name="connsiteX0-335" fmla="*/ 54 w 10130736"/>
              <a:gd name="connsiteY0-336" fmla="*/ 4928866 h 9961500"/>
              <a:gd name="connsiteX1-337" fmla="*/ 1894859 w 10130736"/>
              <a:gd name="connsiteY1-338" fmla="*/ 1886803 h 9961500"/>
              <a:gd name="connsiteX2-339" fmla="*/ 5139037 w 10130736"/>
              <a:gd name="connsiteY2-340" fmla="*/ 80438 h 9961500"/>
              <a:gd name="connsiteX3-341" fmla="*/ 10015719 w 10130736"/>
              <a:gd name="connsiteY3-342" fmla="*/ 4471666 h 9961500"/>
              <a:gd name="connsiteX4-343" fmla="*/ 8334846 w 10130736"/>
              <a:gd name="connsiteY4-344" fmla="*/ 7947970 h 9961500"/>
              <a:gd name="connsiteX5-345" fmla="*/ 5536572 w 10130736"/>
              <a:gd name="connsiteY5-346" fmla="*/ 9961232 h 9961500"/>
              <a:gd name="connsiteX6-347" fmla="*/ 1868733 w 10130736"/>
              <a:gd name="connsiteY6-348" fmla="*/ 8065535 h 9961500"/>
              <a:gd name="connsiteX7-349" fmla="*/ 54 w 10130736"/>
              <a:gd name="connsiteY7-350" fmla="*/ 4928866 h 9961500"/>
              <a:gd name="connsiteX0-351" fmla="*/ 54 w 10130736"/>
              <a:gd name="connsiteY0-352" fmla="*/ 4848429 h 9881063"/>
              <a:gd name="connsiteX1-353" fmla="*/ 1894859 w 10130736"/>
              <a:gd name="connsiteY1-354" fmla="*/ 1806366 h 9881063"/>
              <a:gd name="connsiteX2-355" fmla="*/ 5139037 w 10130736"/>
              <a:gd name="connsiteY2-356" fmla="*/ 1 h 9881063"/>
              <a:gd name="connsiteX3-357" fmla="*/ 10015719 w 10130736"/>
              <a:gd name="connsiteY3-358" fmla="*/ 4391229 h 9881063"/>
              <a:gd name="connsiteX4-359" fmla="*/ 8334846 w 10130736"/>
              <a:gd name="connsiteY4-360" fmla="*/ 7867533 h 9881063"/>
              <a:gd name="connsiteX5-361" fmla="*/ 5536572 w 10130736"/>
              <a:gd name="connsiteY5-362" fmla="*/ 9880795 h 9881063"/>
              <a:gd name="connsiteX6-363" fmla="*/ 1868733 w 10130736"/>
              <a:gd name="connsiteY6-364" fmla="*/ 7985098 h 9881063"/>
              <a:gd name="connsiteX7-365" fmla="*/ 54 w 10130736"/>
              <a:gd name="connsiteY7-366" fmla="*/ 4848429 h 9881063"/>
              <a:gd name="connsiteX0-367" fmla="*/ 54 w 10130736"/>
              <a:gd name="connsiteY0-368" fmla="*/ 5021423 h 10054057"/>
              <a:gd name="connsiteX1-369" fmla="*/ 1894859 w 10130736"/>
              <a:gd name="connsiteY1-370" fmla="*/ 1979360 h 10054057"/>
              <a:gd name="connsiteX2-371" fmla="*/ 5139037 w 10130736"/>
              <a:gd name="connsiteY2-372" fmla="*/ 0 h 10054057"/>
              <a:gd name="connsiteX3-373" fmla="*/ 10015719 w 10130736"/>
              <a:gd name="connsiteY3-374" fmla="*/ 4564223 h 10054057"/>
              <a:gd name="connsiteX4-375" fmla="*/ 8334846 w 10130736"/>
              <a:gd name="connsiteY4-376" fmla="*/ 8040527 h 10054057"/>
              <a:gd name="connsiteX5-377" fmla="*/ 5536572 w 10130736"/>
              <a:gd name="connsiteY5-378" fmla="*/ 10053789 h 10054057"/>
              <a:gd name="connsiteX6-379" fmla="*/ 1868733 w 10130736"/>
              <a:gd name="connsiteY6-380" fmla="*/ 8158092 h 10054057"/>
              <a:gd name="connsiteX7-381" fmla="*/ 54 w 10130736"/>
              <a:gd name="connsiteY7-382" fmla="*/ 5021423 h 10054057"/>
              <a:gd name="connsiteX0-383" fmla="*/ 54 w 10130736"/>
              <a:gd name="connsiteY0-384" fmla="*/ 5022202 h 10054836"/>
              <a:gd name="connsiteX1-385" fmla="*/ 1894859 w 10130736"/>
              <a:gd name="connsiteY1-386" fmla="*/ 1980139 h 10054836"/>
              <a:gd name="connsiteX2-387" fmla="*/ 5139037 w 10130736"/>
              <a:gd name="connsiteY2-388" fmla="*/ 779 h 10054836"/>
              <a:gd name="connsiteX3-389" fmla="*/ 10015719 w 10130736"/>
              <a:gd name="connsiteY3-390" fmla="*/ 4565002 h 10054836"/>
              <a:gd name="connsiteX4-391" fmla="*/ 8334846 w 10130736"/>
              <a:gd name="connsiteY4-392" fmla="*/ 8041306 h 10054836"/>
              <a:gd name="connsiteX5-393" fmla="*/ 5536572 w 10130736"/>
              <a:gd name="connsiteY5-394" fmla="*/ 10054568 h 10054836"/>
              <a:gd name="connsiteX6-395" fmla="*/ 1868733 w 10130736"/>
              <a:gd name="connsiteY6-396" fmla="*/ 8158871 h 10054836"/>
              <a:gd name="connsiteX7-397" fmla="*/ 54 w 10130736"/>
              <a:gd name="connsiteY7-398" fmla="*/ 5022202 h 10054836"/>
              <a:gd name="connsiteX0-399" fmla="*/ 54 w 10017214"/>
              <a:gd name="connsiteY0-400" fmla="*/ 5021946 h 10054580"/>
              <a:gd name="connsiteX1-401" fmla="*/ 1894859 w 10017214"/>
              <a:gd name="connsiteY1-402" fmla="*/ 1979883 h 10054580"/>
              <a:gd name="connsiteX2-403" fmla="*/ 5139037 w 10017214"/>
              <a:gd name="connsiteY2-404" fmla="*/ 523 h 10054580"/>
              <a:gd name="connsiteX3-405" fmla="*/ 8067587 w 10017214"/>
              <a:gd name="connsiteY3-406" fmla="*/ 1813597 h 10054580"/>
              <a:gd name="connsiteX4-407" fmla="*/ 10015719 w 10017214"/>
              <a:gd name="connsiteY4-408" fmla="*/ 4564746 h 10054580"/>
              <a:gd name="connsiteX5-409" fmla="*/ 8334846 w 10017214"/>
              <a:gd name="connsiteY5-410" fmla="*/ 8041050 h 10054580"/>
              <a:gd name="connsiteX6-411" fmla="*/ 5536572 w 10017214"/>
              <a:gd name="connsiteY6-412" fmla="*/ 10054312 h 10054580"/>
              <a:gd name="connsiteX7-413" fmla="*/ 1868733 w 10017214"/>
              <a:gd name="connsiteY7-414" fmla="*/ 8158615 h 10054580"/>
              <a:gd name="connsiteX8" fmla="*/ 54 w 10017214"/>
              <a:gd name="connsiteY8" fmla="*/ 5021946 h 10054580"/>
              <a:gd name="connsiteX0-415" fmla="*/ 54 w 10017214"/>
              <a:gd name="connsiteY0-416" fmla="*/ 5021723 h 10054357"/>
              <a:gd name="connsiteX1-417" fmla="*/ 1894859 w 10017214"/>
              <a:gd name="connsiteY1-418" fmla="*/ 1979660 h 10054357"/>
              <a:gd name="connsiteX2-419" fmla="*/ 5139037 w 10017214"/>
              <a:gd name="connsiteY2-420" fmla="*/ 300 h 10054357"/>
              <a:gd name="connsiteX3-421" fmla="*/ 8067587 w 10017214"/>
              <a:gd name="connsiteY3-422" fmla="*/ 1813374 h 10054357"/>
              <a:gd name="connsiteX4-423" fmla="*/ 10015719 w 10017214"/>
              <a:gd name="connsiteY4-424" fmla="*/ 4564523 h 10054357"/>
              <a:gd name="connsiteX5-425" fmla="*/ 8334846 w 10017214"/>
              <a:gd name="connsiteY5-426" fmla="*/ 8040827 h 10054357"/>
              <a:gd name="connsiteX6-427" fmla="*/ 5536572 w 10017214"/>
              <a:gd name="connsiteY6-428" fmla="*/ 10054089 h 10054357"/>
              <a:gd name="connsiteX7-429" fmla="*/ 1868733 w 10017214"/>
              <a:gd name="connsiteY7-430" fmla="*/ 8158392 h 10054357"/>
              <a:gd name="connsiteX8-431" fmla="*/ 54 w 10017214"/>
              <a:gd name="connsiteY8-432" fmla="*/ 5021723 h 10054357"/>
              <a:gd name="connsiteX0-433" fmla="*/ 54 w 10017214"/>
              <a:gd name="connsiteY0-434" fmla="*/ 5023500 h 10056134"/>
              <a:gd name="connsiteX1-435" fmla="*/ 1894859 w 10017214"/>
              <a:gd name="connsiteY1-436" fmla="*/ 1981437 h 10056134"/>
              <a:gd name="connsiteX2-437" fmla="*/ 5139037 w 10017214"/>
              <a:gd name="connsiteY2-438" fmla="*/ 2077 h 10056134"/>
              <a:gd name="connsiteX3-439" fmla="*/ 8067587 w 10017214"/>
              <a:gd name="connsiteY3-440" fmla="*/ 1815151 h 10056134"/>
              <a:gd name="connsiteX4-441" fmla="*/ 10015719 w 10017214"/>
              <a:gd name="connsiteY4-442" fmla="*/ 4566300 h 10056134"/>
              <a:gd name="connsiteX5-443" fmla="*/ 8334846 w 10017214"/>
              <a:gd name="connsiteY5-444" fmla="*/ 8042604 h 10056134"/>
              <a:gd name="connsiteX6-445" fmla="*/ 5536572 w 10017214"/>
              <a:gd name="connsiteY6-446" fmla="*/ 10055866 h 10056134"/>
              <a:gd name="connsiteX7-447" fmla="*/ 1868733 w 10017214"/>
              <a:gd name="connsiteY7-448" fmla="*/ 8160169 h 10056134"/>
              <a:gd name="connsiteX8-449" fmla="*/ 54 w 10017214"/>
              <a:gd name="connsiteY8-450" fmla="*/ 5023500 h 10056134"/>
              <a:gd name="connsiteX0-451" fmla="*/ 54 w 10140617"/>
              <a:gd name="connsiteY0-452" fmla="*/ 5023500 h 10056134"/>
              <a:gd name="connsiteX1-453" fmla="*/ 1894859 w 10140617"/>
              <a:gd name="connsiteY1-454" fmla="*/ 1981437 h 10056134"/>
              <a:gd name="connsiteX2-455" fmla="*/ 5139037 w 10140617"/>
              <a:gd name="connsiteY2-456" fmla="*/ 2077 h 10056134"/>
              <a:gd name="connsiteX3-457" fmla="*/ 8067587 w 10140617"/>
              <a:gd name="connsiteY3-458" fmla="*/ 1815151 h 10056134"/>
              <a:gd name="connsiteX4-459" fmla="*/ 10139286 w 10140617"/>
              <a:gd name="connsiteY4-460" fmla="*/ 5085284 h 10056134"/>
              <a:gd name="connsiteX5-461" fmla="*/ 8334846 w 10140617"/>
              <a:gd name="connsiteY5-462" fmla="*/ 8042604 h 10056134"/>
              <a:gd name="connsiteX6-463" fmla="*/ 5536572 w 10140617"/>
              <a:gd name="connsiteY6-464" fmla="*/ 10055866 h 10056134"/>
              <a:gd name="connsiteX7-465" fmla="*/ 1868733 w 10140617"/>
              <a:gd name="connsiteY7-466" fmla="*/ 8160169 h 10056134"/>
              <a:gd name="connsiteX8-467" fmla="*/ 54 w 10140617"/>
              <a:gd name="connsiteY8-468" fmla="*/ 5023500 h 10056134"/>
              <a:gd name="connsiteX0-469" fmla="*/ 54 w 10141707"/>
              <a:gd name="connsiteY0-470" fmla="*/ 5023500 h 10056134"/>
              <a:gd name="connsiteX1-471" fmla="*/ 1894859 w 10141707"/>
              <a:gd name="connsiteY1-472" fmla="*/ 1981437 h 10056134"/>
              <a:gd name="connsiteX2-473" fmla="*/ 5139037 w 10141707"/>
              <a:gd name="connsiteY2-474" fmla="*/ 2077 h 10056134"/>
              <a:gd name="connsiteX3-475" fmla="*/ 8067587 w 10141707"/>
              <a:gd name="connsiteY3-476" fmla="*/ 1815151 h 10056134"/>
              <a:gd name="connsiteX4-477" fmla="*/ 10139286 w 10141707"/>
              <a:gd name="connsiteY4-478" fmla="*/ 5085284 h 10056134"/>
              <a:gd name="connsiteX5-479" fmla="*/ 8334846 w 10141707"/>
              <a:gd name="connsiteY5-480" fmla="*/ 8042604 h 10056134"/>
              <a:gd name="connsiteX6-481" fmla="*/ 5536572 w 10141707"/>
              <a:gd name="connsiteY6-482" fmla="*/ 10055866 h 10056134"/>
              <a:gd name="connsiteX7-483" fmla="*/ 1868733 w 10141707"/>
              <a:gd name="connsiteY7-484" fmla="*/ 8160169 h 10056134"/>
              <a:gd name="connsiteX8-485" fmla="*/ 54 w 10141707"/>
              <a:gd name="connsiteY8-486" fmla="*/ 5023500 h 10056134"/>
              <a:gd name="connsiteX0-487" fmla="*/ 54 w 10141509"/>
              <a:gd name="connsiteY0-488" fmla="*/ 5023500 h 10056134"/>
              <a:gd name="connsiteX1-489" fmla="*/ 1894859 w 10141509"/>
              <a:gd name="connsiteY1-490" fmla="*/ 1981437 h 10056134"/>
              <a:gd name="connsiteX2-491" fmla="*/ 5139037 w 10141509"/>
              <a:gd name="connsiteY2-492" fmla="*/ 2077 h 10056134"/>
              <a:gd name="connsiteX3-493" fmla="*/ 8067587 w 10141509"/>
              <a:gd name="connsiteY3-494" fmla="*/ 1815151 h 10056134"/>
              <a:gd name="connsiteX4-495" fmla="*/ 10139286 w 10141509"/>
              <a:gd name="connsiteY4-496" fmla="*/ 5085284 h 10056134"/>
              <a:gd name="connsiteX5-497" fmla="*/ 8334846 w 10141509"/>
              <a:gd name="connsiteY5-498" fmla="*/ 8042604 h 10056134"/>
              <a:gd name="connsiteX6-499" fmla="*/ 5536572 w 10141509"/>
              <a:gd name="connsiteY6-500" fmla="*/ 10055866 h 10056134"/>
              <a:gd name="connsiteX7-501" fmla="*/ 1868733 w 10141509"/>
              <a:gd name="connsiteY7-502" fmla="*/ 8160169 h 10056134"/>
              <a:gd name="connsiteX8-503" fmla="*/ 54 w 10141509"/>
              <a:gd name="connsiteY8-504" fmla="*/ 5023500 h 10056134"/>
              <a:gd name="connsiteX0-505" fmla="*/ 54 w 10139298"/>
              <a:gd name="connsiteY0-506" fmla="*/ 5023500 h 10056134"/>
              <a:gd name="connsiteX1-507" fmla="*/ 1894859 w 10139298"/>
              <a:gd name="connsiteY1-508" fmla="*/ 1981437 h 10056134"/>
              <a:gd name="connsiteX2-509" fmla="*/ 5139037 w 10139298"/>
              <a:gd name="connsiteY2-510" fmla="*/ 2077 h 10056134"/>
              <a:gd name="connsiteX3-511" fmla="*/ 8067587 w 10139298"/>
              <a:gd name="connsiteY3-512" fmla="*/ 1815151 h 10056134"/>
              <a:gd name="connsiteX4-513" fmla="*/ 10139286 w 10139298"/>
              <a:gd name="connsiteY4-514" fmla="*/ 5085284 h 10056134"/>
              <a:gd name="connsiteX5-515" fmla="*/ 8334846 w 10139298"/>
              <a:gd name="connsiteY5-516" fmla="*/ 8042604 h 10056134"/>
              <a:gd name="connsiteX6-517" fmla="*/ 5536572 w 10139298"/>
              <a:gd name="connsiteY6-518" fmla="*/ 10055866 h 10056134"/>
              <a:gd name="connsiteX7-519" fmla="*/ 1868733 w 10139298"/>
              <a:gd name="connsiteY7-520" fmla="*/ 8160169 h 10056134"/>
              <a:gd name="connsiteX8-521" fmla="*/ 54 w 10139298"/>
              <a:gd name="connsiteY8-522" fmla="*/ 5023500 h 10056134"/>
              <a:gd name="connsiteX0-523" fmla="*/ 54 w 10140192"/>
              <a:gd name="connsiteY0-524" fmla="*/ 5023500 h 10056134"/>
              <a:gd name="connsiteX1-525" fmla="*/ 1894859 w 10140192"/>
              <a:gd name="connsiteY1-526" fmla="*/ 1981437 h 10056134"/>
              <a:gd name="connsiteX2-527" fmla="*/ 5139037 w 10140192"/>
              <a:gd name="connsiteY2-528" fmla="*/ 2077 h 10056134"/>
              <a:gd name="connsiteX3-529" fmla="*/ 8067587 w 10140192"/>
              <a:gd name="connsiteY3-530" fmla="*/ 1815151 h 10056134"/>
              <a:gd name="connsiteX4-531" fmla="*/ 10139286 w 10140192"/>
              <a:gd name="connsiteY4-532" fmla="*/ 5085284 h 10056134"/>
              <a:gd name="connsiteX5-533" fmla="*/ 8334846 w 10140192"/>
              <a:gd name="connsiteY5-534" fmla="*/ 8042604 h 10056134"/>
              <a:gd name="connsiteX6-535" fmla="*/ 5536572 w 10140192"/>
              <a:gd name="connsiteY6-536" fmla="*/ 10055866 h 10056134"/>
              <a:gd name="connsiteX7-537" fmla="*/ 1868733 w 10140192"/>
              <a:gd name="connsiteY7-538" fmla="*/ 8160169 h 10056134"/>
              <a:gd name="connsiteX8-539" fmla="*/ 54 w 10140192"/>
              <a:gd name="connsiteY8-540" fmla="*/ 5023500 h 10056134"/>
              <a:gd name="connsiteX0-541" fmla="*/ 54 w 10140192"/>
              <a:gd name="connsiteY0-542" fmla="*/ 5023500 h 10154965"/>
              <a:gd name="connsiteX1-543" fmla="*/ 1894859 w 10140192"/>
              <a:gd name="connsiteY1-544" fmla="*/ 1981437 h 10154965"/>
              <a:gd name="connsiteX2-545" fmla="*/ 5139037 w 10140192"/>
              <a:gd name="connsiteY2-546" fmla="*/ 2077 h 10154965"/>
              <a:gd name="connsiteX3-547" fmla="*/ 8067587 w 10140192"/>
              <a:gd name="connsiteY3-548" fmla="*/ 1815151 h 10154965"/>
              <a:gd name="connsiteX4-549" fmla="*/ 10139286 w 10140192"/>
              <a:gd name="connsiteY4-550" fmla="*/ 5085284 h 10154965"/>
              <a:gd name="connsiteX5-551" fmla="*/ 8334846 w 10140192"/>
              <a:gd name="connsiteY5-552" fmla="*/ 8042604 h 10154965"/>
              <a:gd name="connsiteX6-553" fmla="*/ 5178226 w 10140192"/>
              <a:gd name="connsiteY6-554" fmla="*/ 10154720 h 10154965"/>
              <a:gd name="connsiteX7-555" fmla="*/ 1868733 w 10140192"/>
              <a:gd name="connsiteY7-556" fmla="*/ 8160169 h 10154965"/>
              <a:gd name="connsiteX8-557" fmla="*/ 54 w 10140192"/>
              <a:gd name="connsiteY8-558" fmla="*/ 5023500 h 10154965"/>
              <a:gd name="connsiteX0-559" fmla="*/ 54 w 10140192"/>
              <a:gd name="connsiteY0-560" fmla="*/ 5023500 h 10156343"/>
              <a:gd name="connsiteX1-561" fmla="*/ 1894859 w 10140192"/>
              <a:gd name="connsiteY1-562" fmla="*/ 1981437 h 10156343"/>
              <a:gd name="connsiteX2-563" fmla="*/ 5139037 w 10140192"/>
              <a:gd name="connsiteY2-564" fmla="*/ 2077 h 10156343"/>
              <a:gd name="connsiteX3-565" fmla="*/ 8067587 w 10140192"/>
              <a:gd name="connsiteY3-566" fmla="*/ 1815151 h 10156343"/>
              <a:gd name="connsiteX4-567" fmla="*/ 10139286 w 10140192"/>
              <a:gd name="connsiteY4-568" fmla="*/ 5085284 h 10156343"/>
              <a:gd name="connsiteX5-569" fmla="*/ 8334846 w 10140192"/>
              <a:gd name="connsiteY5-570" fmla="*/ 8042604 h 10156343"/>
              <a:gd name="connsiteX6-571" fmla="*/ 5178226 w 10140192"/>
              <a:gd name="connsiteY6-572" fmla="*/ 10154720 h 10156343"/>
              <a:gd name="connsiteX7-573" fmla="*/ 1868733 w 10140192"/>
              <a:gd name="connsiteY7-574" fmla="*/ 8160169 h 10156343"/>
              <a:gd name="connsiteX8-575" fmla="*/ 54 w 10140192"/>
              <a:gd name="connsiteY8-576" fmla="*/ 5023500 h 10156343"/>
              <a:gd name="connsiteX0-577" fmla="*/ 54 w 10140192"/>
              <a:gd name="connsiteY0-578" fmla="*/ 5023500 h 10156343"/>
              <a:gd name="connsiteX1-579" fmla="*/ 1894859 w 10140192"/>
              <a:gd name="connsiteY1-580" fmla="*/ 1981437 h 10156343"/>
              <a:gd name="connsiteX2-581" fmla="*/ 5139037 w 10140192"/>
              <a:gd name="connsiteY2-582" fmla="*/ 2077 h 10156343"/>
              <a:gd name="connsiteX3-583" fmla="*/ 8067587 w 10140192"/>
              <a:gd name="connsiteY3-584" fmla="*/ 1815151 h 10156343"/>
              <a:gd name="connsiteX4-585" fmla="*/ 10139286 w 10140192"/>
              <a:gd name="connsiteY4-586" fmla="*/ 5085284 h 10156343"/>
              <a:gd name="connsiteX5-587" fmla="*/ 8334846 w 10140192"/>
              <a:gd name="connsiteY5-588" fmla="*/ 8042604 h 10156343"/>
              <a:gd name="connsiteX6-589" fmla="*/ 5178226 w 10140192"/>
              <a:gd name="connsiteY6-590" fmla="*/ 10154720 h 10156343"/>
              <a:gd name="connsiteX7-591" fmla="*/ 1868733 w 10140192"/>
              <a:gd name="connsiteY7-592" fmla="*/ 8160169 h 10156343"/>
              <a:gd name="connsiteX8-593" fmla="*/ 54 w 10140192"/>
              <a:gd name="connsiteY8-594" fmla="*/ 5023500 h 10156343"/>
              <a:gd name="connsiteX0-595" fmla="*/ 54 w 10140192"/>
              <a:gd name="connsiteY0-596" fmla="*/ 5023500 h 10155931"/>
              <a:gd name="connsiteX1-597" fmla="*/ 1894859 w 10140192"/>
              <a:gd name="connsiteY1-598" fmla="*/ 1981437 h 10155931"/>
              <a:gd name="connsiteX2-599" fmla="*/ 5139037 w 10140192"/>
              <a:gd name="connsiteY2-600" fmla="*/ 2077 h 10155931"/>
              <a:gd name="connsiteX3-601" fmla="*/ 8067587 w 10140192"/>
              <a:gd name="connsiteY3-602" fmla="*/ 1815151 h 10155931"/>
              <a:gd name="connsiteX4-603" fmla="*/ 10139286 w 10140192"/>
              <a:gd name="connsiteY4-604" fmla="*/ 5085284 h 10155931"/>
              <a:gd name="connsiteX5-605" fmla="*/ 8334846 w 10140192"/>
              <a:gd name="connsiteY5-606" fmla="*/ 8042604 h 10155931"/>
              <a:gd name="connsiteX6-607" fmla="*/ 5178226 w 10140192"/>
              <a:gd name="connsiteY6-608" fmla="*/ 10154720 h 10155931"/>
              <a:gd name="connsiteX7-609" fmla="*/ 1868733 w 10140192"/>
              <a:gd name="connsiteY7-610" fmla="*/ 8160169 h 10155931"/>
              <a:gd name="connsiteX8-611" fmla="*/ 54 w 10140192"/>
              <a:gd name="connsiteY8-612" fmla="*/ 5023500 h 10155931"/>
              <a:gd name="connsiteX0-613" fmla="*/ 54 w 10140192"/>
              <a:gd name="connsiteY0-614" fmla="*/ 5023500 h 10155931"/>
              <a:gd name="connsiteX1-615" fmla="*/ 1894859 w 10140192"/>
              <a:gd name="connsiteY1-616" fmla="*/ 1981437 h 10155931"/>
              <a:gd name="connsiteX2-617" fmla="*/ 5139037 w 10140192"/>
              <a:gd name="connsiteY2-618" fmla="*/ 2077 h 10155931"/>
              <a:gd name="connsiteX3-619" fmla="*/ 8067587 w 10140192"/>
              <a:gd name="connsiteY3-620" fmla="*/ 1815151 h 10155931"/>
              <a:gd name="connsiteX4-621" fmla="*/ 10139286 w 10140192"/>
              <a:gd name="connsiteY4-622" fmla="*/ 5085284 h 10155931"/>
              <a:gd name="connsiteX5-623" fmla="*/ 8334846 w 10140192"/>
              <a:gd name="connsiteY5-624" fmla="*/ 8042604 h 10155931"/>
              <a:gd name="connsiteX6-625" fmla="*/ 5178226 w 10140192"/>
              <a:gd name="connsiteY6-626" fmla="*/ 10154720 h 10155931"/>
              <a:gd name="connsiteX7-627" fmla="*/ 1868733 w 10140192"/>
              <a:gd name="connsiteY7-628" fmla="*/ 8160169 h 10155931"/>
              <a:gd name="connsiteX8-629" fmla="*/ 54 w 10140192"/>
              <a:gd name="connsiteY8-630" fmla="*/ 5023500 h 10155931"/>
              <a:gd name="connsiteX0-631" fmla="*/ 3857 w 10143995"/>
              <a:gd name="connsiteY0-632" fmla="*/ 5023500 h 10155931"/>
              <a:gd name="connsiteX1-633" fmla="*/ 1898662 w 10143995"/>
              <a:gd name="connsiteY1-634" fmla="*/ 1981437 h 10155931"/>
              <a:gd name="connsiteX2-635" fmla="*/ 5142840 w 10143995"/>
              <a:gd name="connsiteY2-636" fmla="*/ 2077 h 10155931"/>
              <a:gd name="connsiteX3-637" fmla="*/ 8071390 w 10143995"/>
              <a:gd name="connsiteY3-638" fmla="*/ 1815151 h 10155931"/>
              <a:gd name="connsiteX4-639" fmla="*/ 10143089 w 10143995"/>
              <a:gd name="connsiteY4-640" fmla="*/ 5085284 h 10155931"/>
              <a:gd name="connsiteX5-641" fmla="*/ 8338649 w 10143995"/>
              <a:gd name="connsiteY5-642" fmla="*/ 8042604 h 10155931"/>
              <a:gd name="connsiteX6-643" fmla="*/ 5182029 w 10143995"/>
              <a:gd name="connsiteY6-644" fmla="*/ 10154720 h 10155931"/>
              <a:gd name="connsiteX7-645" fmla="*/ 1872536 w 10143995"/>
              <a:gd name="connsiteY7-646" fmla="*/ 8160169 h 10155931"/>
              <a:gd name="connsiteX8-647" fmla="*/ 3857 w 10143995"/>
              <a:gd name="connsiteY8-648" fmla="*/ 5023500 h 10155931"/>
              <a:gd name="connsiteX0-649" fmla="*/ 3857 w 10143995"/>
              <a:gd name="connsiteY0-650" fmla="*/ 5023500 h 10155907"/>
              <a:gd name="connsiteX1-651" fmla="*/ 1898662 w 10143995"/>
              <a:gd name="connsiteY1-652" fmla="*/ 1981437 h 10155907"/>
              <a:gd name="connsiteX2-653" fmla="*/ 5142840 w 10143995"/>
              <a:gd name="connsiteY2-654" fmla="*/ 2077 h 10155907"/>
              <a:gd name="connsiteX3-655" fmla="*/ 8071390 w 10143995"/>
              <a:gd name="connsiteY3-656" fmla="*/ 1815151 h 10155907"/>
              <a:gd name="connsiteX4-657" fmla="*/ 10143089 w 10143995"/>
              <a:gd name="connsiteY4-658" fmla="*/ 5085284 h 10155907"/>
              <a:gd name="connsiteX5-659" fmla="*/ 8338649 w 10143995"/>
              <a:gd name="connsiteY5-660" fmla="*/ 8042604 h 10155907"/>
              <a:gd name="connsiteX6-661" fmla="*/ 5182029 w 10143995"/>
              <a:gd name="connsiteY6-662" fmla="*/ 10154720 h 10155907"/>
              <a:gd name="connsiteX7-663" fmla="*/ 1872536 w 10143995"/>
              <a:gd name="connsiteY7-664" fmla="*/ 8160169 h 10155907"/>
              <a:gd name="connsiteX8-665" fmla="*/ 3857 w 10143995"/>
              <a:gd name="connsiteY8-666" fmla="*/ 5023500 h 10155907"/>
              <a:gd name="connsiteX0-667" fmla="*/ 57 w 10140195"/>
              <a:gd name="connsiteY0-668" fmla="*/ 5023500 h 10155907"/>
              <a:gd name="connsiteX1-669" fmla="*/ 1894862 w 10140195"/>
              <a:gd name="connsiteY1-670" fmla="*/ 1981437 h 10155907"/>
              <a:gd name="connsiteX2-671" fmla="*/ 5139040 w 10140195"/>
              <a:gd name="connsiteY2-672" fmla="*/ 2077 h 10155907"/>
              <a:gd name="connsiteX3-673" fmla="*/ 8067590 w 10140195"/>
              <a:gd name="connsiteY3-674" fmla="*/ 1815151 h 10155907"/>
              <a:gd name="connsiteX4-675" fmla="*/ 10139289 w 10140195"/>
              <a:gd name="connsiteY4-676" fmla="*/ 5085284 h 10155907"/>
              <a:gd name="connsiteX5-677" fmla="*/ 8334849 w 10140195"/>
              <a:gd name="connsiteY5-678" fmla="*/ 8042604 h 10155907"/>
              <a:gd name="connsiteX6-679" fmla="*/ 5178229 w 10140195"/>
              <a:gd name="connsiteY6-680" fmla="*/ 10154720 h 10155907"/>
              <a:gd name="connsiteX7-681" fmla="*/ 1868736 w 10140195"/>
              <a:gd name="connsiteY7-682" fmla="*/ 8160169 h 10155907"/>
              <a:gd name="connsiteX8-683" fmla="*/ 57 w 10140195"/>
              <a:gd name="connsiteY8-684" fmla="*/ 5023500 h 10155907"/>
              <a:gd name="connsiteX0-685" fmla="*/ 787 w 10140925"/>
              <a:gd name="connsiteY0-686" fmla="*/ 5023500 h 10155907"/>
              <a:gd name="connsiteX1-687" fmla="*/ 1895592 w 10140925"/>
              <a:gd name="connsiteY1-688" fmla="*/ 1981437 h 10155907"/>
              <a:gd name="connsiteX2-689" fmla="*/ 5139770 w 10140925"/>
              <a:gd name="connsiteY2-690" fmla="*/ 2077 h 10155907"/>
              <a:gd name="connsiteX3-691" fmla="*/ 8068320 w 10140925"/>
              <a:gd name="connsiteY3-692" fmla="*/ 1815151 h 10155907"/>
              <a:gd name="connsiteX4-693" fmla="*/ 10140019 w 10140925"/>
              <a:gd name="connsiteY4-694" fmla="*/ 5085284 h 10155907"/>
              <a:gd name="connsiteX5-695" fmla="*/ 8335579 w 10140925"/>
              <a:gd name="connsiteY5-696" fmla="*/ 8042604 h 10155907"/>
              <a:gd name="connsiteX6-697" fmla="*/ 5178959 w 10140925"/>
              <a:gd name="connsiteY6-698" fmla="*/ 10154720 h 10155907"/>
              <a:gd name="connsiteX7-699" fmla="*/ 1869466 w 10140925"/>
              <a:gd name="connsiteY7-700" fmla="*/ 8160169 h 10155907"/>
              <a:gd name="connsiteX8-701" fmla="*/ 787 w 10140925"/>
              <a:gd name="connsiteY8-702" fmla="*/ 5023500 h 10155907"/>
              <a:gd name="connsiteX0-703" fmla="*/ 787 w 10140925"/>
              <a:gd name="connsiteY0-704" fmla="*/ 5023500 h 10155907"/>
              <a:gd name="connsiteX1-705" fmla="*/ 1895592 w 10140925"/>
              <a:gd name="connsiteY1-706" fmla="*/ 1981437 h 10155907"/>
              <a:gd name="connsiteX2-707" fmla="*/ 5139770 w 10140925"/>
              <a:gd name="connsiteY2-708" fmla="*/ 2077 h 10155907"/>
              <a:gd name="connsiteX3-709" fmla="*/ 8068320 w 10140925"/>
              <a:gd name="connsiteY3-710" fmla="*/ 1815151 h 10155907"/>
              <a:gd name="connsiteX4-711" fmla="*/ 10140019 w 10140925"/>
              <a:gd name="connsiteY4-712" fmla="*/ 5085284 h 10155907"/>
              <a:gd name="connsiteX5-713" fmla="*/ 8335579 w 10140925"/>
              <a:gd name="connsiteY5-714" fmla="*/ 8042604 h 10155907"/>
              <a:gd name="connsiteX6-715" fmla="*/ 5178959 w 10140925"/>
              <a:gd name="connsiteY6-716" fmla="*/ 10154720 h 10155907"/>
              <a:gd name="connsiteX7-717" fmla="*/ 1869466 w 10140925"/>
              <a:gd name="connsiteY7-718" fmla="*/ 8160169 h 10155907"/>
              <a:gd name="connsiteX8-719" fmla="*/ 787 w 10140925"/>
              <a:gd name="connsiteY8-720" fmla="*/ 5023500 h 10155907"/>
              <a:gd name="connsiteX0-721" fmla="*/ 787 w 10140925"/>
              <a:gd name="connsiteY0-722" fmla="*/ 5023480 h 10155887"/>
              <a:gd name="connsiteX1-723" fmla="*/ 1895592 w 10140925"/>
              <a:gd name="connsiteY1-724" fmla="*/ 1981417 h 10155887"/>
              <a:gd name="connsiteX2-725" fmla="*/ 5139770 w 10140925"/>
              <a:gd name="connsiteY2-726" fmla="*/ 2057 h 10155887"/>
              <a:gd name="connsiteX3-727" fmla="*/ 8068320 w 10140925"/>
              <a:gd name="connsiteY3-728" fmla="*/ 1815131 h 10155887"/>
              <a:gd name="connsiteX4-729" fmla="*/ 10140019 w 10140925"/>
              <a:gd name="connsiteY4-730" fmla="*/ 5085264 h 10155887"/>
              <a:gd name="connsiteX5-731" fmla="*/ 8335579 w 10140925"/>
              <a:gd name="connsiteY5-732" fmla="*/ 8042584 h 10155887"/>
              <a:gd name="connsiteX6-733" fmla="*/ 5178959 w 10140925"/>
              <a:gd name="connsiteY6-734" fmla="*/ 10154700 h 10155887"/>
              <a:gd name="connsiteX7-735" fmla="*/ 1869466 w 10140925"/>
              <a:gd name="connsiteY7-736" fmla="*/ 8160149 h 10155887"/>
              <a:gd name="connsiteX8-737" fmla="*/ 787 w 10140925"/>
              <a:gd name="connsiteY8-738" fmla="*/ 5023480 h 10155887"/>
              <a:gd name="connsiteX0-739" fmla="*/ 787 w 10140925"/>
              <a:gd name="connsiteY0-740" fmla="*/ 5022720 h 10155127"/>
              <a:gd name="connsiteX1-741" fmla="*/ 1895592 w 10140925"/>
              <a:gd name="connsiteY1-742" fmla="*/ 1980657 h 10155127"/>
              <a:gd name="connsiteX2-743" fmla="*/ 5139770 w 10140925"/>
              <a:gd name="connsiteY2-744" fmla="*/ 1297 h 10155127"/>
              <a:gd name="connsiteX3-745" fmla="*/ 8068320 w 10140925"/>
              <a:gd name="connsiteY3-746" fmla="*/ 1814371 h 10155127"/>
              <a:gd name="connsiteX4-747" fmla="*/ 10140019 w 10140925"/>
              <a:gd name="connsiteY4-748" fmla="*/ 5084504 h 10155127"/>
              <a:gd name="connsiteX5-749" fmla="*/ 8335579 w 10140925"/>
              <a:gd name="connsiteY5-750" fmla="*/ 8041824 h 10155127"/>
              <a:gd name="connsiteX6-751" fmla="*/ 5178959 w 10140925"/>
              <a:gd name="connsiteY6-752" fmla="*/ 10153940 h 10155127"/>
              <a:gd name="connsiteX7-753" fmla="*/ 1869466 w 10140925"/>
              <a:gd name="connsiteY7-754" fmla="*/ 8159389 h 10155127"/>
              <a:gd name="connsiteX8-755" fmla="*/ 787 w 10140925"/>
              <a:gd name="connsiteY8-756" fmla="*/ 5022720 h 10155127"/>
              <a:gd name="connsiteX0-757" fmla="*/ 787 w 10140925"/>
              <a:gd name="connsiteY0-758" fmla="*/ 5022739 h 10155146"/>
              <a:gd name="connsiteX1-759" fmla="*/ 1895592 w 10140925"/>
              <a:gd name="connsiteY1-760" fmla="*/ 1980676 h 10155146"/>
              <a:gd name="connsiteX2-761" fmla="*/ 5139770 w 10140925"/>
              <a:gd name="connsiteY2-762" fmla="*/ 1316 h 10155146"/>
              <a:gd name="connsiteX3-763" fmla="*/ 8068320 w 10140925"/>
              <a:gd name="connsiteY3-764" fmla="*/ 1814390 h 10155146"/>
              <a:gd name="connsiteX4-765" fmla="*/ 10140019 w 10140925"/>
              <a:gd name="connsiteY4-766" fmla="*/ 5084523 h 10155146"/>
              <a:gd name="connsiteX5-767" fmla="*/ 8335579 w 10140925"/>
              <a:gd name="connsiteY5-768" fmla="*/ 8041843 h 10155146"/>
              <a:gd name="connsiteX6-769" fmla="*/ 5178959 w 10140925"/>
              <a:gd name="connsiteY6-770" fmla="*/ 10153959 h 10155146"/>
              <a:gd name="connsiteX7-771" fmla="*/ 1869466 w 10140925"/>
              <a:gd name="connsiteY7-772" fmla="*/ 8159408 h 10155146"/>
              <a:gd name="connsiteX8-773" fmla="*/ 787 w 10140925"/>
              <a:gd name="connsiteY8-774" fmla="*/ 5022739 h 10155146"/>
              <a:gd name="connsiteX0-775" fmla="*/ 787 w 10140925"/>
              <a:gd name="connsiteY0-776" fmla="*/ 5021567 h 10153974"/>
              <a:gd name="connsiteX1-777" fmla="*/ 1895592 w 10140925"/>
              <a:gd name="connsiteY1-778" fmla="*/ 1979504 h 10153974"/>
              <a:gd name="connsiteX2-779" fmla="*/ 5139770 w 10140925"/>
              <a:gd name="connsiteY2-780" fmla="*/ 144 h 10153974"/>
              <a:gd name="connsiteX3-781" fmla="*/ 8068320 w 10140925"/>
              <a:gd name="connsiteY3-782" fmla="*/ 1813218 h 10153974"/>
              <a:gd name="connsiteX4-783" fmla="*/ 10140019 w 10140925"/>
              <a:gd name="connsiteY4-784" fmla="*/ 5083351 h 10153974"/>
              <a:gd name="connsiteX5-785" fmla="*/ 8335579 w 10140925"/>
              <a:gd name="connsiteY5-786" fmla="*/ 8040671 h 10153974"/>
              <a:gd name="connsiteX6-787" fmla="*/ 5178959 w 10140925"/>
              <a:gd name="connsiteY6-788" fmla="*/ 10152787 h 10153974"/>
              <a:gd name="connsiteX7-789" fmla="*/ 1869466 w 10140925"/>
              <a:gd name="connsiteY7-790" fmla="*/ 8158236 h 10153974"/>
              <a:gd name="connsiteX8-791" fmla="*/ 787 w 10140925"/>
              <a:gd name="connsiteY8-792" fmla="*/ 5021567 h 10153974"/>
              <a:gd name="connsiteX0-793" fmla="*/ 787 w 10140925"/>
              <a:gd name="connsiteY0-794" fmla="*/ 5015305 h 10147712"/>
              <a:gd name="connsiteX1-795" fmla="*/ 1895592 w 10140925"/>
              <a:gd name="connsiteY1-796" fmla="*/ 1973242 h 10147712"/>
              <a:gd name="connsiteX2-797" fmla="*/ 5039562 w 10140925"/>
              <a:gd name="connsiteY2-798" fmla="*/ 145 h 10147712"/>
              <a:gd name="connsiteX3-799" fmla="*/ 8068320 w 10140925"/>
              <a:gd name="connsiteY3-800" fmla="*/ 1806956 h 10147712"/>
              <a:gd name="connsiteX4-801" fmla="*/ 10140019 w 10140925"/>
              <a:gd name="connsiteY4-802" fmla="*/ 5077089 h 10147712"/>
              <a:gd name="connsiteX5-803" fmla="*/ 8335579 w 10140925"/>
              <a:gd name="connsiteY5-804" fmla="*/ 8034409 h 10147712"/>
              <a:gd name="connsiteX6-805" fmla="*/ 5178959 w 10140925"/>
              <a:gd name="connsiteY6-806" fmla="*/ 10146525 h 10147712"/>
              <a:gd name="connsiteX7-807" fmla="*/ 1869466 w 10140925"/>
              <a:gd name="connsiteY7-808" fmla="*/ 8151974 h 10147712"/>
              <a:gd name="connsiteX8-809" fmla="*/ 787 w 10140925"/>
              <a:gd name="connsiteY8-810" fmla="*/ 5015305 h 10147712"/>
              <a:gd name="connsiteX0-811" fmla="*/ 787 w 10140925"/>
              <a:gd name="connsiteY0-812" fmla="*/ 5015164 h 10147571"/>
              <a:gd name="connsiteX1-813" fmla="*/ 1895592 w 10140925"/>
              <a:gd name="connsiteY1-814" fmla="*/ 1973101 h 10147571"/>
              <a:gd name="connsiteX2-815" fmla="*/ 5039562 w 10140925"/>
              <a:gd name="connsiteY2-816" fmla="*/ 4 h 10147571"/>
              <a:gd name="connsiteX3-817" fmla="*/ 8068320 w 10140925"/>
              <a:gd name="connsiteY3-818" fmla="*/ 1806815 h 10147571"/>
              <a:gd name="connsiteX4-819" fmla="*/ 10140019 w 10140925"/>
              <a:gd name="connsiteY4-820" fmla="*/ 5076948 h 10147571"/>
              <a:gd name="connsiteX5-821" fmla="*/ 8335579 w 10140925"/>
              <a:gd name="connsiteY5-822" fmla="*/ 8034268 h 10147571"/>
              <a:gd name="connsiteX6-823" fmla="*/ 5178959 w 10140925"/>
              <a:gd name="connsiteY6-824" fmla="*/ 10146384 h 10147571"/>
              <a:gd name="connsiteX7-825" fmla="*/ 1869466 w 10140925"/>
              <a:gd name="connsiteY7-826" fmla="*/ 8151833 h 10147571"/>
              <a:gd name="connsiteX8-827" fmla="*/ 787 w 10140925"/>
              <a:gd name="connsiteY8-828" fmla="*/ 5015164 h 10147571"/>
              <a:gd name="connsiteX0-829" fmla="*/ 787 w 10140079"/>
              <a:gd name="connsiteY0-830" fmla="*/ 5015164 h 10147571"/>
              <a:gd name="connsiteX1-831" fmla="*/ 1895592 w 10140079"/>
              <a:gd name="connsiteY1-832" fmla="*/ 1973101 h 10147571"/>
              <a:gd name="connsiteX2-833" fmla="*/ 5039562 w 10140079"/>
              <a:gd name="connsiteY2-834" fmla="*/ 4 h 10147571"/>
              <a:gd name="connsiteX3-835" fmla="*/ 8068320 w 10140079"/>
              <a:gd name="connsiteY3-836" fmla="*/ 1806815 h 10147571"/>
              <a:gd name="connsiteX4-837" fmla="*/ 10140019 w 10140079"/>
              <a:gd name="connsiteY4-838" fmla="*/ 5076948 h 10147571"/>
              <a:gd name="connsiteX5-839" fmla="*/ 8335579 w 10140079"/>
              <a:gd name="connsiteY5-840" fmla="*/ 8034268 h 10147571"/>
              <a:gd name="connsiteX6-841" fmla="*/ 5178959 w 10140079"/>
              <a:gd name="connsiteY6-842" fmla="*/ 10146384 h 10147571"/>
              <a:gd name="connsiteX7-843" fmla="*/ 1869466 w 10140079"/>
              <a:gd name="connsiteY7-844" fmla="*/ 8151833 h 10147571"/>
              <a:gd name="connsiteX8-845" fmla="*/ 787 w 10140079"/>
              <a:gd name="connsiteY8-846" fmla="*/ 5015164 h 10147571"/>
              <a:gd name="connsiteX0-847" fmla="*/ 787 w 10142684"/>
              <a:gd name="connsiteY0-848" fmla="*/ 5015164 h 10147571"/>
              <a:gd name="connsiteX1-849" fmla="*/ 1895592 w 10142684"/>
              <a:gd name="connsiteY1-850" fmla="*/ 1973101 h 10147571"/>
              <a:gd name="connsiteX2-851" fmla="*/ 5039562 w 10142684"/>
              <a:gd name="connsiteY2-852" fmla="*/ 4 h 10147571"/>
              <a:gd name="connsiteX3-853" fmla="*/ 8068320 w 10142684"/>
              <a:gd name="connsiteY3-854" fmla="*/ 1806815 h 10147571"/>
              <a:gd name="connsiteX4-855" fmla="*/ 10140019 w 10142684"/>
              <a:gd name="connsiteY4-856" fmla="*/ 5076948 h 10147571"/>
              <a:gd name="connsiteX5-857" fmla="*/ 8335579 w 10142684"/>
              <a:gd name="connsiteY5-858" fmla="*/ 8034268 h 10147571"/>
              <a:gd name="connsiteX6-859" fmla="*/ 5178959 w 10142684"/>
              <a:gd name="connsiteY6-860" fmla="*/ 10146384 h 10147571"/>
              <a:gd name="connsiteX7-861" fmla="*/ 1869466 w 10142684"/>
              <a:gd name="connsiteY7-862" fmla="*/ 8151833 h 10147571"/>
              <a:gd name="connsiteX8-863" fmla="*/ 787 w 10142684"/>
              <a:gd name="connsiteY8-864" fmla="*/ 5015164 h 10147571"/>
              <a:gd name="connsiteX0-865" fmla="*/ 787 w 10130180"/>
              <a:gd name="connsiteY0-866" fmla="*/ 5015164 h 10147571"/>
              <a:gd name="connsiteX1-867" fmla="*/ 1895592 w 10130180"/>
              <a:gd name="connsiteY1-868" fmla="*/ 1973101 h 10147571"/>
              <a:gd name="connsiteX2-869" fmla="*/ 5039562 w 10130180"/>
              <a:gd name="connsiteY2-870" fmla="*/ 4 h 10147571"/>
              <a:gd name="connsiteX3-871" fmla="*/ 8068320 w 10130180"/>
              <a:gd name="connsiteY3-872" fmla="*/ 1806815 h 10147571"/>
              <a:gd name="connsiteX4-873" fmla="*/ 10127493 w 10130180"/>
              <a:gd name="connsiteY4-874" fmla="*/ 5095737 h 10147571"/>
              <a:gd name="connsiteX5-875" fmla="*/ 8335579 w 10130180"/>
              <a:gd name="connsiteY5-876" fmla="*/ 8034268 h 10147571"/>
              <a:gd name="connsiteX6-877" fmla="*/ 5178959 w 10130180"/>
              <a:gd name="connsiteY6-878" fmla="*/ 10146384 h 10147571"/>
              <a:gd name="connsiteX7-879" fmla="*/ 1869466 w 10130180"/>
              <a:gd name="connsiteY7-880" fmla="*/ 8151833 h 10147571"/>
              <a:gd name="connsiteX8-881" fmla="*/ 787 w 10130180"/>
              <a:gd name="connsiteY8-882" fmla="*/ 5015164 h 10147571"/>
              <a:gd name="connsiteX0-883" fmla="*/ 787 w 10129060"/>
              <a:gd name="connsiteY0-884" fmla="*/ 5015164 h 10146587"/>
              <a:gd name="connsiteX1-885" fmla="*/ 1895592 w 10129060"/>
              <a:gd name="connsiteY1-886" fmla="*/ 1973101 h 10146587"/>
              <a:gd name="connsiteX2-887" fmla="*/ 5039562 w 10129060"/>
              <a:gd name="connsiteY2-888" fmla="*/ 4 h 10146587"/>
              <a:gd name="connsiteX3-889" fmla="*/ 8068320 w 10129060"/>
              <a:gd name="connsiteY3-890" fmla="*/ 1806815 h 10146587"/>
              <a:gd name="connsiteX4-891" fmla="*/ 10127493 w 10129060"/>
              <a:gd name="connsiteY4-892" fmla="*/ 5095737 h 10146587"/>
              <a:gd name="connsiteX5-893" fmla="*/ 8354931 w 10129060"/>
              <a:gd name="connsiteY5-894" fmla="*/ 8043945 h 10146587"/>
              <a:gd name="connsiteX6-895" fmla="*/ 5178959 w 10129060"/>
              <a:gd name="connsiteY6-896" fmla="*/ 10146384 h 10146587"/>
              <a:gd name="connsiteX7-897" fmla="*/ 1869466 w 10129060"/>
              <a:gd name="connsiteY7-898" fmla="*/ 8151833 h 10146587"/>
              <a:gd name="connsiteX8-899" fmla="*/ 787 w 10129060"/>
              <a:gd name="connsiteY8-900" fmla="*/ 5015164 h 10146587"/>
              <a:gd name="connsiteX0-901" fmla="*/ 787 w 10129060"/>
              <a:gd name="connsiteY0-902" fmla="*/ 5015164 h 10146587"/>
              <a:gd name="connsiteX1-903" fmla="*/ 1895592 w 10129060"/>
              <a:gd name="connsiteY1-904" fmla="*/ 1973101 h 10146587"/>
              <a:gd name="connsiteX2-905" fmla="*/ 5039562 w 10129060"/>
              <a:gd name="connsiteY2-906" fmla="*/ 4 h 10146587"/>
              <a:gd name="connsiteX3-907" fmla="*/ 8068320 w 10129060"/>
              <a:gd name="connsiteY3-908" fmla="*/ 1806815 h 10146587"/>
              <a:gd name="connsiteX4-909" fmla="*/ 10127493 w 10129060"/>
              <a:gd name="connsiteY4-910" fmla="*/ 5095737 h 10146587"/>
              <a:gd name="connsiteX5-911" fmla="*/ 8354931 w 10129060"/>
              <a:gd name="connsiteY5-912" fmla="*/ 8043945 h 10146587"/>
              <a:gd name="connsiteX6-913" fmla="*/ 5178959 w 10129060"/>
              <a:gd name="connsiteY6-914" fmla="*/ 10146384 h 10146587"/>
              <a:gd name="connsiteX7-915" fmla="*/ 1869466 w 10129060"/>
              <a:gd name="connsiteY7-916" fmla="*/ 8151833 h 10146587"/>
              <a:gd name="connsiteX8-917" fmla="*/ 787 w 10129060"/>
              <a:gd name="connsiteY8-918" fmla="*/ 5015164 h 10146587"/>
              <a:gd name="connsiteX0-919" fmla="*/ 787 w 10129243"/>
              <a:gd name="connsiteY0-920" fmla="*/ 5015164 h 10146587"/>
              <a:gd name="connsiteX1-921" fmla="*/ 1895592 w 10129243"/>
              <a:gd name="connsiteY1-922" fmla="*/ 1973101 h 10146587"/>
              <a:gd name="connsiteX2-923" fmla="*/ 5039562 w 10129243"/>
              <a:gd name="connsiteY2-924" fmla="*/ 4 h 10146587"/>
              <a:gd name="connsiteX3-925" fmla="*/ 8068320 w 10129243"/>
              <a:gd name="connsiteY3-926" fmla="*/ 1806815 h 10146587"/>
              <a:gd name="connsiteX4-927" fmla="*/ 10127493 w 10129243"/>
              <a:gd name="connsiteY4-928" fmla="*/ 5095737 h 10146587"/>
              <a:gd name="connsiteX5-929" fmla="*/ 8354931 w 10129243"/>
              <a:gd name="connsiteY5-930" fmla="*/ 8043945 h 10146587"/>
              <a:gd name="connsiteX6-931" fmla="*/ 5178959 w 10129243"/>
              <a:gd name="connsiteY6-932" fmla="*/ 10146384 h 10146587"/>
              <a:gd name="connsiteX7-933" fmla="*/ 1869466 w 10129243"/>
              <a:gd name="connsiteY7-934" fmla="*/ 8151833 h 10146587"/>
              <a:gd name="connsiteX8-935" fmla="*/ 787 w 10129243"/>
              <a:gd name="connsiteY8-936" fmla="*/ 5015164 h 10146587"/>
              <a:gd name="connsiteX0-937" fmla="*/ 787 w 10128135"/>
              <a:gd name="connsiteY0-938" fmla="*/ 5015164 h 10146587"/>
              <a:gd name="connsiteX1-939" fmla="*/ 1895592 w 10128135"/>
              <a:gd name="connsiteY1-940" fmla="*/ 1973101 h 10146587"/>
              <a:gd name="connsiteX2-941" fmla="*/ 5039562 w 10128135"/>
              <a:gd name="connsiteY2-942" fmla="*/ 4 h 10146587"/>
              <a:gd name="connsiteX3-943" fmla="*/ 8068320 w 10128135"/>
              <a:gd name="connsiteY3-944" fmla="*/ 1806815 h 10146587"/>
              <a:gd name="connsiteX4-945" fmla="*/ 10127493 w 10128135"/>
              <a:gd name="connsiteY4-946" fmla="*/ 5095737 h 10146587"/>
              <a:gd name="connsiteX5-947" fmla="*/ 8354931 w 10128135"/>
              <a:gd name="connsiteY5-948" fmla="*/ 8043945 h 10146587"/>
              <a:gd name="connsiteX6-949" fmla="*/ 5178959 w 10128135"/>
              <a:gd name="connsiteY6-950" fmla="*/ 10146384 h 10146587"/>
              <a:gd name="connsiteX7-951" fmla="*/ 1869466 w 10128135"/>
              <a:gd name="connsiteY7-952" fmla="*/ 8151833 h 10146587"/>
              <a:gd name="connsiteX8-953" fmla="*/ 787 w 10128135"/>
              <a:gd name="connsiteY8-954" fmla="*/ 5015164 h 10146587"/>
              <a:gd name="connsiteX0-955" fmla="*/ 787 w 10128212"/>
              <a:gd name="connsiteY0-956" fmla="*/ 5015164 h 10146587"/>
              <a:gd name="connsiteX1-957" fmla="*/ 1895592 w 10128212"/>
              <a:gd name="connsiteY1-958" fmla="*/ 1973101 h 10146587"/>
              <a:gd name="connsiteX2-959" fmla="*/ 5039562 w 10128212"/>
              <a:gd name="connsiteY2-960" fmla="*/ 4 h 10146587"/>
              <a:gd name="connsiteX3-961" fmla="*/ 8068320 w 10128212"/>
              <a:gd name="connsiteY3-962" fmla="*/ 1806815 h 10146587"/>
              <a:gd name="connsiteX4-963" fmla="*/ 10127493 w 10128212"/>
              <a:gd name="connsiteY4-964" fmla="*/ 5095737 h 10146587"/>
              <a:gd name="connsiteX5-965" fmla="*/ 8354931 w 10128212"/>
              <a:gd name="connsiteY5-966" fmla="*/ 8043945 h 10146587"/>
              <a:gd name="connsiteX6-967" fmla="*/ 5178959 w 10128212"/>
              <a:gd name="connsiteY6-968" fmla="*/ 10146384 h 10146587"/>
              <a:gd name="connsiteX7-969" fmla="*/ 1869466 w 10128212"/>
              <a:gd name="connsiteY7-970" fmla="*/ 8151833 h 10146587"/>
              <a:gd name="connsiteX8-971" fmla="*/ 787 w 10128212"/>
              <a:gd name="connsiteY8-972" fmla="*/ 5015164 h 10146587"/>
              <a:gd name="connsiteX0-973" fmla="*/ 787 w 10127543"/>
              <a:gd name="connsiteY0-974" fmla="*/ 5015164 h 10146587"/>
              <a:gd name="connsiteX1-975" fmla="*/ 1895592 w 10127543"/>
              <a:gd name="connsiteY1-976" fmla="*/ 1973101 h 10146587"/>
              <a:gd name="connsiteX2-977" fmla="*/ 5039562 w 10127543"/>
              <a:gd name="connsiteY2-978" fmla="*/ 4 h 10146587"/>
              <a:gd name="connsiteX3-979" fmla="*/ 8068320 w 10127543"/>
              <a:gd name="connsiteY3-980" fmla="*/ 1806815 h 10146587"/>
              <a:gd name="connsiteX4-981" fmla="*/ 10127493 w 10127543"/>
              <a:gd name="connsiteY4-982" fmla="*/ 5095737 h 10146587"/>
              <a:gd name="connsiteX5-983" fmla="*/ 8354931 w 10127543"/>
              <a:gd name="connsiteY5-984" fmla="*/ 8043945 h 10146587"/>
              <a:gd name="connsiteX6-985" fmla="*/ 5178959 w 10127543"/>
              <a:gd name="connsiteY6-986" fmla="*/ 10146384 h 10146587"/>
              <a:gd name="connsiteX7-987" fmla="*/ 1869466 w 10127543"/>
              <a:gd name="connsiteY7-988" fmla="*/ 8151833 h 10146587"/>
              <a:gd name="connsiteX8-989" fmla="*/ 787 w 10127543"/>
              <a:gd name="connsiteY8-990" fmla="*/ 5015164 h 10146587"/>
              <a:gd name="connsiteX0-991" fmla="*/ 787 w 10127543"/>
              <a:gd name="connsiteY0-992" fmla="*/ 5015164 h 10146587"/>
              <a:gd name="connsiteX1-993" fmla="*/ 1895592 w 10127543"/>
              <a:gd name="connsiteY1-994" fmla="*/ 1973101 h 10146587"/>
              <a:gd name="connsiteX2-995" fmla="*/ 5039562 w 10127543"/>
              <a:gd name="connsiteY2-996" fmla="*/ 4 h 10146587"/>
              <a:gd name="connsiteX3-997" fmla="*/ 8068320 w 10127543"/>
              <a:gd name="connsiteY3-998" fmla="*/ 1806815 h 10146587"/>
              <a:gd name="connsiteX4-999" fmla="*/ 10127493 w 10127543"/>
              <a:gd name="connsiteY4-1000" fmla="*/ 5095737 h 10146587"/>
              <a:gd name="connsiteX5-1001" fmla="*/ 8354931 w 10127543"/>
              <a:gd name="connsiteY5-1002" fmla="*/ 8043945 h 10146587"/>
              <a:gd name="connsiteX6-1003" fmla="*/ 5178959 w 10127543"/>
              <a:gd name="connsiteY6-1004" fmla="*/ 10146384 h 10146587"/>
              <a:gd name="connsiteX7-1005" fmla="*/ 1869466 w 10127543"/>
              <a:gd name="connsiteY7-1006" fmla="*/ 8151833 h 10146587"/>
              <a:gd name="connsiteX8-1007" fmla="*/ 787 w 10127543"/>
              <a:gd name="connsiteY8-1008" fmla="*/ 5015164 h 10146587"/>
              <a:gd name="connsiteX0-1009" fmla="*/ 787 w 10127543"/>
              <a:gd name="connsiteY0-1010" fmla="*/ 5015164 h 10146587"/>
              <a:gd name="connsiteX1-1011" fmla="*/ 1895592 w 10127543"/>
              <a:gd name="connsiteY1-1012" fmla="*/ 1973101 h 10146587"/>
              <a:gd name="connsiteX2-1013" fmla="*/ 5039562 w 10127543"/>
              <a:gd name="connsiteY2-1014" fmla="*/ 4 h 10146587"/>
              <a:gd name="connsiteX3-1015" fmla="*/ 8068320 w 10127543"/>
              <a:gd name="connsiteY3-1016" fmla="*/ 1806815 h 10146587"/>
              <a:gd name="connsiteX4-1017" fmla="*/ 10127493 w 10127543"/>
              <a:gd name="connsiteY4-1018" fmla="*/ 5095737 h 10146587"/>
              <a:gd name="connsiteX5-1019" fmla="*/ 8354931 w 10127543"/>
              <a:gd name="connsiteY5-1020" fmla="*/ 8043945 h 10146587"/>
              <a:gd name="connsiteX6-1021" fmla="*/ 5178959 w 10127543"/>
              <a:gd name="connsiteY6-1022" fmla="*/ 10146384 h 10146587"/>
              <a:gd name="connsiteX7-1023" fmla="*/ 1869466 w 10127543"/>
              <a:gd name="connsiteY7-1024" fmla="*/ 8151833 h 10146587"/>
              <a:gd name="connsiteX8-1025" fmla="*/ 787 w 10127543"/>
              <a:gd name="connsiteY8-1026" fmla="*/ 5015164 h 10146587"/>
              <a:gd name="connsiteX0-1027" fmla="*/ 787 w 10127543"/>
              <a:gd name="connsiteY0-1028" fmla="*/ 5015164 h 10146587"/>
              <a:gd name="connsiteX1-1029" fmla="*/ 1895592 w 10127543"/>
              <a:gd name="connsiteY1-1030" fmla="*/ 1973101 h 10146587"/>
              <a:gd name="connsiteX2-1031" fmla="*/ 5039562 w 10127543"/>
              <a:gd name="connsiteY2-1032" fmla="*/ 4 h 10146587"/>
              <a:gd name="connsiteX3-1033" fmla="*/ 8068320 w 10127543"/>
              <a:gd name="connsiteY3-1034" fmla="*/ 1806815 h 10146587"/>
              <a:gd name="connsiteX4-1035" fmla="*/ 10127493 w 10127543"/>
              <a:gd name="connsiteY4-1036" fmla="*/ 5095737 h 10146587"/>
              <a:gd name="connsiteX5-1037" fmla="*/ 8354931 w 10127543"/>
              <a:gd name="connsiteY5-1038" fmla="*/ 8043945 h 10146587"/>
              <a:gd name="connsiteX6-1039" fmla="*/ 5178959 w 10127543"/>
              <a:gd name="connsiteY6-1040" fmla="*/ 10146384 h 10146587"/>
              <a:gd name="connsiteX7-1041" fmla="*/ 1869466 w 10127543"/>
              <a:gd name="connsiteY7-1042" fmla="*/ 8151833 h 10146587"/>
              <a:gd name="connsiteX8-1043" fmla="*/ 787 w 10127543"/>
              <a:gd name="connsiteY8-1044" fmla="*/ 5015164 h 10146587"/>
              <a:gd name="connsiteX0-1045" fmla="*/ 787 w 10127543"/>
              <a:gd name="connsiteY0-1046" fmla="*/ 5015164 h 10146587"/>
              <a:gd name="connsiteX1-1047" fmla="*/ 1895592 w 10127543"/>
              <a:gd name="connsiteY1-1048" fmla="*/ 1973101 h 10146587"/>
              <a:gd name="connsiteX2-1049" fmla="*/ 5039562 w 10127543"/>
              <a:gd name="connsiteY2-1050" fmla="*/ 4 h 10146587"/>
              <a:gd name="connsiteX3-1051" fmla="*/ 8068320 w 10127543"/>
              <a:gd name="connsiteY3-1052" fmla="*/ 1806815 h 10146587"/>
              <a:gd name="connsiteX4-1053" fmla="*/ 10127493 w 10127543"/>
              <a:gd name="connsiteY4-1054" fmla="*/ 5095737 h 10146587"/>
              <a:gd name="connsiteX5-1055" fmla="*/ 8354931 w 10127543"/>
              <a:gd name="connsiteY5-1056" fmla="*/ 8043945 h 10146587"/>
              <a:gd name="connsiteX6-1057" fmla="*/ 5178959 w 10127543"/>
              <a:gd name="connsiteY6-1058" fmla="*/ 10146384 h 10146587"/>
              <a:gd name="connsiteX7-1059" fmla="*/ 1869466 w 10127543"/>
              <a:gd name="connsiteY7-1060" fmla="*/ 8151833 h 10146587"/>
              <a:gd name="connsiteX8-1061" fmla="*/ 787 w 10127543"/>
              <a:gd name="connsiteY8-1062" fmla="*/ 5015164 h 10146587"/>
              <a:gd name="connsiteX0-1063" fmla="*/ 787 w 10127543"/>
              <a:gd name="connsiteY0-1064" fmla="*/ 5015164 h 10146587"/>
              <a:gd name="connsiteX1-1065" fmla="*/ 1895592 w 10127543"/>
              <a:gd name="connsiteY1-1066" fmla="*/ 1973101 h 10146587"/>
              <a:gd name="connsiteX2-1067" fmla="*/ 5039562 w 10127543"/>
              <a:gd name="connsiteY2-1068" fmla="*/ 4 h 10146587"/>
              <a:gd name="connsiteX3-1069" fmla="*/ 8068320 w 10127543"/>
              <a:gd name="connsiteY3-1070" fmla="*/ 1806815 h 10146587"/>
              <a:gd name="connsiteX4-1071" fmla="*/ 10127493 w 10127543"/>
              <a:gd name="connsiteY4-1072" fmla="*/ 5095737 h 10146587"/>
              <a:gd name="connsiteX5-1073" fmla="*/ 8354931 w 10127543"/>
              <a:gd name="connsiteY5-1074" fmla="*/ 8043945 h 10146587"/>
              <a:gd name="connsiteX6-1075" fmla="*/ 5178959 w 10127543"/>
              <a:gd name="connsiteY6-1076" fmla="*/ 10146384 h 10146587"/>
              <a:gd name="connsiteX7-1077" fmla="*/ 1869466 w 10127543"/>
              <a:gd name="connsiteY7-1078" fmla="*/ 8151833 h 10146587"/>
              <a:gd name="connsiteX8-1079" fmla="*/ 787 w 10127543"/>
              <a:gd name="connsiteY8-1080" fmla="*/ 5015164 h 10146587"/>
              <a:gd name="connsiteX0-1081" fmla="*/ 787 w 10128171"/>
              <a:gd name="connsiteY0-1082" fmla="*/ 5015164 h 10146394"/>
              <a:gd name="connsiteX1-1083" fmla="*/ 1895592 w 10128171"/>
              <a:gd name="connsiteY1-1084" fmla="*/ 1973101 h 10146394"/>
              <a:gd name="connsiteX2-1085" fmla="*/ 5039562 w 10128171"/>
              <a:gd name="connsiteY2-1086" fmla="*/ 4 h 10146394"/>
              <a:gd name="connsiteX3-1087" fmla="*/ 8068320 w 10128171"/>
              <a:gd name="connsiteY3-1088" fmla="*/ 1806815 h 10146394"/>
              <a:gd name="connsiteX4-1089" fmla="*/ 10127493 w 10128171"/>
              <a:gd name="connsiteY4-1090" fmla="*/ 5095737 h 10146394"/>
              <a:gd name="connsiteX5-1091" fmla="*/ 8262099 w 10128171"/>
              <a:gd name="connsiteY5-1092" fmla="*/ 8127495 h 10146394"/>
              <a:gd name="connsiteX6-1093" fmla="*/ 5178959 w 10128171"/>
              <a:gd name="connsiteY6-1094" fmla="*/ 10146384 h 10146394"/>
              <a:gd name="connsiteX7-1095" fmla="*/ 1869466 w 10128171"/>
              <a:gd name="connsiteY7-1096" fmla="*/ 8151833 h 10146394"/>
              <a:gd name="connsiteX8-1097" fmla="*/ 787 w 10128171"/>
              <a:gd name="connsiteY8-1098" fmla="*/ 5015164 h 10146394"/>
              <a:gd name="connsiteX0-1099" fmla="*/ 787 w 10128274"/>
              <a:gd name="connsiteY0-1100" fmla="*/ 5015164 h 10146394"/>
              <a:gd name="connsiteX1-1101" fmla="*/ 1895592 w 10128274"/>
              <a:gd name="connsiteY1-1102" fmla="*/ 1973101 h 10146394"/>
              <a:gd name="connsiteX2-1103" fmla="*/ 5039562 w 10128274"/>
              <a:gd name="connsiteY2-1104" fmla="*/ 4 h 10146394"/>
              <a:gd name="connsiteX3-1105" fmla="*/ 8068320 w 10128274"/>
              <a:gd name="connsiteY3-1106" fmla="*/ 1806815 h 10146394"/>
              <a:gd name="connsiteX4-1107" fmla="*/ 10127493 w 10128274"/>
              <a:gd name="connsiteY4-1108" fmla="*/ 5095737 h 10146394"/>
              <a:gd name="connsiteX5-1109" fmla="*/ 8262099 w 10128274"/>
              <a:gd name="connsiteY5-1110" fmla="*/ 8127495 h 10146394"/>
              <a:gd name="connsiteX6-1111" fmla="*/ 5178959 w 10128274"/>
              <a:gd name="connsiteY6-1112" fmla="*/ 10146384 h 10146394"/>
              <a:gd name="connsiteX7-1113" fmla="*/ 1869466 w 10128274"/>
              <a:gd name="connsiteY7-1114" fmla="*/ 8151833 h 10146394"/>
              <a:gd name="connsiteX8-1115" fmla="*/ 787 w 10128274"/>
              <a:gd name="connsiteY8-1116" fmla="*/ 5015164 h 10146394"/>
              <a:gd name="connsiteX0-1117" fmla="*/ 787 w 10129368"/>
              <a:gd name="connsiteY0-1118" fmla="*/ 5015164 h 10146394"/>
              <a:gd name="connsiteX1-1119" fmla="*/ 1895592 w 10129368"/>
              <a:gd name="connsiteY1-1120" fmla="*/ 1973101 h 10146394"/>
              <a:gd name="connsiteX2-1121" fmla="*/ 5039562 w 10129368"/>
              <a:gd name="connsiteY2-1122" fmla="*/ 4 h 10146394"/>
              <a:gd name="connsiteX3-1123" fmla="*/ 8068320 w 10129368"/>
              <a:gd name="connsiteY3-1124" fmla="*/ 1806815 h 10146394"/>
              <a:gd name="connsiteX4-1125" fmla="*/ 10127493 w 10129368"/>
              <a:gd name="connsiteY4-1126" fmla="*/ 5095737 h 10146394"/>
              <a:gd name="connsiteX5-1127" fmla="*/ 8262099 w 10129368"/>
              <a:gd name="connsiteY5-1128" fmla="*/ 8127495 h 10146394"/>
              <a:gd name="connsiteX6-1129" fmla="*/ 5178959 w 10129368"/>
              <a:gd name="connsiteY6-1130" fmla="*/ 10146384 h 10146394"/>
              <a:gd name="connsiteX7-1131" fmla="*/ 1869466 w 10129368"/>
              <a:gd name="connsiteY7-1132" fmla="*/ 8151833 h 10146394"/>
              <a:gd name="connsiteX8-1133" fmla="*/ 787 w 10129368"/>
              <a:gd name="connsiteY8-1134" fmla="*/ 5015164 h 10146394"/>
              <a:gd name="connsiteX0-1135" fmla="*/ 787 w 10211939"/>
              <a:gd name="connsiteY0-1136" fmla="*/ 5015164 h 10146394"/>
              <a:gd name="connsiteX1-1137" fmla="*/ 1895592 w 10211939"/>
              <a:gd name="connsiteY1-1138" fmla="*/ 1973101 h 10146394"/>
              <a:gd name="connsiteX2-1139" fmla="*/ 5039562 w 10211939"/>
              <a:gd name="connsiteY2-1140" fmla="*/ 4 h 10146394"/>
              <a:gd name="connsiteX3-1141" fmla="*/ 8068320 w 10211939"/>
              <a:gd name="connsiteY3-1142" fmla="*/ 1806815 h 10146394"/>
              <a:gd name="connsiteX4-1143" fmla="*/ 10127493 w 10211939"/>
              <a:gd name="connsiteY4-1144" fmla="*/ 5095737 h 10146394"/>
              <a:gd name="connsiteX5-1145" fmla="*/ 9663282 w 10211939"/>
              <a:gd name="connsiteY5-1146" fmla="*/ 6635547 h 10146394"/>
              <a:gd name="connsiteX6-1147" fmla="*/ 8262099 w 10211939"/>
              <a:gd name="connsiteY6-1148" fmla="*/ 8127495 h 10146394"/>
              <a:gd name="connsiteX7-1149" fmla="*/ 5178959 w 10211939"/>
              <a:gd name="connsiteY7-1150" fmla="*/ 10146384 h 10146394"/>
              <a:gd name="connsiteX8-1151" fmla="*/ 1869466 w 10211939"/>
              <a:gd name="connsiteY8-1152" fmla="*/ 8151833 h 10146394"/>
              <a:gd name="connsiteX9" fmla="*/ 787 w 10211939"/>
              <a:gd name="connsiteY9" fmla="*/ 5015164 h 10146394"/>
              <a:gd name="connsiteX0-1153" fmla="*/ 787 w 10129010"/>
              <a:gd name="connsiteY0-1154" fmla="*/ 5015164 h 10146394"/>
              <a:gd name="connsiteX1-1155" fmla="*/ 1895592 w 10129010"/>
              <a:gd name="connsiteY1-1156" fmla="*/ 1973101 h 10146394"/>
              <a:gd name="connsiteX2-1157" fmla="*/ 5039562 w 10129010"/>
              <a:gd name="connsiteY2-1158" fmla="*/ 4 h 10146394"/>
              <a:gd name="connsiteX3-1159" fmla="*/ 8068320 w 10129010"/>
              <a:gd name="connsiteY3-1160" fmla="*/ 1806815 h 10146394"/>
              <a:gd name="connsiteX4-1161" fmla="*/ 10127493 w 10129010"/>
              <a:gd name="connsiteY4-1162" fmla="*/ 5095737 h 10146394"/>
              <a:gd name="connsiteX5-1163" fmla="*/ 9663282 w 10129010"/>
              <a:gd name="connsiteY5-1164" fmla="*/ 6635547 h 10146394"/>
              <a:gd name="connsiteX6-1165" fmla="*/ 8262099 w 10129010"/>
              <a:gd name="connsiteY6-1166" fmla="*/ 8127495 h 10146394"/>
              <a:gd name="connsiteX7-1167" fmla="*/ 5178959 w 10129010"/>
              <a:gd name="connsiteY7-1168" fmla="*/ 10146384 h 10146394"/>
              <a:gd name="connsiteX8-1169" fmla="*/ 1869466 w 10129010"/>
              <a:gd name="connsiteY8-1170" fmla="*/ 8151833 h 10146394"/>
              <a:gd name="connsiteX9-1171" fmla="*/ 787 w 10129010"/>
              <a:gd name="connsiteY9-1172" fmla="*/ 5015164 h 10146394"/>
              <a:gd name="connsiteX0-1173" fmla="*/ 787 w 10129010"/>
              <a:gd name="connsiteY0-1174" fmla="*/ 5015164 h 10146394"/>
              <a:gd name="connsiteX1-1175" fmla="*/ 1895592 w 10129010"/>
              <a:gd name="connsiteY1-1176" fmla="*/ 1973101 h 10146394"/>
              <a:gd name="connsiteX2-1177" fmla="*/ 5039562 w 10129010"/>
              <a:gd name="connsiteY2-1178" fmla="*/ 4 h 10146394"/>
              <a:gd name="connsiteX3-1179" fmla="*/ 8068320 w 10129010"/>
              <a:gd name="connsiteY3-1180" fmla="*/ 1806815 h 10146394"/>
              <a:gd name="connsiteX4-1181" fmla="*/ 10127493 w 10129010"/>
              <a:gd name="connsiteY4-1182" fmla="*/ 5095737 h 10146394"/>
              <a:gd name="connsiteX5-1183" fmla="*/ 9663282 w 10129010"/>
              <a:gd name="connsiteY5-1184" fmla="*/ 6635547 h 10146394"/>
              <a:gd name="connsiteX6-1185" fmla="*/ 8262099 w 10129010"/>
              <a:gd name="connsiteY6-1186" fmla="*/ 8127495 h 10146394"/>
              <a:gd name="connsiteX7-1187" fmla="*/ 5178959 w 10129010"/>
              <a:gd name="connsiteY7-1188" fmla="*/ 10146384 h 10146394"/>
              <a:gd name="connsiteX8-1189" fmla="*/ 1869466 w 10129010"/>
              <a:gd name="connsiteY8-1190" fmla="*/ 8151833 h 10146394"/>
              <a:gd name="connsiteX9-1191" fmla="*/ 787 w 10129010"/>
              <a:gd name="connsiteY9-1192" fmla="*/ 5015164 h 10146394"/>
              <a:gd name="connsiteX0-1193" fmla="*/ 787 w 10129010"/>
              <a:gd name="connsiteY0-1194" fmla="*/ 5015164 h 10146394"/>
              <a:gd name="connsiteX1-1195" fmla="*/ 1895592 w 10129010"/>
              <a:gd name="connsiteY1-1196" fmla="*/ 1973101 h 10146394"/>
              <a:gd name="connsiteX2-1197" fmla="*/ 5039562 w 10129010"/>
              <a:gd name="connsiteY2-1198" fmla="*/ 4 h 10146394"/>
              <a:gd name="connsiteX3-1199" fmla="*/ 8068320 w 10129010"/>
              <a:gd name="connsiteY3-1200" fmla="*/ 1806815 h 10146394"/>
              <a:gd name="connsiteX4-1201" fmla="*/ 10127493 w 10129010"/>
              <a:gd name="connsiteY4-1202" fmla="*/ 5095737 h 10146394"/>
              <a:gd name="connsiteX5-1203" fmla="*/ 9663282 w 10129010"/>
              <a:gd name="connsiteY5-1204" fmla="*/ 6635547 h 10146394"/>
              <a:gd name="connsiteX6-1205" fmla="*/ 8262099 w 10129010"/>
              <a:gd name="connsiteY6-1206" fmla="*/ 8127495 h 10146394"/>
              <a:gd name="connsiteX7-1207" fmla="*/ 5178959 w 10129010"/>
              <a:gd name="connsiteY7-1208" fmla="*/ 10146384 h 10146394"/>
              <a:gd name="connsiteX8-1209" fmla="*/ 1869466 w 10129010"/>
              <a:gd name="connsiteY8-1210" fmla="*/ 8151833 h 10146394"/>
              <a:gd name="connsiteX9-1211" fmla="*/ 787 w 10129010"/>
              <a:gd name="connsiteY9-1212" fmla="*/ 5015164 h 10146394"/>
              <a:gd name="connsiteX0-1213" fmla="*/ 787 w 10129010"/>
              <a:gd name="connsiteY0-1214" fmla="*/ 5015164 h 10158584"/>
              <a:gd name="connsiteX1-1215" fmla="*/ 1895592 w 10129010"/>
              <a:gd name="connsiteY1-1216" fmla="*/ 1973101 h 10158584"/>
              <a:gd name="connsiteX2-1217" fmla="*/ 5039562 w 10129010"/>
              <a:gd name="connsiteY2-1218" fmla="*/ 4 h 10158584"/>
              <a:gd name="connsiteX3-1219" fmla="*/ 8068320 w 10129010"/>
              <a:gd name="connsiteY3-1220" fmla="*/ 1806815 h 10158584"/>
              <a:gd name="connsiteX4-1221" fmla="*/ 10127493 w 10129010"/>
              <a:gd name="connsiteY4-1222" fmla="*/ 5095737 h 10158584"/>
              <a:gd name="connsiteX5-1223" fmla="*/ 9663282 w 10129010"/>
              <a:gd name="connsiteY5-1224" fmla="*/ 6635547 h 10158584"/>
              <a:gd name="connsiteX6-1225" fmla="*/ 8262099 w 10129010"/>
              <a:gd name="connsiteY6-1226" fmla="*/ 8127495 h 10158584"/>
              <a:gd name="connsiteX7-1227" fmla="*/ 5178959 w 10129010"/>
              <a:gd name="connsiteY7-1228" fmla="*/ 10146384 h 10158584"/>
              <a:gd name="connsiteX8-1229" fmla="*/ 1869466 w 10129010"/>
              <a:gd name="connsiteY8-1230" fmla="*/ 8151833 h 10158584"/>
              <a:gd name="connsiteX9-1231" fmla="*/ 787 w 10129010"/>
              <a:gd name="connsiteY9-1232" fmla="*/ 5015164 h 10158584"/>
              <a:gd name="connsiteX0-1233" fmla="*/ 787 w 10129010"/>
              <a:gd name="connsiteY0-1234" fmla="*/ 5015164 h 10158584"/>
              <a:gd name="connsiteX1-1235" fmla="*/ 1895592 w 10129010"/>
              <a:gd name="connsiteY1-1236" fmla="*/ 1973101 h 10158584"/>
              <a:gd name="connsiteX2-1237" fmla="*/ 5039562 w 10129010"/>
              <a:gd name="connsiteY2-1238" fmla="*/ 4 h 10158584"/>
              <a:gd name="connsiteX3-1239" fmla="*/ 8068320 w 10129010"/>
              <a:gd name="connsiteY3-1240" fmla="*/ 1806815 h 10158584"/>
              <a:gd name="connsiteX4-1241" fmla="*/ 10127493 w 10129010"/>
              <a:gd name="connsiteY4-1242" fmla="*/ 5095737 h 10158584"/>
              <a:gd name="connsiteX5-1243" fmla="*/ 9663282 w 10129010"/>
              <a:gd name="connsiteY5-1244" fmla="*/ 6635547 h 10158584"/>
              <a:gd name="connsiteX6-1245" fmla="*/ 8262099 w 10129010"/>
              <a:gd name="connsiteY6-1246" fmla="*/ 8127495 h 10158584"/>
              <a:gd name="connsiteX7-1247" fmla="*/ 5178959 w 10129010"/>
              <a:gd name="connsiteY7-1248" fmla="*/ 10146384 h 10158584"/>
              <a:gd name="connsiteX8-1249" fmla="*/ 1869466 w 10129010"/>
              <a:gd name="connsiteY8-1250" fmla="*/ 8151833 h 10158584"/>
              <a:gd name="connsiteX9-1251" fmla="*/ 787 w 10129010"/>
              <a:gd name="connsiteY9-1252" fmla="*/ 5015164 h 10158584"/>
              <a:gd name="connsiteX0-1253" fmla="*/ 787 w 10129010"/>
              <a:gd name="connsiteY0-1254" fmla="*/ 5015164 h 10161391"/>
              <a:gd name="connsiteX1-1255" fmla="*/ 1895592 w 10129010"/>
              <a:gd name="connsiteY1-1256" fmla="*/ 1973101 h 10161391"/>
              <a:gd name="connsiteX2-1257" fmla="*/ 5039562 w 10129010"/>
              <a:gd name="connsiteY2-1258" fmla="*/ 4 h 10161391"/>
              <a:gd name="connsiteX3-1259" fmla="*/ 8068320 w 10129010"/>
              <a:gd name="connsiteY3-1260" fmla="*/ 1806815 h 10161391"/>
              <a:gd name="connsiteX4-1261" fmla="*/ 10127493 w 10129010"/>
              <a:gd name="connsiteY4-1262" fmla="*/ 5095737 h 10161391"/>
              <a:gd name="connsiteX5-1263" fmla="*/ 9663282 w 10129010"/>
              <a:gd name="connsiteY5-1264" fmla="*/ 6635547 h 10161391"/>
              <a:gd name="connsiteX6-1265" fmla="*/ 8262099 w 10129010"/>
              <a:gd name="connsiteY6-1266" fmla="*/ 8127495 h 10161391"/>
              <a:gd name="connsiteX7-1267" fmla="*/ 5178959 w 10129010"/>
              <a:gd name="connsiteY7-1268" fmla="*/ 10146384 h 10161391"/>
              <a:gd name="connsiteX8-1269" fmla="*/ 1869466 w 10129010"/>
              <a:gd name="connsiteY8-1270" fmla="*/ 8151833 h 10161391"/>
              <a:gd name="connsiteX9-1271" fmla="*/ 787 w 10129010"/>
              <a:gd name="connsiteY9-1272" fmla="*/ 5015164 h 10161391"/>
              <a:gd name="connsiteX0-1273" fmla="*/ 787 w 10129010"/>
              <a:gd name="connsiteY0-1274" fmla="*/ 5015164 h 10165212"/>
              <a:gd name="connsiteX1-1275" fmla="*/ 1895592 w 10129010"/>
              <a:gd name="connsiteY1-1276" fmla="*/ 1973101 h 10165212"/>
              <a:gd name="connsiteX2-1277" fmla="*/ 5039562 w 10129010"/>
              <a:gd name="connsiteY2-1278" fmla="*/ 4 h 10165212"/>
              <a:gd name="connsiteX3-1279" fmla="*/ 8068320 w 10129010"/>
              <a:gd name="connsiteY3-1280" fmla="*/ 1806815 h 10165212"/>
              <a:gd name="connsiteX4-1281" fmla="*/ 10127493 w 10129010"/>
              <a:gd name="connsiteY4-1282" fmla="*/ 5095737 h 10165212"/>
              <a:gd name="connsiteX5-1283" fmla="*/ 9663282 w 10129010"/>
              <a:gd name="connsiteY5-1284" fmla="*/ 6635547 h 10165212"/>
              <a:gd name="connsiteX6-1285" fmla="*/ 8262099 w 10129010"/>
              <a:gd name="connsiteY6-1286" fmla="*/ 8127495 h 10165212"/>
              <a:gd name="connsiteX7-1287" fmla="*/ 5178959 w 10129010"/>
              <a:gd name="connsiteY7-1288" fmla="*/ 10146384 h 10165212"/>
              <a:gd name="connsiteX8-1289" fmla="*/ 1869466 w 10129010"/>
              <a:gd name="connsiteY8-1290" fmla="*/ 8151833 h 10165212"/>
              <a:gd name="connsiteX9-1291" fmla="*/ 787 w 10129010"/>
              <a:gd name="connsiteY9-1292" fmla="*/ 5015164 h 10165212"/>
              <a:gd name="connsiteX0-1293" fmla="*/ 787 w 10129528"/>
              <a:gd name="connsiteY0-1294" fmla="*/ 5015164 h 10165212"/>
              <a:gd name="connsiteX1-1295" fmla="*/ 1895592 w 10129528"/>
              <a:gd name="connsiteY1-1296" fmla="*/ 1973101 h 10165212"/>
              <a:gd name="connsiteX2-1297" fmla="*/ 5039562 w 10129528"/>
              <a:gd name="connsiteY2-1298" fmla="*/ 4 h 10165212"/>
              <a:gd name="connsiteX3-1299" fmla="*/ 8068320 w 10129528"/>
              <a:gd name="connsiteY3-1300" fmla="*/ 1806815 h 10165212"/>
              <a:gd name="connsiteX4-1301" fmla="*/ 9524033 w 10129528"/>
              <a:gd name="connsiteY4-1302" fmla="*/ 3279652 h 10165212"/>
              <a:gd name="connsiteX5-1303" fmla="*/ 10127493 w 10129528"/>
              <a:gd name="connsiteY5-1304" fmla="*/ 5095737 h 10165212"/>
              <a:gd name="connsiteX6-1305" fmla="*/ 9663282 w 10129528"/>
              <a:gd name="connsiteY6-1306" fmla="*/ 6635547 h 10165212"/>
              <a:gd name="connsiteX7-1307" fmla="*/ 8262099 w 10129528"/>
              <a:gd name="connsiteY7-1308" fmla="*/ 8127495 h 10165212"/>
              <a:gd name="connsiteX8-1309" fmla="*/ 5178959 w 10129528"/>
              <a:gd name="connsiteY8-1310" fmla="*/ 10146384 h 10165212"/>
              <a:gd name="connsiteX9-1311" fmla="*/ 1869466 w 10129528"/>
              <a:gd name="connsiteY9-1312" fmla="*/ 8151833 h 10165212"/>
              <a:gd name="connsiteX10" fmla="*/ 787 w 10129528"/>
              <a:gd name="connsiteY10" fmla="*/ 5015164 h 10165212"/>
              <a:gd name="connsiteX0-1313" fmla="*/ 787 w 10129528"/>
              <a:gd name="connsiteY0-1314" fmla="*/ 5015164 h 10165212"/>
              <a:gd name="connsiteX1-1315" fmla="*/ 1895592 w 10129528"/>
              <a:gd name="connsiteY1-1316" fmla="*/ 1973101 h 10165212"/>
              <a:gd name="connsiteX2-1317" fmla="*/ 5039562 w 10129528"/>
              <a:gd name="connsiteY2-1318" fmla="*/ 4 h 10165212"/>
              <a:gd name="connsiteX3-1319" fmla="*/ 8068320 w 10129528"/>
              <a:gd name="connsiteY3-1320" fmla="*/ 1806815 h 10165212"/>
              <a:gd name="connsiteX4-1321" fmla="*/ 9524033 w 10129528"/>
              <a:gd name="connsiteY4-1322" fmla="*/ 3279652 h 10165212"/>
              <a:gd name="connsiteX5-1323" fmla="*/ 10127493 w 10129528"/>
              <a:gd name="connsiteY5-1324" fmla="*/ 5095737 h 10165212"/>
              <a:gd name="connsiteX6-1325" fmla="*/ 9663282 w 10129528"/>
              <a:gd name="connsiteY6-1326" fmla="*/ 6635547 h 10165212"/>
              <a:gd name="connsiteX7-1327" fmla="*/ 8262099 w 10129528"/>
              <a:gd name="connsiteY7-1328" fmla="*/ 8127495 h 10165212"/>
              <a:gd name="connsiteX8-1329" fmla="*/ 5178959 w 10129528"/>
              <a:gd name="connsiteY8-1330" fmla="*/ 10146384 h 10165212"/>
              <a:gd name="connsiteX9-1331" fmla="*/ 1869466 w 10129528"/>
              <a:gd name="connsiteY9-1332" fmla="*/ 8151833 h 10165212"/>
              <a:gd name="connsiteX10-1333" fmla="*/ 787 w 10129528"/>
              <a:gd name="connsiteY10-1334" fmla="*/ 5015164 h 10165212"/>
              <a:gd name="connsiteX0-1335" fmla="*/ 787 w 10129528"/>
              <a:gd name="connsiteY0-1336" fmla="*/ 5015164 h 10165212"/>
              <a:gd name="connsiteX1-1337" fmla="*/ 1895592 w 10129528"/>
              <a:gd name="connsiteY1-1338" fmla="*/ 1973101 h 10165212"/>
              <a:gd name="connsiteX2-1339" fmla="*/ 5039562 w 10129528"/>
              <a:gd name="connsiteY2-1340" fmla="*/ 4 h 10165212"/>
              <a:gd name="connsiteX3-1341" fmla="*/ 8068320 w 10129528"/>
              <a:gd name="connsiteY3-1342" fmla="*/ 1806815 h 10165212"/>
              <a:gd name="connsiteX4-1343" fmla="*/ 9524033 w 10129528"/>
              <a:gd name="connsiteY4-1344" fmla="*/ 3279652 h 10165212"/>
              <a:gd name="connsiteX5-1345" fmla="*/ 10127493 w 10129528"/>
              <a:gd name="connsiteY5-1346" fmla="*/ 5095737 h 10165212"/>
              <a:gd name="connsiteX6-1347" fmla="*/ 9663282 w 10129528"/>
              <a:gd name="connsiteY6-1348" fmla="*/ 6635547 h 10165212"/>
              <a:gd name="connsiteX7-1349" fmla="*/ 8262099 w 10129528"/>
              <a:gd name="connsiteY7-1350" fmla="*/ 8127495 h 10165212"/>
              <a:gd name="connsiteX8-1351" fmla="*/ 5178959 w 10129528"/>
              <a:gd name="connsiteY8-1352" fmla="*/ 10146384 h 10165212"/>
              <a:gd name="connsiteX9-1353" fmla="*/ 1869466 w 10129528"/>
              <a:gd name="connsiteY9-1354" fmla="*/ 8151833 h 10165212"/>
              <a:gd name="connsiteX10-1355" fmla="*/ 787 w 10129528"/>
              <a:gd name="connsiteY10-1356" fmla="*/ 5015164 h 10165212"/>
              <a:gd name="connsiteX0-1357" fmla="*/ 787 w 10132097"/>
              <a:gd name="connsiteY0-1358" fmla="*/ 5015164 h 10165212"/>
              <a:gd name="connsiteX1-1359" fmla="*/ 1895592 w 10132097"/>
              <a:gd name="connsiteY1-1360" fmla="*/ 1973101 h 10165212"/>
              <a:gd name="connsiteX2-1361" fmla="*/ 5039562 w 10132097"/>
              <a:gd name="connsiteY2-1362" fmla="*/ 4 h 10165212"/>
              <a:gd name="connsiteX3-1363" fmla="*/ 8068320 w 10132097"/>
              <a:gd name="connsiteY3-1364" fmla="*/ 1806815 h 10165212"/>
              <a:gd name="connsiteX4-1365" fmla="*/ 9524033 w 10132097"/>
              <a:gd name="connsiteY4-1366" fmla="*/ 3279652 h 10165212"/>
              <a:gd name="connsiteX5-1367" fmla="*/ 10127493 w 10132097"/>
              <a:gd name="connsiteY5-1368" fmla="*/ 5095737 h 10165212"/>
              <a:gd name="connsiteX6-1369" fmla="*/ 9663282 w 10132097"/>
              <a:gd name="connsiteY6-1370" fmla="*/ 6635547 h 10165212"/>
              <a:gd name="connsiteX7-1371" fmla="*/ 8262099 w 10132097"/>
              <a:gd name="connsiteY7-1372" fmla="*/ 8127495 h 10165212"/>
              <a:gd name="connsiteX8-1373" fmla="*/ 5178959 w 10132097"/>
              <a:gd name="connsiteY8-1374" fmla="*/ 10146384 h 10165212"/>
              <a:gd name="connsiteX9-1375" fmla="*/ 1869466 w 10132097"/>
              <a:gd name="connsiteY9-1376" fmla="*/ 8151833 h 10165212"/>
              <a:gd name="connsiteX10-1377" fmla="*/ 787 w 10132097"/>
              <a:gd name="connsiteY10-1378" fmla="*/ 5015164 h 10165212"/>
              <a:gd name="connsiteX0-1379" fmla="*/ 787 w 10128369"/>
              <a:gd name="connsiteY0-1380" fmla="*/ 5015164 h 10165212"/>
              <a:gd name="connsiteX1-1381" fmla="*/ 1895592 w 10128369"/>
              <a:gd name="connsiteY1-1382" fmla="*/ 1973101 h 10165212"/>
              <a:gd name="connsiteX2-1383" fmla="*/ 5039562 w 10128369"/>
              <a:gd name="connsiteY2-1384" fmla="*/ 4 h 10165212"/>
              <a:gd name="connsiteX3-1385" fmla="*/ 8068320 w 10128369"/>
              <a:gd name="connsiteY3-1386" fmla="*/ 1806815 h 10165212"/>
              <a:gd name="connsiteX4-1387" fmla="*/ 9524033 w 10128369"/>
              <a:gd name="connsiteY4-1388" fmla="*/ 3279652 h 10165212"/>
              <a:gd name="connsiteX5-1389" fmla="*/ 10127493 w 10128369"/>
              <a:gd name="connsiteY5-1390" fmla="*/ 5095737 h 10165212"/>
              <a:gd name="connsiteX6-1391" fmla="*/ 9663282 w 10128369"/>
              <a:gd name="connsiteY6-1392" fmla="*/ 6635547 h 10165212"/>
              <a:gd name="connsiteX7-1393" fmla="*/ 8262099 w 10128369"/>
              <a:gd name="connsiteY7-1394" fmla="*/ 8127495 h 10165212"/>
              <a:gd name="connsiteX8-1395" fmla="*/ 5178959 w 10128369"/>
              <a:gd name="connsiteY8-1396" fmla="*/ 10146384 h 10165212"/>
              <a:gd name="connsiteX9-1397" fmla="*/ 1869466 w 10128369"/>
              <a:gd name="connsiteY9-1398" fmla="*/ 8151833 h 10165212"/>
              <a:gd name="connsiteX10-1399" fmla="*/ 787 w 10128369"/>
              <a:gd name="connsiteY10-1400" fmla="*/ 5015164 h 10165212"/>
              <a:gd name="connsiteX0-1401" fmla="*/ 787 w 10128675"/>
              <a:gd name="connsiteY0-1402" fmla="*/ 5015164 h 10165212"/>
              <a:gd name="connsiteX1-1403" fmla="*/ 1895592 w 10128675"/>
              <a:gd name="connsiteY1-1404" fmla="*/ 1973101 h 10165212"/>
              <a:gd name="connsiteX2-1405" fmla="*/ 5039562 w 10128675"/>
              <a:gd name="connsiteY2-1406" fmla="*/ 4 h 10165212"/>
              <a:gd name="connsiteX3-1407" fmla="*/ 8068320 w 10128675"/>
              <a:gd name="connsiteY3-1408" fmla="*/ 1806815 h 10165212"/>
              <a:gd name="connsiteX4-1409" fmla="*/ 9524033 w 10128675"/>
              <a:gd name="connsiteY4-1410" fmla="*/ 3279652 h 10165212"/>
              <a:gd name="connsiteX5-1411" fmla="*/ 10127493 w 10128675"/>
              <a:gd name="connsiteY5-1412" fmla="*/ 5095737 h 10165212"/>
              <a:gd name="connsiteX6-1413" fmla="*/ 9663282 w 10128675"/>
              <a:gd name="connsiteY6-1414" fmla="*/ 6635547 h 10165212"/>
              <a:gd name="connsiteX7-1415" fmla="*/ 8262099 w 10128675"/>
              <a:gd name="connsiteY7-1416" fmla="*/ 8127495 h 10165212"/>
              <a:gd name="connsiteX8-1417" fmla="*/ 5178959 w 10128675"/>
              <a:gd name="connsiteY8-1418" fmla="*/ 10146384 h 10165212"/>
              <a:gd name="connsiteX9-1419" fmla="*/ 1869466 w 10128675"/>
              <a:gd name="connsiteY9-1420" fmla="*/ 8151833 h 10165212"/>
              <a:gd name="connsiteX10-1421" fmla="*/ 787 w 10128675"/>
              <a:gd name="connsiteY10-1422" fmla="*/ 5015164 h 10165212"/>
              <a:gd name="connsiteX0-1423" fmla="*/ 787 w 10128675"/>
              <a:gd name="connsiteY0-1424" fmla="*/ 5015164 h 10165212"/>
              <a:gd name="connsiteX1-1425" fmla="*/ 1895592 w 10128675"/>
              <a:gd name="connsiteY1-1426" fmla="*/ 1973101 h 10165212"/>
              <a:gd name="connsiteX2-1427" fmla="*/ 5039562 w 10128675"/>
              <a:gd name="connsiteY2-1428" fmla="*/ 4 h 10165212"/>
              <a:gd name="connsiteX3-1429" fmla="*/ 8068320 w 10128675"/>
              <a:gd name="connsiteY3-1430" fmla="*/ 1806815 h 10165212"/>
              <a:gd name="connsiteX4-1431" fmla="*/ 9524033 w 10128675"/>
              <a:gd name="connsiteY4-1432" fmla="*/ 3279652 h 10165212"/>
              <a:gd name="connsiteX5-1433" fmla="*/ 10127493 w 10128675"/>
              <a:gd name="connsiteY5-1434" fmla="*/ 5095737 h 10165212"/>
              <a:gd name="connsiteX6-1435" fmla="*/ 9663282 w 10128675"/>
              <a:gd name="connsiteY6-1436" fmla="*/ 6635547 h 10165212"/>
              <a:gd name="connsiteX7-1437" fmla="*/ 8262099 w 10128675"/>
              <a:gd name="connsiteY7-1438" fmla="*/ 8127495 h 10165212"/>
              <a:gd name="connsiteX8-1439" fmla="*/ 5178959 w 10128675"/>
              <a:gd name="connsiteY8-1440" fmla="*/ 10146384 h 10165212"/>
              <a:gd name="connsiteX9-1441" fmla="*/ 1869466 w 10128675"/>
              <a:gd name="connsiteY9-1442" fmla="*/ 8151833 h 10165212"/>
              <a:gd name="connsiteX10-1443" fmla="*/ 787 w 10128675"/>
              <a:gd name="connsiteY10-1444" fmla="*/ 5015164 h 10165212"/>
              <a:gd name="connsiteX0-1445" fmla="*/ 787 w 10128675"/>
              <a:gd name="connsiteY0-1446" fmla="*/ 5015424 h 10165472"/>
              <a:gd name="connsiteX1-1447" fmla="*/ 1895592 w 10128675"/>
              <a:gd name="connsiteY1-1448" fmla="*/ 1973361 h 10165472"/>
              <a:gd name="connsiteX2-1449" fmla="*/ 5039562 w 10128675"/>
              <a:gd name="connsiteY2-1450" fmla="*/ 264 h 10165472"/>
              <a:gd name="connsiteX3-1451" fmla="*/ 8068320 w 10128675"/>
              <a:gd name="connsiteY3-1452" fmla="*/ 1807075 h 10165472"/>
              <a:gd name="connsiteX4-1453" fmla="*/ 9524033 w 10128675"/>
              <a:gd name="connsiteY4-1454" fmla="*/ 3279912 h 10165472"/>
              <a:gd name="connsiteX5-1455" fmla="*/ 10127493 w 10128675"/>
              <a:gd name="connsiteY5-1456" fmla="*/ 5095997 h 10165472"/>
              <a:gd name="connsiteX6-1457" fmla="*/ 9663282 w 10128675"/>
              <a:gd name="connsiteY6-1458" fmla="*/ 6635807 h 10165472"/>
              <a:gd name="connsiteX7-1459" fmla="*/ 8262099 w 10128675"/>
              <a:gd name="connsiteY7-1460" fmla="*/ 8127755 h 10165472"/>
              <a:gd name="connsiteX8-1461" fmla="*/ 5178959 w 10128675"/>
              <a:gd name="connsiteY8-1462" fmla="*/ 10146644 h 10165472"/>
              <a:gd name="connsiteX9-1463" fmla="*/ 1869466 w 10128675"/>
              <a:gd name="connsiteY9-1464" fmla="*/ 8152093 h 10165472"/>
              <a:gd name="connsiteX10-1465" fmla="*/ 787 w 10128675"/>
              <a:gd name="connsiteY10-1466" fmla="*/ 5015424 h 10165472"/>
              <a:gd name="connsiteX0-1467" fmla="*/ 787 w 10128675"/>
              <a:gd name="connsiteY0-1468" fmla="*/ 5015424 h 10165472"/>
              <a:gd name="connsiteX1-1469" fmla="*/ 1895592 w 10128675"/>
              <a:gd name="connsiteY1-1470" fmla="*/ 1973361 h 10165472"/>
              <a:gd name="connsiteX2-1471" fmla="*/ 5039562 w 10128675"/>
              <a:gd name="connsiteY2-1472" fmla="*/ 264 h 10165472"/>
              <a:gd name="connsiteX3-1473" fmla="*/ 8068320 w 10128675"/>
              <a:gd name="connsiteY3-1474" fmla="*/ 1807075 h 10165472"/>
              <a:gd name="connsiteX4-1475" fmla="*/ 9524033 w 10128675"/>
              <a:gd name="connsiteY4-1476" fmla="*/ 3279912 h 10165472"/>
              <a:gd name="connsiteX5-1477" fmla="*/ 10127493 w 10128675"/>
              <a:gd name="connsiteY5-1478" fmla="*/ 5095997 h 10165472"/>
              <a:gd name="connsiteX6-1479" fmla="*/ 9663282 w 10128675"/>
              <a:gd name="connsiteY6-1480" fmla="*/ 6635807 h 10165472"/>
              <a:gd name="connsiteX7-1481" fmla="*/ 8262099 w 10128675"/>
              <a:gd name="connsiteY7-1482" fmla="*/ 8127755 h 10165472"/>
              <a:gd name="connsiteX8-1483" fmla="*/ 5178959 w 10128675"/>
              <a:gd name="connsiteY8-1484" fmla="*/ 10146644 h 10165472"/>
              <a:gd name="connsiteX9-1485" fmla="*/ 1869466 w 10128675"/>
              <a:gd name="connsiteY9-1486" fmla="*/ 8152093 h 10165472"/>
              <a:gd name="connsiteX10-1487" fmla="*/ 787 w 10128675"/>
              <a:gd name="connsiteY10-1488" fmla="*/ 5015424 h 10165472"/>
              <a:gd name="connsiteX0-1489" fmla="*/ 777 w 10128665"/>
              <a:gd name="connsiteY0-1490" fmla="*/ 5015424 h 10165472"/>
              <a:gd name="connsiteX1-1491" fmla="*/ 1895582 w 10128665"/>
              <a:gd name="connsiteY1-1492" fmla="*/ 1973361 h 10165472"/>
              <a:gd name="connsiteX2-1493" fmla="*/ 5039552 w 10128665"/>
              <a:gd name="connsiteY2-1494" fmla="*/ 264 h 10165472"/>
              <a:gd name="connsiteX3-1495" fmla="*/ 8068310 w 10128665"/>
              <a:gd name="connsiteY3-1496" fmla="*/ 1807075 h 10165472"/>
              <a:gd name="connsiteX4-1497" fmla="*/ 9524023 w 10128665"/>
              <a:gd name="connsiteY4-1498" fmla="*/ 3279912 h 10165472"/>
              <a:gd name="connsiteX5-1499" fmla="*/ 10127483 w 10128665"/>
              <a:gd name="connsiteY5-1500" fmla="*/ 5095997 h 10165472"/>
              <a:gd name="connsiteX6-1501" fmla="*/ 9663272 w 10128665"/>
              <a:gd name="connsiteY6-1502" fmla="*/ 6635807 h 10165472"/>
              <a:gd name="connsiteX7-1503" fmla="*/ 8262089 w 10128665"/>
              <a:gd name="connsiteY7-1504" fmla="*/ 8127755 h 10165472"/>
              <a:gd name="connsiteX8-1505" fmla="*/ 5178949 w 10128665"/>
              <a:gd name="connsiteY8-1506" fmla="*/ 10146644 h 10165472"/>
              <a:gd name="connsiteX9-1507" fmla="*/ 1869456 w 10128665"/>
              <a:gd name="connsiteY9-1508" fmla="*/ 8152093 h 10165472"/>
              <a:gd name="connsiteX10-1509" fmla="*/ 777 w 10128665"/>
              <a:gd name="connsiteY10-1510" fmla="*/ 5015424 h 10165472"/>
              <a:gd name="connsiteX0-1511" fmla="*/ 777 w 10128665"/>
              <a:gd name="connsiteY0-1512" fmla="*/ 5015424 h 10165653"/>
              <a:gd name="connsiteX1-1513" fmla="*/ 1895582 w 10128665"/>
              <a:gd name="connsiteY1-1514" fmla="*/ 1973361 h 10165653"/>
              <a:gd name="connsiteX2-1515" fmla="*/ 5039552 w 10128665"/>
              <a:gd name="connsiteY2-1516" fmla="*/ 264 h 10165653"/>
              <a:gd name="connsiteX3-1517" fmla="*/ 8068310 w 10128665"/>
              <a:gd name="connsiteY3-1518" fmla="*/ 1807075 h 10165653"/>
              <a:gd name="connsiteX4-1519" fmla="*/ 9524023 w 10128665"/>
              <a:gd name="connsiteY4-1520" fmla="*/ 3279912 h 10165653"/>
              <a:gd name="connsiteX5-1521" fmla="*/ 10127483 w 10128665"/>
              <a:gd name="connsiteY5-1522" fmla="*/ 5095997 h 10165653"/>
              <a:gd name="connsiteX6-1523" fmla="*/ 9663272 w 10128665"/>
              <a:gd name="connsiteY6-1524" fmla="*/ 6635807 h 10165653"/>
              <a:gd name="connsiteX7-1525" fmla="*/ 8262089 w 10128665"/>
              <a:gd name="connsiteY7-1526" fmla="*/ 8127755 h 10165653"/>
              <a:gd name="connsiteX8-1527" fmla="*/ 5178949 w 10128665"/>
              <a:gd name="connsiteY8-1528" fmla="*/ 10146644 h 10165653"/>
              <a:gd name="connsiteX9-1529" fmla="*/ 1869456 w 10128665"/>
              <a:gd name="connsiteY9-1530" fmla="*/ 8152093 h 10165653"/>
              <a:gd name="connsiteX10-1531" fmla="*/ 777 w 10128665"/>
              <a:gd name="connsiteY10-1532" fmla="*/ 5015424 h 10165653"/>
              <a:gd name="connsiteX0-1533" fmla="*/ 781 w 10128669"/>
              <a:gd name="connsiteY0-1534" fmla="*/ 5015424 h 10165653"/>
              <a:gd name="connsiteX1-1535" fmla="*/ 1895586 w 10128669"/>
              <a:gd name="connsiteY1-1536" fmla="*/ 1973361 h 10165653"/>
              <a:gd name="connsiteX2-1537" fmla="*/ 5039556 w 10128669"/>
              <a:gd name="connsiteY2-1538" fmla="*/ 264 h 10165653"/>
              <a:gd name="connsiteX3-1539" fmla="*/ 8068314 w 10128669"/>
              <a:gd name="connsiteY3-1540" fmla="*/ 1807075 h 10165653"/>
              <a:gd name="connsiteX4-1541" fmla="*/ 9524027 w 10128669"/>
              <a:gd name="connsiteY4-1542" fmla="*/ 3279912 h 10165653"/>
              <a:gd name="connsiteX5-1543" fmla="*/ 10127487 w 10128669"/>
              <a:gd name="connsiteY5-1544" fmla="*/ 5095997 h 10165653"/>
              <a:gd name="connsiteX6-1545" fmla="*/ 9663276 w 10128669"/>
              <a:gd name="connsiteY6-1546" fmla="*/ 6635807 h 10165653"/>
              <a:gd name="connsiteX7-1547" fmla="*/ 8262093 w 10128669"/>
              <a:gd name="connsiteY7-1548" fmla="*/ 8127755 h 10165653"/>
              <a:gd name="connsiteX8-1549" fmla="*/ 5178953 w 10128669"/>
              <a:gd name="connsiteY8-1550" fmla="*/ 10146644 h 10165653"/>
              <a:gd name="connsiteX9-1551" fmla="*/ 1869460 w 10128669"/>
              <a:gd name="connsiteY9-1552" fmla="*/ 8152093 h 10165653"/>
              <a:gd name="connsiteX10-1553" fmla="*/ 781 w 10128669"/>
              <a:gd name="connsiteY10-1554" fmla="*/ 5015424 h 10165653"/>
              <a:gd name="connsiteX0-1555" fmla="*/ 777 w 10128665"/>
              <a:gd name="connsiteY0-1556" fmla="*/ 5015424 h 10165653"/>
              <a:gd name="connsiteX1-1557" fmla="*/ 1895582 w 10128665"/>
              <a:gd name="connsiteY1-1558" fmla="*/ 1973361 h 10165653"/>
              <a:gd name="connsiteX2-1559" fmla="*/ 5039552 w 10128665"/>
              <a:gd name="connsiteY2-1560" fmla="*/ 264 h 10165653"/>
              <a:gd name="connsiteX3-1561" fmla="*/ 8068310 w 10128665"/>
              <a:gd name="connsiteY3-1562" fmla="*/ 1807075 h 10165653"/>
              <a:gd name="connsiteX4-1563" fmla="*/ 9524023 w 10128665"/>
              <a:gd name="connsiteY4-1564" fmla="*/ 3279912 h 10165653"/>
              <a:gd name="connsiteX5-1565" fmla="*/ 10127483 w 10128665"/>
              <a:gd name="connsiteY5-1566" fmla="*/ 5095997 h 10165653"/>
              <a:gd name="connsiteX6-1567" fmla="*/ 9663272 w 10128665"/>
              <a:gd name="connsiteY6-1568" fmla="*/ 6635807 h 10165653"/>
              <a:gd name="connsiteX7-1569" fmla="*/ 8262089 w 10128665"/>
              <a:gd name="connsiteY7-1570" fmla="*/ 8127755 h 10165653"/>
              <a:gd name="connsiteX8-1571" fmla="*/ 5178949 w 10128665"/>
              <a:gd name="connsiteY8-1572" fmla="*/ 10146644 h 10165653"/>
              <a:gd name="connsiteX9-1573" fmla="*/ 1869456 w 10128665"/>
              <a:gd name="connsiteY9-1574" fmla="*/ 8152093 h 10165653"/>
              <a:gd name="connsiteX10-1575" fmla="*/ 777 w 10128665"/>
              <a:gd name="connsiteY10-1576" fmla="*/ 5015424 h 10165653"/>
              <a:gd name="connsiteX0-1577" fmla="*/ 777 w 10128665"/>
              <a:gd name="connsiteY0-1578" fmla="*/ 5015424 h 10154591"/>
              <a:gd name="connsiteX1-1579" fmla="*/ 1895582 w 10128665"/>
              <a:gd name="connsiteY1-1580" fmla="*/ 1973361 h 10154591"/>
              <a:gd name="connsiteX2-1581" fmla="*/ 5039552 w 10128665"/>
              <a:gd name="connsiteY2-1582" fmla="*/ 264 h 10154591"/>
              <a:gd name="connsiteX3-1583" fmla="*/ 8068310 w 10128665"/>
              <a:gd name="connsiteY3-1584" fmla="*/ 1807075 h 10154591"/>
              <a:gd name="connsiteX4-1585" fmla="*/ 9524023 w 10128665"/>
              <a:gd name="connsiteY4-1586" fmla="*/ 3279912 h 10154591"/>
              <a:gd name="connsiteX5-1587" fmla="*/ 10127483 w 10128665"/>
              <a:gd name="connsiteY5-1588" fmla="*/ 5095997 h 10154591"/>
              <a:gd name="connsiteX6-1589" fmla="*/ 9663272 w 10128665"/>
              <a:gd name="connsiteY6-1590" fmla="*/ 6635807 h 10154591"/>
              <a:gd name="connsiteX7-1591" fmla="*/ 8262089 w 10128665"/>
              <a:gd name="connsiteY7-1592" fmla="*/ 8127755 h 10154591"/>
              <a:gd name="connsiteX8-1593" fmla="*/ 5178949 w 10128665"/>
              <a:gd name="connsiteY8-1594" fmla="*/ 10146644 h 10154591"/>
              <a:gd name="connsiteX9-1595" fmla="*/ 1869456 w 10128665"/>
              <a:gd name="connsiteY9-1596" fmla="*/ 8152093 h 10154591"/>
              <a:gd name="connsiteX10-1597" fmla="*/ 777 w 10128665"/>
              <a:gd name="connsiteY10-1598" fmla="*/ 5015424 h 10154591"/>
              <a:gd name="connsiteX0-1599" fmla="*/ 777 w 10128665"/>
              <a:gd name="connsiteY0-1600" fmla="*/ 5015424 h 10139810"/>
              <a:gd name="connsiteX1-1601" fmla="*/ 1895582 w 10128665"/>
              <a:gd name="connsiteY1-1602" fmla="*/ 1973361 h 10139810"/>
              <a:gd name="connsiteX2-1603" fmla="*/ 5039552 w 10128665"/>
              <a:gd name="connsiteY2-1604" fmla="*/ 264 h 10139810"/>
              <a:gd name="connsiteX3-1605" fmla="*/ 8068310 w 10128665"/>
              <a:gd name="connsiteY3-1606" fmla="*/ 1807075 h 10139810"/>
              <a:gd name="connsiteX4-1607" fmla="*/ 9524023 w 10128665"/>
              <a:gd name="connsiteY4-1608" fmla="*/ 3279912 h 10139810"/>
              <a:gd name="connsiteX5-1609" fmla="*/ 10127483 w 10128665"/>
              <a:gd name="connsiteY5-1610" fmla="*/ 5095997 h 10139810"/>
              <a:gd name="connsiteX6-1611" fmla="*/ 9663272 w 10128665"/>
              <a:gd name="connsiteY6-1612" fmla="*/ 6635807 h 10139810"/>
              <a:gd name="connsiteX7-1613" fmla="*/ 8262089 w 10128665"/>
              <a:gd name="connsiteY7-1614" fmla="*/ 8127755 h 10139810"/>
              <a:gd name="connsiteX8-1615" fmla="*/ 5178949 w 10128665"/>
              <a:gd name="connsiteY8-1616" fmla="*/ 10131776 h 10139810"/>
              <a:gd name="connsiteX9-1617" fmla="*/ 1869456 w 10128665"/>
              <a:gd name="connsiteY9-1618" fmla="*/ 8152093 h 10139810"/>
              <a:gd name="connsiteX10-1619" fmla="*/ 777 w 10128665"/>
              <a:gd name="connsiteY10-1620" fmla="*/ 5015424 h 10139810"/>
              <a:gd name="connsiteX0-1621" fmla="*/ 777 w 10128665"/>
              <a:gd name="connsiteY0-1622" fmla="*/ 5015424 h 10139724"/>
              <a:gd name="connsiteX1-1623" fmla="*/ 1895582 w 10128665"/>
              <a:gd name="connsiteY1-1624" fmla="*/ 1973361 h 10139724"/>
              <a:gd name="connsiteX2-1625" fmla="*/ 5039552 w 10128665"/>
              <a:gd name="connsiteY2-1626" fmla="*/ 264 h 10139724"/>
              <a:gd name="connsiteX3-1627" fmla="*/ 8068310 w 10128665"/>
              <a:gd name="connsiteY3-1628" fmla="*/ 1807075 h 10139724"/>
              <a:gd name="connsiteX4-1629" fmla="*/ 9524023 w 10128665"/>
              <a:gd name="connsiteY4-1630" fmla="*/ 3279912 h 10139724"/>
              <a:gd name="connsiteX5-1631" fmla="*/ 10127483 w 10128665"/>
              <a:gd name="connsiteY5-1632" fmla="*/ 5095997 h 10139724"/>
              <a:gd name="connsiteX6-1633" fmla="*/ 9663272 w 10128665"/>
              <a:gd name="connsiteY6-1634" fmla="*/ 6635807 h 10139724"/>
              <a:gd name="connsiteX7-1635" fmla="*/ 8262089 w 10128665"/>
              <a:gd name="connsiteY7-1636" fmla="*/ 8127755 h 10139724"/>
              <a:gd name="connsiteX8-1637" fmla="*/ 5178949 w 10128665"/>
              <a:gd name="connsiteY8-1638" fmla="*/ 10131776 h 10139724"/>
              <a:gd name="connsiteX9-1639" fmla="*/ 1869456 w 10128665"/>
              <a:gd name="connsiteY9-1640" fmla="*/ 8152093 h 10139724"/>
              <a:gd name="connsiteX10-1641" fmla="*/ 777 w 10128665"/>
              <a:gd name="connsiteY10-1642" fmla="*/ 5015424 h 10139724"/>
              <a:gd name="connsiteX0-1643" fmla="*/ 777 w 10128665"/>
              <a:gd name="connsiteY0-1644" fmla="*/ 5015424 h 10139682"/>
              <a:gd name="connsiteX1-1645" fmla="*/ 1895582 w 10128665"/>
              <a:gd name="connsiteY1-1646" fmla="*/ 1973361 h 10139682"/>
              <a:gd name="connsiteX2-1647" fmla="*/ 5039552 w 10128665"/>
              <a:gd name="connsiteY2-1648" fmla="*/ 264 h 10139682"/>
              <a:gd name="connsiteX3-1649" fmla="*/ 8068310 w 10128665"/>
              <a:gd name="connsiteY3-1650" fmla="*/ 1807075 h 10139682"/>
              <a:gd name="connsiteX4-1651" fmla="*/ 9524023 w 10128665"/>
              <a:gd name="connsiteY4-1652" fmla="*/ 3279912 h 10139682"/>
              <a:gd name="connsiteX5-1653" fmla="*/ 10127483 w 10128665"/>
              <a:gd name="connsiteY5-1654" fmla="*/ 5095997 h 10139682"/>
              <a:gd name="connsiteX6-1655" fmla="*/ 9663272 w 10128665"/>
              <a:gd name="connsiteY6-1656" fmla="*/ 6635807 h 10139682"/>
              <a:gd name="connsiteX7-1657" fmla="*/ 8262089 w 10128665"/>
              <a:gd name="connsiteY7-1658" fmla="*/ 8127755 h 10139682"/>
              <a:gd name="connsiteX8-1659" fmla="*/ 5178949 w 10128665"/>
              <a:gd name="connsiteY8-1660" fmla="*/ 10131776 h 10139682"/>
              <a:gd name="connsiteX9-1661" fmla="*/ 1869456 w 10128665"/>
              <a:gd name="connsiteY9-1662" fmla="*/ 8152093 h 10139682"/>
              <a:gd name="connsiteX10-1663" fmla="*/ 777 w 10128665"/>
              <a:gd name="connsiteY10-1664" fmla="*/ 5015424 h 10139682"/>
              <a:gd name="connsiteX0-1665" fmla="*/ 777 w 10128665"/>
              <a:gd name="connsiteY0-1666" fmla="*/ 5015424 h 10132673"/>
              <a:gd name="connsiteX1-1667" fmla="*/ 1895582 w 10128665"/>
              <a:gd name="connsiteY1-1668" fmla="*/ 1973361 h 10132673"/>
              <a:gd name="connsiteX2-1669" fmla="*/ 5039552 w 10128665"/>
              <a:gd name="connsiteY2-1670" fmla="*/ 264 h 10132673"/>
              <a:gd name="connsiteX3-1671" fmla="*/ 8068310 w 10128665"/>
              <a:gd name="connsiteY3-1672" fmla="*/ 1807075 h 10132673"/>
              <a:gd name="connsiteX4-1673" fmla="*/ 9524023 w 10128665"/>
              <a:gd name="connsiteY4-1674" fmla="*/ 3279912 h 10132673"/>
              <a:gd name="connsiteX5-1675" fmla="*/ 10127483 w 10128665"/>
              <a:gd name="connsiteY5-1676" fmla="*/ 5095997 h 10132673"/>
              <a:gd name="connsiteX6-1677" fmla="*/ 9663272 w 10128665"/>
              <a:gd name="connsiteY6-1678" fmla="*/ 6635807 h 10132673"/>
              <a:gd name="connsiteX7-1679" fmla="*/ 8262089 w 10128665"/>
              <a:gd name="connsiteY7-1680" fmla="*/ 8127755 h 10132673"/>
              <a:gd name="connsiteX8-1681" fmla="*/ 5178949 w 10128665"/>
              <a:gd name="connsiteY8-1682" fmla="*/ 10131776 h 10132673"/>
              <a:gd name="connsiteX9-1683" fmla="*/ 1869456 w 10128665"/>
              <a:gd name="connsiteY9-1684" fmla="*/ 8152093 h 10132673"/>
              <a:gd name="connsiteX10-1685" fmla="*/ 777 w 10128665"/>
              <a:gd name="connsiteY10-1686" fmla="*/ 5015424 h 10132673"/>
              <a:gd name="connsiteX0-1687" fmla="*/ 777 w 10128665"/>
              <a:gd name="connsiteY0-1688" fmla="*/ 5015424 h 10132673"/>
              <a:gd name="connsiteX1-1689" fmla="*/ 1895582 w 10128665"/>
              <a:gd name="connsiteY1-1690" fmla="*/ 1973361 h 10132673"/>
              <a:gd name="connsiteX2-1691" fmla="*/ 5039552 w 10128665"/>
              <a:gd name="connsiteY2-1692" fmla="*/ 264 h 10132673"/>
              <a:gd name="connsiteX3-1693" fmla="*/ 8068310 w 10128665"/>
              <a:gd name="connsiteY3-1694" fmla="*/ 1807075 h 10132673"/>
              <a:gd name="connsiteX4-1695" fmla="*/ 9524023 w 10128665"/>
              <a:gd name="connsiteY4-1696" fmla="*/ 3279912 h 10132673"/>
              <a:gd name="connsiteX5-1697" fmla="*/ 10127483 w 10128665"/>
              <a:gd name="connsiteY5-1698" fmla="*/ 5095997 h 10132673"/>
              <a:gd name="connsiteX6-1699" fmla="*/ 9663272 w 10128665"/>
              <a:gd name="connsiteY6-1700" fmla="*/ 6635807 h 10132673"/>
              <a:gd name="connsiteX7-1701" fmla="*/ 8262089 w 10128665"/>
              <a:gd name="connsiteY7-1702" fmla="*/ 8127755 h 10132673"/>
              <a:gd name="connsiteX8-1703" fmla="*/ 5178949 w 10128665"/>
              <a:gd name="connsiteY8-1704" fmla="*/ 10131776 h 10132673"/>
              <a:gd name="connsiteX9-1705" fmla="*/ 1869456 w 10128665"/>
              <a:gd name="connsiteY9-1706" fmla="*/ 8152093 h 10132673"/>
              <a:gd name="connsiteX10-1707" fmla="*/ 777 w 10128665"/>
              <a:gd name="connsiteY10-1708" fmla="*/ 5015424 h 10132673"/>
              <a:gd name="connsiteX0-1709" fmla="*/ 777 w 10128665"/>
              <a:gd name="connsiteY0-1710" fmla="*/ 5015424 h 10132673"/>
              <a:gd name="connsiteX1-1711" fmla="*/ 1895582 w 10128665"/>
              <a:gd name="connsiteY1-1712" fmla="*/ 1973361 h 10132673"/>
              <a:gd name="connsiteX2-1713" fmla="*/ 5039552 w 10128665"/>
              <a:gd name="connsiteY2-1714" fmla="*/ 264 h 10132673"/>
              <a:gd name="connsiteX3-1715" fmla="*/ 8068310 w 10128665"/>
              <a:gd name="connsiteY3-1716" fmla="*/ 1807075 h 10132673"/>
              <a:gd name="connsiteX4-1717" fmla="*/ 9524023 w 10128665"/>
              <a:gd name="connsiteY4-1718" fmla="*/ 3279912 h 10132673"/>
              <a:gd name="connsiteX5-1719" fmla="*/ 10127483 w 10128665"/>
              <a:gd name="connsiteY5-1720" fmla="*/ 5095997 h 10132673"/>
              <a:gd name="connsiteX6-1721" fmla="*/ 9663272 w 10128665"/>
              <a:gd name="connsiteY6-1722" fmla="*/ 6635807 h 10132673"/>
              <a:gd name="connsiteX7-1723" fmla="*/ 8262089 w 10128665"/>
              <a:gd name="connsiteY7-1724" fmla="*/ 8127755 h 10132673"/>
              <a:gd name="connsiteX8-1725" fmla="*/ 5178949 w 10128665"/>
              <a:gd name="connsiteY8-1726" fmla="*/ 10131776 h 10132673"/>
              <a:gd name="connsiteX9-1727" fmla="*/ 1869456 w 10128665"/>
              <a:gd name="connsiteY9-1728" fmla="*/ 8152093 h 10132673"/>
              <a:gd name="connsiteX10-1729" fmla="*/ 777 w 10128665"/>
              <a:gd name="connsiteY10-1730" fmla="*/ 5015424 h 10132673"/>
              <a:gd name="connsiteX0-1731" fmla="*/ 777 w 10128665"/>
              <a:gd name="connsiteY0-1732" fmla="*/ 5015424 h 10136221"/>
              <a:gd name="connsiteX1-1733" fmla="*/ 1895582 w 10128665"/>
              <a:gd name="connsiteY1-1734" fmla="*/ 1973361 h 10136221"/>
              <a:gd name="connsiteX2-1735" fmla="*/ 5039552 w 10128665"/>
              <a:gd name="connsiteY2-1736" fmla="*/ 264 h 10136221"/>
              <a:gd name="connsiteX3-1737" fmla="*/ 8068310 w 10128665"/>
              <a:gd name="connsiteY3-1738" fmla="*/ 1807075 h 10136221"/>
              <a:gd name="connsiteX4-1739" fmla="*/ 9524023 w 10128665"/>
              <a:gd name="connsiteY4-1740" fmla="*/ 3279912 h 10136221"/>
              <a:gd name="connsiteX5-1741" fmla="*/ 10127483 w 10128665"/>
              <a:gd name="connsiteY5-1742" fmla="*/ 5095997 h 10136221"/>
              <a:gd name="connsiteX6-1743" fmla="*/ 9663272 w 10128665"/>
              <a:gd name="connsiteY6-1744" fmla="*/ 6635807 h 10136221"/>
              <a:gd name="connsiteX7-1745" fmla="*/ 8262089 w 10128665"/>
              <a:gd name="connsiteY7-1746" fmla="*/ 8127755 h 10136221"/>
              <a:gd name="connsiteX8-1747" fmla="*/ 5178949 w 10128665"/>
              <a:gd name="connsiteY8-1748" fmla="*/ 10131776 h 10136221"/>
              <a:gd name="connsiteX9-1749" fmla="*/ 1869456 w 10128665"/>
              <a:gd name="connsiteY9-1750" fmla="*/ 8152093 h 10136221"/>
              <a:gd name="connsiteX10-1751" fmla="*/ 777 w 10128665"/>
              <a:gd name="connsiteY10-1752" fmla="*/ 5015424 h 10136221"/>
              <a:gd name="connsiteX0-1753" fmla="*/ 777 w 10128665"/>
              <a:gd name="connsiteY0-1754" fmla="*/ 5015424 h 10140893"/>
              <a:gd name="connsiteX1-1755" fmla="*/ 1895582 w 10128665"/>
              <a:gd name="connsiteY1-1756" fmla="*/ 1973361 h 10140893"/>
              <a:gd name="connsiteX2-1757" fmla="*/ 5039552 w 10128665"/>
              <a:gd name="connsiteY2-1758" fmla="*/ 264 h 10140893"/>
              <a:gd name="connsiteX3-1759" fmla="*/ 8068310 w 10128665"/>
              <a:gd name="connsiteY3-1760" fmla="*/ 1807075 h 10140893"/>
              <a:gd name="connsiteX4-1761" fmla="*/ 9524023 w 10128665"/>
              <a:gd name="connsiteY4-1762" fmla="*/ 3279912 h 10140893"/>
              <a:gd name="connsiteX5-1763" fmla="*/ 10127483 w 10128665"/>
              <a:gd name="connsiteY5-1764" fmla="*/ 5095997 h 10140893"/>
              <a:gd name="connsiteX6-1765" fmla="*/ 9663272 w 10128665"/>
              <a:gd name="connsiteY6-1766" fmla="*/ 6635807 h 10140893"/>
              <a:gd name="connsiteX7-1767" fmla="*/ 8262089 w 10128665"/>
              <a:gd name="connsiteY7-1768" fmla="*/ 8127755 h 10140893"/>
              <a:gd name="connsiteX8-1769" fmla="*/ 5178949 w 10128665"/>
              <a:gd name="connsiteY8-1770" fmla="*/ 10131776 h 10140893"/>
              <a:gd name="connsiteX9-1771" fmla="*/ 1869456 w 10128665"/>
              <a:gd name="connsiteY9-1772" fmla="*/ 8152093 h 10140893"/>
              <a:gd name="connsiteX10-1773" fmla="*/ 777 w 10128665"/>
              <a:gd name="connsiteY10-1774" fmla="*/ 5015424 h 10140893"/>
              <a:gd name="connsiteX0-1775" fmla="*/ 777 w 10128665"/>
              <a:gd name="connsiteY0-1776" fmla="*/ 5015424 h 10137040"/>
              <a:gd name="connsiteX1-1777" fmla="*/ 1895582 w 10128665"/>
              <a:gd name="connsiteY1-1778" fmla="*/ 1973361 h 10137040"/>
              <a:gd name="connsiteX2-1779" fmla="*/ 5039552 w 10128665"/>
              <a:gd name="connsiteY2-1780" fmla="*/ 264 h 10137040"/>
              <a:gd name="connsiteX3-1781" fmla="*/ 8068310 w 10128665"/>
              <a:gd name="connsiteY3-1782" fmla="*/ 1807075 h 10137040"/>
              <a:gd name="connsiteX4-1783" fmla="*/ 9524023 w 10128665"/>
              <a:gd name="connsiteY4-1784" fmla="*/ 3279912 h 10137040"/>
              <a:gd name="connsiteX5-1785" fmla="*/ 10127483 w 10128665"/>
              <a:gd name="connsiteY5-1786" fmla="*/ 5095997 h 10137040"/>
              <a:gd name="connsiteX6-1787" fmla="*/ 9663272 w 10128665"/>
              <a:gd name="connsiteY6-1788" fmla="*/ 6635807 h 10137040"/>
              <a:gd name="connsiteX7-1789" fmla="*/ 8262089 w 10128665"/>
              <a:gd name="connsiteY7-1790" fmla="*/ 8127755 h 10137040"/>
              <a:gd name="connsiteX8-1791" fmla="*/ 5178949 w 10128665"/>
              <a:gd name="connsiteY8-1792" fmla="*/ 10131776 h 10137040"/>
              <a:gd name="connsiteX9-1793" fmla="*/ 1869456 w 10128665"/>
              <a:gd name="connsiteY9-1794" fmla="*/ 8152093 h 10137040"/>
              <a:gd name="connsiteX10-1795" fmla="*/ 777 w 10128665"/>
              <a:gd name="connsiteY10-1796" fmla="*/ 5015424 h 10137040"/>
              <a:gd name="connsiteX0-1797" fmla="*/ 777 w 10128665"/>
              <a:gd name="connsiteY0-1798" fmla="*/ 5015424 h 10139847"/>
              <a:gd name="connsiteX1-1799" fmla="*/ 1895582 w 10128665"/>
              <a:gd name="connsiteY1-1800" fmla="*/ 1973361 h 10139847"/>
              <a:gd name="connsiteX2-1801" fmla="*/ 5039552 w 10128665"/>
              <a:gd name="connsiteY2-1802" fmla="*/ 264 h 10139847"/>
              <a:gd name="connsiteX3-1803" fmla="*/ 8068310 w 10128665"/>
              <a:gd name="connsiteY3-1804" fmla="*/ 1807075 h 10139847"/>
              <a:gd name="connsiteX4-1805" fmla="*/ 9524023 w 10128665"/>
              <a:gd name="connsiteY4-1806" fmla="*/ 3279912 h 10139847"/>
              <a:gd name="connsiteX5-1807" fmla="*/ 10127483 w 10128665"/>
              <a:gd name="connsiteY5-1808" fmla="*/ 5095997 h 10139847"/>
              <a:gd name="connsiteX6-1809" fmla="*/ 9663272 w 10128665"/>
              <a:gd name="connsiteY6-1810" fmla="*/ 6635807 h 10139847"/>
              <a:gd name="connsiteX7-1811" fmla="*/ 8262089 w 10128665"/>
              <a:gd name="connsiteY7-1812" fmla="*/ 8127755 h 10139847"/>
              <a:gd name="connsiteX8-1813" fmla="*/ 5178949 w 10128665"/>
              <a:gd name="connsiteY8-1814" fmla="*/ 10131776 h 10139847"/>
              <a:gd name="connsiteX9-1815" fmla="*/ 1869456 w 10128665"/>
              <a:gd name="connsiteY9-1816" fmla="*/ 8152093 h 10139847"/>
              <a:gd name="connsiteX10-1817" fmla="*/ 777 w 10128665"/>
              <a:gd name="connsiteY10-1818" fmla="*/ 5015424 h 10139847"/>
              <a:gd name="connsiteX0-1819" fmla="*/ 777 w 10128665"/>
              <a:gd name="connsiteY0-1820" fmla="*/ 5015424 h 10139847"/>
              <a:gd name="connsiteX1-1821" fmla="*/ 1895582 w 10128665"/>
              <a:gd name="connsiteY1-1822" fmla="*/ 1973361 h 10139847"/>
              <a:gd name="connsiteX2-1823" fmla="*/ 5039552 w 10128665"/>
              <a:gd name="connsiteY2-1824" fmla="*/ 264 h 10139847"/>
              <a:gd name="connsiteX3-1825" fmla="*/ 8068310 w 10128665"/>
              <a:gd name="connsiteY3-1826" fmla="*/ 1807075 h 10139847"/>
              <a:gd name="connsiteX4-1827" fmla="*/ 9524023 w 10128665"/>
              <a:gd name="connsiteY4-1828" fmla="*/ 3279912 h 10139847"/>
              <a:gd name="connsiteX5-1829" fmla="*/ 10127483 w 10128665"/>
              <a:gd name="connsiteY5-1830" fmla="*/ 5095997 h 10139847"/>
              <a:gd name="connsiteX6-1831" fmla="*/ 9663272 w 10128665"/>
              <a:gd name="connsiteY6-1832" fmla="*/ 6635807 h 10139847"/>
              <a:gd name="connsiteX7-1833" fmla="*/ 8262089 w 10128665"/>
              <a:gd name="connsiteY7-1834" fmla="*/ 8127755 h 10139847"/>
              <a:gd name="connsiteX8-1835" fmla="*/ 5178949 w 10128665"/>
              <a:gd name="connsiteY8-1836" fmla="*/ 10131776 h 10139847"/>
              <a:gd name="connsiteX9-1837" fmla="*/ 1869456 w 10128665"/>
              <a:gd name="connsiteY9-1838" fmla="*/ 8152093 h 10139847"/>
              <a:gd name="connsiteX10-1839" fmla="*/ 777 w 10128665"/>
              <a:gd name="connsiteY10-1840" fmla="*/ 5015424 h 10139847"/>
              <a:gd name="connsiteX0-1841" fmla="*/ 777 w 10211929"/>
              <a:gd name="connsiteY0-1842" fmla="*/ 5015424 h 10139847"/>
              <a:gd name="connsiteX1-1843" fmla="*/ 1895582 w 10211929"/>
              <a:gd name="connsiteY1-1844" fmla="*/ 1973361 h 10139847"/>
              <a:gd name="connsiteX2-1845" fmla="*/ 5039552 w 10211929"/>
              <a:gd name="connsiteY2-1846" fmla="*/ 264 h 10139847"/>
              <a:gd name="connsiteX3-1847" fmla="*/ 8068310 w 10211929"/>
              <a:gd name="connsiteY3-1848" fmla="*/ 1807075 h 10139847"/>
              <a:gd name="connsiteX4-1849" fmla="*/ 10127483 w 10211929"/>
              <a:gd name="connsiteY4-1850" fmla="*/ 5095997 h 10139847"/>
              <a:gd name="connsiteX5-1851" fmla="*/ 9663272 w 10211929"/>
              <a:gd name="connsiteY5-1852" fmla="*/ 6635807 h 10139847"/>
              <a:gd name="connsiteX6-1853" fmla="*/ 8262089 w 10211929"/>
              <a:gd name="connsiteY6-1854" fmla="*/ 8127755 h 10139847"/>
              <a:gd name="connsiteX7-1855" fmla="*/ 5178949 w 10211929"/>
              <a:gd name="connsiteY7-1856" fmla="*/ 10131776 h 10139847"/>
              <a:gd name="connsiteX8-1857" fmla="*/ 1869456 w 10211929"/>
              <a:gd name="connsiteY8-1858" fmla="*/ 8152093 h 10139847"/>
              <a:gd name="connsiteX9-1859" fmla="*/ 777 w 10211929"/>
              <a:gd name="connsiteY9-1860" fmla="*/ 5015424 h 10139847"/>
              <a:gd name="connsiteX0-1861" fmla="*/ 777 w 10095194"/>
              <a:gd name="connsiteY0-1862" fmla="*/ 5015424 h 10139847"/>
              <a:gd name="connsiteX1-1863" fmla="*/ 1895582 w 10095194"/>
              <a:gd name="connsiteY1-1864" fmla="*/ 1973361 h 10139847"/>
              <a:gd name="connsiteX2-1865" fmla="*/ 5039552 w 10095194"/>
              <a:gd name="connsiteY2-1866" fmla="*/ 264 h 10139847"/>
              <a:gd name="connsiteX3-1867" fmla="*/ 8068310 w 10095194"/>
              <a:gd name="connsiteY3-1868" fmla="*/ 1807075 h 10139847"/>
              <a:gd name="connsiteX4-1869" fmla="*/ 9989124 w 10095194"/>
              <a:gd name="connsiteY4-1870" fmla="*/ 4086473 h 10139847"/>
              <a:gd name="connsiteX5-1871" fmla="*/ 9663272 w 10095194"/>
              <a:gd name="connsiteY5-1872" fmla="*/ 6635807 h 10139847"/>
              <a:gd name="connsiteX6-1873" fmla="*/ 8262089 w 10095194"/>
              <a:gd name="connsiteY6-1874" fmla="*/ 8127755 h 10139847"/>
              <a:gd name="connsiteX7-1875" fmla="*/ 5178949 w 10095194"/>
              <a:gd name="connsiteY7-1876" fmla="*/ 10131776 h 10139847"/>
              <a:gd name="connsiteX8-1877" fmla="*/ 1869456 w 10095194"/>
              <a:gd name="connsiteY8-1878" fmla="*/ 8152093 h 10139847"/>
              <a:gd name="connsiteX9-1879" fmla="*/ 777 w 10095194"/>
              <a:gd name="connsiteY9-1880" fmla="*/ 5015424 h 10139847"/>
              <a:gd name="connsiteX0-1881" fmla="*/ 777 w 10143243"/>
              <a:gd name="connsiteY0-1882" fmla="*/ 5015424 h 10139847"/>
              <a:gd name="connsiteX1-1883" fmla="*/ 1895582 w 10143243"/>
              <a:gd name="connsiteY1-1884" fmla="*/ 1973361 h 10139847"/>
              <a:gd name="connsiteX2-1885" fmla="*/ 5039552 w 10143243"/>
              <a:gd name="connsiteY2-1886" fmla="*/ 264 h 10139847"/>
              <a:gd name="connsiteX3-1887" fmla="*/ 8068310 w 10143243"/>
              <a:gd name="connsiteY3-1888" fmla="*/ 1807075 h 10139847"/>
              <a:gd name="connsiteX4-1889" fmla="*/ 10047380 w 10143243"/>
              <a:gd name="connsiteY4-1890" fmla="*/ 4369721 h 10139847"/>
              <a:gd name="connsiteX5-1891" fmla="*/ 9663272 w 10143243"/>
              <a:gd name="connsiteY5-1892" fmla="*/ 6635807 h 10139847"/>
              <a:gd name="connsiteX6-1893" fmla="*/ 8262089 w 10143243"/>
              <a:gd name="connsiteY6-1894" fmla="*/ 8127755 h 10139847"/>
              <a:gd name="connsiteX7-1895" fmla="*/ 5178949 w 10143243"/>
              <a:gd name="connsiteY7-1896" fmla="*/ 10131776 h 10139847"/>
              <a:gd name="connsiteX8-1897" fmla="*/ 1869456 w 10143243"/>
              <a:gd name="connsiteY8-1898" fmla="*/ 8152093 h 10139847"/>
              <a:gd name="connsiteX9-1899" fmla="*/ 777 w 10143243"/>
              <a:gd name="connsiteY9-1900" fmla="*/ 5015424 h 10139847"/>
              <a:gd name="connsiteX0-1901" fmla="*/ 777 w 10188867"/>
              <a:gd name="connsiteY0-1902" fmla="*/ 5015424 h 10139847"/>
              <a:gd name="connsiteX1-1903" fmla="*/ 1895582 w 10188867"/>
              <a:gd name="connsiteY1-1904" fmla="*/ 1973361 h 10139847"/>
              <a:gd name="connsiteX2-1905" fmla="*/ 5039552 w 10188867"/>
              <a:gd name="connsiteY2-1906" fmla="*/ 264 h 10139847"/>
              <a:gd name="connsiteX3-1907" fmla="*/ 8068310 w 10188867"/>
              <a:gd name="connsiteY3-1908" fmla="*/ 1807075 h 10139847"/>
              <a:gd name="connsiteX4-1909" fmla="*/ 10100925 w 10188867"/>
              <a:gd name="connsiteY4-1910" fmla="*/ 4654536 h 10139847"/>
              <a:gd name="connsiteX5-1911" fmla="*/ 9663272 w 10188867"/>
              <a:gd name="connsiteY5-1912" fmla="*/ 6635807 h 10139847"/>
              <a:gd name="connsiteX6-1913" fmla="*/ 8262089 w 10188867"/>
              <a:gd name="connsiteY6-1914" fmla="*/ 8127755 h 10139847"/>
              <a:gd name="connsiteX7-1915" fmla="*/ 5178949 w 10188867"/>
              <a:gd name="connsiteY7-1916" fmla="*/ 10131776 h 10139847"/>
              <a:gd name="connsiteX8-1917" fmla="*/ 1869456 w 10188867"/>
              <a:gd name="connsiteY8-1918" fmla="*/ 8152093 h 10139847"/>
              <a:gd name="connsiteX9-1919" fmla="*/ 777 w 10188867"/>
              <a:gd name="connsiteY9-1920" fmla="*/ 5015424 h 10139847"/>
              <a:gd name="connsiteX0-1921" fmla="*/ 777 w 10142580"/>
              <a:gd name="connsiteY0-1922" fmla="*/ 5015424 h 10139847"/>
              <a:gd name="connsiteX1-1923" fmla="*/ 1895582 w 10142580"/>
              <a:gd name="connsiteY1-1924" fmla="*/ 1973361 h 10139847"/>
              <a:gd name="connsiteX2-1925" fmla="*/ 5039552 w 10142580"/>
              <a:gd name="connsiteY2-1926" fmla="*/ 264 h 10139847"/>
              <a:gd name="connsiteX3-1927" fmla="*/ 8068310 w 10142580"/>
              <a:gd name="connsiteY3-1928" fmla="*/ 1807075 h 10139847"/>
              <a:gd name="connsiteX4-1929" fmla="*/ 10100925 w 10142580"/>
              <a:gd name="connsiteY4-1930" fmla="*/ 4654536 h 10139847"/>
              <a:gd name="connsiteX5-1931" fmla="*/ 9663272 w 10142580"/>
              <a:gd name="connsiteY5-1932" fmla="*/ 6635807 h 10139847"/>
              <a:gd name="connsiteX6-1933" fmla="*/ 8262089 w 10142580"/>
              <a:gd name="connsiteY6-1934" fmla="*/ 8127755 h 10139847"/>
              <a:gd name="connsiteX7-1935" fmla="*/ 5178949 w 10142580"/>
              <a:gd name="connsiteY7-1936" fmla="*/ 10131776 h 10139847"/>
              <a:gd name="connsiteX8-1937" fmla="*/ 1869456 w 10142580"/>
              <a:gd name="connsiteY8-1938" fmla="*/ 8152093 h 10139847"/>
              <a:gd name="connsiteX9-1939" fmla="*/ 777 w 10142580"/>
              <a:gd name="connsiteY9-1940" fmla="*/ 5015424 h 10139847"/>
              <a:gd name="connsiteX0-1941" fmla="*/ 777 w 10131835"/>
              <a:gd name="connsiteY0-1942" fmla="*/ 5015424 h 10139847"/>
              <a:gd name="connsiteX1-1943" fmla="*/ 1895582 w 10131835"/>
              <a:gd name="connsiteY1-1944" fmla="*/ 1973361 h 10139847"/>
              <a:gd name="connsiteX2-1945" fmla="*/ 5039552 w 10131835"/>
              <a:gd name="connsiteY2-1946" fmla="*/ 264 h 10139847"/>
              <a:gd name="connsiteX3-1947" fmla="*/ 8068310 w 10131835"/>
              <a:gd name="connsiteY3-1948" fmla="*/ 1807075 h 10139847"/>
              <a:gd name="connsiteX4-1949" fmla="*/ 10100925 w 10131835"/>
              <a:gd name="connsiteY4-1950" fmla="*/ 4654536 h 10139847"/>
              <a:gd name="connsiteX5-1951" fmla="*/ 9663272 w 10131835"/>
              <a:gd name="connsiteY5-1952" fmla="*/ 6635807 h 10139847"/>
              <a:gd name="connsiteX6-1953" fmla="*/ 8262089 w 10131835"/>
              <a:gd name="connsiteY6-1954" fmla="*/ 8127755 h 10139847"/>
              <a:gd name="connsiteX7-1955" fmla="*/ 5178949 w 10131835"/>
              <a:gd name="connsiteY7-1956" fmla="*/ 10131776 h 10139847"/>
              <a:gd name="connsiteX8-1957" fmla="*/ 1869456 w 10131835"/>
              <a:gd name="connsiteY8-1958" fmla="*/ 8152093 h 10139847"/>
              <a:gd name="connsiteX9-1959" fmla="*/ 777 w 10131835"/>
              <a:gd name="connsiteY9-1960" fmla="*/ 5015424 h 10139847"/>
              <a:gd name="connsiteX0-1961" fmla="*/ 14 w 10131072"/>
              <a:gd name="connsiteY0-1962" fmla="*/ 5015424 h 10139742"/>
              <a:gd name="connsiteX1-1963" fmla="*/ 1894819 w 10131072"/>
              <a:gd name="connsiteY1-1964" fmla="*/ 1973361 h 10139742"/>
              <a:gd name="connsiteX2-1965" fmla="*/ 5038789 w 10131072"/>
              <a:gd name="connsiteY2-1966" fmla="*/ 264 h 10139742"/>
              <a:gd name="connsiteX3-1967" fmla="*/ 8067547 w 10131072"/>
              <a:gd name="connsiteY3-1968" fmla="*/ 1807075 h 10139742"/>
              <a:gd name="connsiteX4-1969" fmla="*/ 10100162 w 10131072"/>
              <a:gd name="connsiteY4-1970" fmla="*/ 4654536 h 10139742"/>
              <a:gd name="connsiteX5-1971" fmla="*/ 9662509 w 10131072"/>
              <a:gd name="connsiteY5-1972" fmla="*/ 6635807 h 10139742"/>
              <a:gd name="connsiteX6-1973" fmla="*/ 8261326 w 10131072"/>
              <a:gd name="connsiteY6-1974" fmla="*/ 8127755 h 10139742"/>
              <a:gd name="connsiteX7-1975" fmla="*/ 5178186 w 10131072"/>
              <a:gd name="connsiteY7-1976" fmla="*/ 10131776 h 10139742"/>
              <a:gd name="connsiteX8-1977" fmla="*/ 1868693 w 10131072"/>
              <a:gd name="connsiteY8-1978" fmla="*/ 8133929 h 10139742"/>
              <a:gd name="connsiteX9-1979" fmla="*/ 14 w 10131072"/>
              <a:gd name="connsiteY9-1980" fmla="*/ 5015424 h 10139742"/>
              <a:gd name="connsiteX0-1981" fmla="*/ 2430 w 10133488"/>
              <a:gd name="connsiteY0-1982" fmla="*/ 5015424 h 10139742"/>
              <a:gd name="connsiteX1-1983" fmla="*/ 1897235 w 10133488"/>
              <a:gd name="connsiteY1-1984" fmla="*/ 1973361 h 10139742"/>
              <a:gd name="connsiteX2-1985" fmla="*/ 5041205 w 10133488"/>
              <a:gd name="connsiteY2-1986" fmla="*/ 264 h 10139742"/>
              <a:gd name="connsiteX3-1987" fmla="*/ 8069963 w 10133488"/>
              <a:gd name="connsiteY3-1988" fmla="*/ 1807075 h 10139742"/>
              <a:gd name="connsiteX4-1989" fmla="*/ 10102578 w 10133488"/>
              <a:gd name="connsiteY4-1990" fmla="*/ 4654536 h 10139742"/>
              <a:gd name="connsiteX5-1991" fmla="*/ 9664925 w 10133488"/>
              <a:gd name="connsiteY5-1992" fmla="*/ 6635807 h 10139742"/>
              <a:gd name="connsiteX6-1993" fmla="*/ 8263742 w 10133488"/>
              <a:gd name="connsiteY6-1994" fmla="*/ 8127755 h 10139742"/>
              <a:gd name="connsiteX7-1995" fmla="*/ 5180602 w 10133488"/>
              <a:gd name="connsiteY7-1996" fmla="*/ 10131776 h 10139742"/>
              <a:gd name="connsiteX8-1997" fmla="*/ 1871109 w 10133488"/>
              <a:gd name="connsiteY8-1998" fmla="*/ 8133929 h 10139742"/>
              <a:gd name="connsiteX9-1999" fmla="*/ 2430 w 10133488"/>
              <a:gd name="connsiteY9-2000" fmla="*/ 5015424 h 10139742"/>
              <a:gd name="connsiteX0-2001" fmla="*/ 2430 w 10133488"/>
              <a:gd name="connsiteY0-2002" fmla="*/ 5015424 h 10139742"/>
              <a:gd name="connsiteX1-2003" fmla="*/ 1897235 w 10133488"/>
              <a:gd name="connsiteY1-2004" fmla="*/ 1973361 h 10139742"/>
              <a:gd name="connsiteX2-2005" fmla="*/ 5041205 w 10133488"/>
              <a:gd name="connsiteY2-2006" fmla="*/ 264 h 10139742"/>
              <a:gd name="connsiteX3-2007" fmla="*/ 8069963 w 10133488"/>
              <a:gd name="connsiteY3-2008" fmla="*/ 1807075 h 10139742"/>
              <a:gd name="connsiteX4-2009" fmla="*/ 10102578 w 10133488"/>
              <a:gd name="connsiteY4-2010" fmla="*/ 4654536 h 10139742"/>
              <a:gd name="connsiteX5-2011" fmla="*/ 9664925 w 10133488"/>
              <a:gd name="connsiteY5-2012" fmla="*/ 6635807 h 10139742"/>
              <a:gd name="connsiteX6-2013" fmla="*/ 8263742 w 10133488"/>
              <a:gd name="connsiteY6-2014" fmla="*/ 8127755 h 10139742"/>
              <a:gd name="connsiteX7-2015" fmla="*/ 5180602 w 10133488"/>
              <a:gd name="connsiteY7-2016" fmla="*/ 10131776 h 10139742"/>
              <a:gd name="connsiteX8-2017" fmla="*/ 1871109 w 10133488"/>
              <a:gd name="connsiteY8-2018" fmla="*/ 8133929 h 10139742"/>
              <a:gd name="connsiteX9-2019" fmla="*/ 2430 w 10133488"/>
              <a:gd name="connsiteY9-2020" fmla="*/ 5015424 h 10139742"/>
              <a:gd name="connsiteX0-2021" fmla="*/ 2430 w 10133488"/>
              <a:gd name="connsiteY0-2022" fmla="*/ 5015424 h 10139776"/>
              <a:gd name="connsiteX1-2023" fmla="*/ 1897235 w 10133488"/>
              <a:gd name="connsiteY1-2024" fmla="*/ 1973361 h 10139776"/>
              <a:gd name="connsiteX2-2025" fmla="*/ 5041205 w 10133488"/>
              <a:gd name="connsiteY2-2026" fmla="*/ 264 h 10139776"/>
              <a:gd name="connsiteX3-2027" fmla="*/ 8069963 w 10133488"/>
              <a:gd name="connsiteY3-2028" fmla="*/ 1807075 h 10139776"/>
              <a:gd name="connsiteX4-2029" fmla="*/ 10102578 w 10133488"/>
              <a:gd name="connsiteY4-2030" fmla="*/ 4654536 h 10139776"/>
              <a:gd name="connsiteX5-2031" fmla="*/ 9664925 w 10133488"/>
              <a:gd name="connsiteY5-2032" fmla="*/ 6635807 h 10139776"/>
              <a:gd name="connsiteX6-2033" fmla="*/ 8263742 w 10133488"/>
              <a:gd name="connsiteY6-2034" fmla="*/ 8127755 h 10139776"/>
              <a:gd name="connsiteX7-2035" fmla="*/ 5180602 w 10133488"/>
              <a:gd name="connsiteY7-2036" fmla="*/ 10131776 h 10139776"/>
              <a:gd name="connsiteX8-2037" fmla="*/ 1871109 w 10133488"/>
              <a:gd name="connsiteY8-2038" fmla="*/ 8133929 h 10139776"/>
              <a:gd name="connsiteX9-2039" fmla="*/ 2430 w 10133488"/>
              <a:gd name="connsiteY9-2040" fmla="*/ 5015424 h 10139776"/>
              <a:gd name="connsiteX0-2041" fmla="*/ 797 w 10131855"/>
              <a:gd name="connsiteY0-2042" fmla="*/ 5015424 h 10139776"/>
              <a:gd name="connsiteX1-2043" fmla="*/ 1895602 w 10131855"/>
              <a:gd name="connsiteY1-2044" fmla="*/ 1973361 h 10139776"/>
              <a:gd name="connsiteX2-2045" fmla="*/ 5039572 w 10131855"/>
              <a:gd name="connsiteY2-2046" fmla="*/ 264 h 10139776"/>
              <a:gd name="connsiteX3-2047" fmla="*/ 8068330 w 10131855"/>
              <a:gd name="connsiteY3-2048" fmla="*/ 1807075 h 10139776"/>
              <a:gd name="connsiteX4-2049" fmla="*/ 10100945 w 10131855"/>
              <a:gd name="connsiteY4-2050" fmla="*/ 4654536 h 10139776"/>
              <a:gd name="connsiteX5-2051" fmla="*/ 9663292 w 10131855"/>
              <a:gd name="connsiteY5-2052" fmla="*/ 6635807 h 10139776"/>
              <a:gd name="connsiteX6-2053" fmla="*/ 8262109 w 10131855"/>
              <a:gd name="connsiteY6-2054" fmla="*/ 8127755 h 10139776"/>
              <a:gd name="connsiteX7-2055" fmla="*/ 5178969 w 10131855"/>
              <a:gd name="connsiteY7-2056" fmla="*/ 10131776 h 10139776"/>
              <a:gd name="connsiteX8-2057" fmla="*/ 1869476 w 10131855"/>
              <a:gd name="connsiteY8-2058" fmla="*/ 8133929 h 10139776"/>
              <a:gd name="connsiteX9-2059" fmla="*/ 797 w 10131855"/>
              <a:gd name="connsiteY9-2060" fmla="*/ 5015424 h 10139776"/>
              <a:gd name="connsiteX0-2061" fmla="*/ 797 w 10131855"/>
              <a:gd name="connsiteY0-2062" fmla="*/ 5015424 h 10139776"/>
              <a:gd name="connsiteX1-2063" fmla="*/ 1895602 w 10131855"/>
              <a:gd name="connsiteY1-2064" fmla="*/ 1973361 h 10139776"/>
              <a:gd name="connsiteX2-2065" fmla="*/ 5039572 w 10131855"/>
              <a:gd name="connsiteY2-2066" fmla="*/ 264 h 10139776"/>
              <a:gd name="connsiteX3-2067" fmla="*/ 8068330 w 10131855"/>
              <a:gd name="connsiteY3-2068" fmla="*/ 1807075 h 10139776"/>
              <a:gd name="connsiteX4-2069" fmla="*/ 10100945 w 10131855"/>
              <a:gd name="connsiteY4-2070" fmla="*/ 4654536 h 10139776"/>
              <a:gd name="connsiteX5-2071" fmla="*/ 9663292 w 10131855"/>
              <a:gd name="connsiteY5-2072" fmla="*/ 6635807 h 10139776"/>
              <a:gd name="connsiteX6-2073" fmla="*/ 8262109 w 10131855"/>
              <a:gd name="connsiteY6-2074" fmla="*/ 8127755 h 10139776"/>
              <a:gd name="connsiteX7-2075" fmla="*/ 5178969 w 10131855"/>
              <a:gd name="connsiteY7-2076" fmla="*/ 10131776 h 10139776"/>
              <a:gd name="connsiteX8-2077" fmla="*/ 1869476 w 10131855"/>
              <a:gd name="connsiteY8-2078" fmla="*/ 8133929 h 10139776"/>
              <a:gd name="connsiteX9-2079" fmla="*/ 797 w 10131855"/>
              <a:gd name="connsiteY9-2080" fmla="*/ 5015424 h 10139776"/>
              <a:gd name="connsiteX0-2081" fmla="*/ 809 w 10131867"/>
              <a:gd name="connsiteY0-2082" fmla="*/ 5015424 h 10140107"/>
              <a:gd name="connsiteX1-2083" fmla="*/ 1895614 w 10131867"/>
              <a:gd name="connsiteY1-2084" fmla="*/ 1973361 h 10140107"/>
              <a:gd name="connsiteX2-2085" fmla="*/ 5039584 w 10131867"/>
              <a:gd name="connsiteY2-2086" fmla="*/ 264 h 10140107"/>
              <a:gd name="connsiteX3-2087" fmla="*/ 8068342 w 10131867"/>
              <a:gd name="connsiteY3-2088" fmla="*/ 1807075 h 10140107"/>
              <a:gd name="connsiteX4-2089" fmla="*/ 10100957 w 10131867"/>
              <a:gd name="connsiteY4-2090" fmla="*/ 4654536 h 10140107"/>
              <a:gd name="connsiteX5-2091" fmla="*/ 9663304 w 10131867"/>
              <a:gd name="connsiteY5-2092" fmla="*/ 6635807 h 10140107"/>
              <a:gd name="connsiteX6-2093" fmla="*/ 8262121 w 10131867"/>
              <a:gd name="connsiteY6-2094" fmla="*/ 8127755 h 10140107"/>
              <a:gd name="connsiteX7-2095" fmla="*/ 5178981 w 10131867"/>
              <a:gd name="connsiteY7-2096" fmla="*/ 10131776 h 10140107"/>
              <a:gd name="connsiteX8-2097" fmla="*/ 1869488 w 10131867"/>
              <a:gd name="connsiteY8-2098" fmla="*/ 8133929 h 10140107"/>
              <a:gd name="connsiteX9-2099" fmla="*/ 809 w 10131867"/>
              <a:gd name="connsiteY9-2100" fmla="*/ 5015424 h 10140107"/>
              <a:gd name="connsiteX0-2101" fmla="*/ 189 w 10131247"/>
              <a:gd name="connsiteY0-2102" fmla="*/ 5015424 h 10140107"/>
              <a:gd name="connsiteX1-2103" fmla="*/ 1894994 w 10131247"/>
              <a:gd name="connsiteY1-2104" fmla="*/ 1973361 h 10140107"/>
              <a:gd name="connsiteX2-2105" fmla="*/ 5038964 w 10131247"/>
              <a:gd name="connsiteY2-2106" fmla="*/ 264 h 10140107"/>
              <a:gd name="connsiteX3-2107" fmla="*/ 8067722 w 10131247"/>
              <a:gd name="connsiteY3-2108" fmla="*/ 1807075 h 10140107"/>
              <a:gd name="connsiteX4-2109" fmla="*/ 10100337 w 10131247"/>
              <a:gd name="connsiteY4-2110" fmla="*/ 4654536 h 10140107"/>
              <a:gd name="connsiteX5-2111" fmla="*/ 9662684 w 10131247"/>
              <a:gd name="connsiteY5-2112" fmla="*/ 6635807 h 10140107"/>
              <a:gd name="connsiteX6-2113" fmla="*/ 8261501 w 10131247"/>
              <a:gd name="connsiteY6-2114" fmla="*/ 8127755 h 10140107"/>
              <a:gd name="connsiteX7-2115" fmla="*/ 5178361 w 10131247"/>
              <a:gd name="connsiteY7-2116" fmla="*/ 10131776 h 10140107"/>
              <a:gd name="connsiteX8-2117" fmla="*/ 1868868 w 10131247"/>
              <a:gd name="connsiteY8-2118" fmla="*/ 8133929 h 10140107"/>
              <a:gd name="connsiteX9-2119" fmla="*/ 189 w 10131247"/>
              <a:gd name="connsiteY9-2120" fmla="*/ 5015424 h 10140107"/>
              <a:gd name="connsiteX0-2121" fmla="*/ 349 w 10131407"/>
              <a:gd name="connsiteY0-2122" fmla="*/ 5015424 h 10140107"/>
              <a:gd name="connsiteX1-2123" fmla="*/ 1895154 w 10131407"/>
              <a:gd name="connsiteY1-2124" fmla="*/ 1973361 h 10140107"/>
              <a:gd name="connsiteX2-2125" fmla="*/ 5039124 w 10131407"/>
              <a:gd name="connsiteY2-2126" fmla="*/ 264 h 10140107"/>
              <a:gd name="connsiteX3-2127" fmla="*/ 8067882 w 10131407"/>
              <a:gd name="connsiteY3-2128" fmla="*/ 1807075 h 10140107"/>
              <a:gd name="connsiteX4-2129" fmla="*/ 10100497 w 10131407"/>
              <a:gd name="connsiteY4-2130" fmla="*/ 4654536 h 10140107"/>
              <a:gd name="connsiteX5-2131" fmla="*/ 9662844 w 10131407"/>
              <a:gd name="connsiteY5-2132" fmla="*/ 6635807 h 10140107"/>
              <a:gd name="connsiteX6-2133" fmla="*/ 8261661 w 10131407"/>
              <a:gd name="connsiteY6-2134" fmla="*/ 8127755 h 10140107"/>
              <a:gd name="connsiteX7-2135" fmla="*/ 5178521 w 10131407"/>
              <a:gd name="connsiteY7-2136" fmla="*/ 10131776 h 10140107"/>
              <a:gd name="connsiteX8-2137" fmla="*/ 1869028 w 10131407"/>
              <a:gd name="connsiteY8-2138" fmla="*/ 8133929 h 10140107"/>
              <a:gd name="connsiteX9-2139" fmla="*/ 349 w 10131407"/>
              <a:gd name="connsiteY9-2140" fmla="*/ 5015424 h 10140107"/>
              <a:gd name="connsiteX0-2141" fmla="*/ 354 w 10131412"/>
              <a:gd name="connsiteY0-2142" fmla="*/ 5015424 h 10139997"/>
              <a:gd name="connsiteX1-2143" fmla="*/ 1895159 w 10131412"/>
              <a:gd name="connsiteY1-2144" fmla="*/ 1973361 h 10139997"/>
              <a:gd name="connsiteX2-2145" fmla="*/ 5039129 w 10131412"/>
              <a:gd name="connsiteY2-2146" fmla="*/ 264 h 10139997"/>
              <a:gd name="connsiteX3-2147" fmla="*/ 8067887 w 10131412"/>
              <a:gd name="connsiteY3-2148" fmla="*/ 1807075 h 10139997"/>
              <a:gd name="connsiteX4-2149" fmla="*/ 10100502 w 10131412"/>
              <a:gd name="connsiteY4-2150" fmla="*/ 4654536 h 10139997"/>
              <a:gd name="connsiteX5-2151" fmla="*/ 9662849 w 10131412"/>
              <a:gd name="connsiteY5-2152" fmla="*/ 6635807 h 10139997"/>
              <a:gd name="connsiteX6-2153" fmla="*/ 8261666 w 10131412"/>
              <a:gd name="connsiteY6-2154" fmla="*/ 8127755 h 10139997"/>
              <a:gd name="connsiteX7-2155" fmla="*/ 5178526 w 10131412"/>
              <a:gd name="connsiteY7-2156" fmla="*/ 10131776 h 10139997"/>
              <a:gd name="connsiteX8-2157" fmla="*/ 1869033 w 10131412"/>
              <a:gd name="connsiteY8-2158" fmla="*/ 8133929 h 10139997"/>
              <a:gd name="connsiteX9-2159" fmla="*/ 354 w 10131412"/>
              <a:gd name="connsiteY9-2160" fmla="*/ 5015424 h 10139997"/>
              <a:gd name="connsiteX0-2161" fmla="*/ 354 w 10131412"/>
              <a:gd name="connsiteY0-2162" fmla="*/ 5015424 h 10131802"/>
              <a:gd name="connsiteX1-2163" fmla="*/ 1895159 w 10131412"/>
              <a:gd name="connsiteY1-2164" fmla="*/ 1973361 h 10131802"/>
              <a:gd name="connsiteX2-2165" fmla="*/ 5039129 w 10131412"/>
              <a:gd name="connsiteY2-2166" fmla="*/ 264 h 10131802"/>
              <a:gd name="connsiteX3-2167" fmla="*/ 8067887 w 10131412"/>
              <a:gd name="connsiteY3-2168" fmla="*/ 1807075 h 10131802"/>
              <a:gd name="connsiteX4-2169" fmla="*/ 10100502 w 10131412"/>
              <a:gd name="connsiteY4-2170" fmla="*/ 4654536 h 10131802"/>
              <a:gd name="connsiteX5-2171" fmla="*/ 9662849 w 10131412"/>
              <a:gd name="connsiteY5-2172" fmla="*/ 6635807 h 10131802"/>
              <a:gd name="connsiteX6-2173" fmla="*/ 8261666 w 10131412"/>
              <a:gd name="connsiteY6-2174" fmla="*/ 8127755 h 10131802"/>
              <a:gd name="connsiteX7-2175" fmla="*/ 5178526 w 10131412"/>
              <a:gd name="connsiteY7-2176" fmla="*/ 10131776 h 10131802"/>
              <a:gd name="connsiteX8-2177" fmla="*/ 1869033 w 10131412"/>
              <a:gd name="connsiteY8-2178" fmla="*/ 8133929 h 10131802"/>
              <a:gd name="connsiteX9-2179" fmla="*/ 354 w 10131412"/>
              <a:gd name="connsiteY9-2180" fmla="*/ 5015424 h 10131802"/>
              <a:gd name="connsiteX0-2181" fmla="*/ 354 w 10130848"/>
              <a:gd name="connsiteY0-2182" fmla="*/ 5015424 h 10131802"/>
              <a:gd name="connsiteX1-2183" fmla="*/ 1895159 w 10130848"/>
              <a:gd name="connsiteY1-2184" fmla="*/ 1973361 h 10131802"/>
              <a:gd name="connsiteX2-2185" fmla="*/ 5039129 w 10130848"/>
              <a:gd name="connsiteY2-2186" fmla="*/ 264 h 10131802"/>
              <a:gd name="connsiteX3-2187" fmla="*/ 8067887 w 10130848"/>
              <a:gd name="connsiteY3-2188" fmla="*/ 1807075 h 10131802"/>
              <a:gd name="connsiteX4-2189" fmla="*/ 10100502 w 10130848"/>
              <a:gd name="connsiteY4-2190" fmla="*/ 4654536 h 10131802"/>
              <a:gd name="connsiteX5-2191" fmla="*/ 9662849 w 10130848"/>
              <a:gd name="connsiteY5-2192" fmla="*/ 6635807 h 10131802"/>
              <a:gd name="connsiteX6-2193" fmla="*/ 8279860 w 10130848"/>
              <a:gd name="connsiteY6-2194" fmla="*/ 8139865 h 10131802"/>
              <a:gd name="connsiteX7-2195" fmla="*/ 5178526 w 10130848"/>
              <a:gd name="connsiteY7-2196" fmla="*/ 10131776 h 10131802"/>
              <a:gd name="connsiteX8-2197" fmla="*/ 1869033 w 10130848"/>
              <a:gd name="connsiteY8-2198" fmla="*/ 8133929 h 10131802"/>
              <a:gd name="connsiteX9-2199" fmla="*/ 354 w 10130848"/>
              <a:gd name="connsiteY9-2200" fmla="*/ 5015424 h 10131802"/>
              <a:gd name="connsiteX0-2201" fmla="*/ 354 w 10130848"/>
              <a:gd name="connsiteY0-2202" fmla="*/ 5015424 h 10136015"/>
              <a:gd name="connsiteX1-2203" fmla="*/ 1895159 w 10130848"/>
              <a:gd name="connsiteY1-2204" fmla="*/ 1973361 h 10136015"/>
              <a:gd name="connsiteX2-2205" fmla="*/ 5039129 w 10130848"/>
              <a:gd name="connsiteY2-2206" fmla="*/ 264 h 10136015"/>
              <a:gd name="connsiteX3-2207" fmla="*/ 8067887 w 10130848"/>
              <a:gd name="connsiteY3-2208" fmla="*/ 1807075 h 10136015"/>
              <a:gd name="connsiteX4-2209" fmla="*/ 10100502 w 10130848"/>
              <a:gd name="connsiteY4-2210" fmla="*/ 4654536 h 10136015"/>
              <a:gd name="connsiteX5-2211" fmla="*/ 9662849 w 10130848"/>
              <a:gd name="connsiteY5-2212" fmla="*/ 6635807 h 10136015"/>
              <a:gd name="connsiteX6-2213" fmla="*/ 8279860 w 10130848"/>
              <a:gd name="connsiteY6-2214" fmla="*/ 8139865 h 10136015"/>
              <a:gd name="connsiteX7-2215" fmla="*/ 5178526 w 10130848"/>
              <a:gd name="connsiteY7-2216" fmla="*/ 10131776 h 10136015"/>
              <a:gd name="connsiteX8-2217" fmla="*/ 1869033 w 10130848"/>
              <a:gd name="connsiteY8-2218" fmla="*/ 8133929 h 10136015"/>
              <a:gd name="connsiteX9-2219" fmla="*/ 354 w 10130848"/>
              <a:gd name="connsiteY9-2220" fmla="*/ 5015424 h 10136015"/>
              <a:gd name="connsiteX0-2221" fmla="*/ 390 w 10130884"/>
              <a:gd name="connsiteY0-2222" fmla="*/ 5015424 h 10136191"/>
              <a:gd name="connsiteX1-2223" fmla="*/ 1895195 w 10130884"/>
              <a:gd name="connsiteY1-2224" fmla="*/ 1973361 h 10136191"/>
              <a:gd name="connsiteX2-2225" fmla="*/ 5039165 w 10130884"/>
              <a:gd name="connsiteY2-2226" fmla="*/ 264 h 10136191"/>
              <a:gd name="connsiteX3-2227" fmla="*/ 8067923 w 10130884"/>
              <a:gd name="connsiteY3-2228" fmla="*/ 1807075 h 10136191"/>
              <a:gd name="connsiteX4-2229" fmla="*/ 10100538 w 10130884"/>
              <a:gd name="connsiteY4-2230" fmla="*/ 4654536 h 10136191"/>
              <a:gd name="connsiteX5-2231" fmla="*/ 9662885 w 10130884"/>
              <a:gd name="connsiteY5-2232" fmla="*/ 6635807 h 10136191"/>
              <a:gd name="connsiteX6-2233" fmla="*/ 8279896 w 10130884"/>
              <a:gd name="connsiteY6-2234" fmla="*/ 8139865 h 10136191"/>
              <a:gd name="connsiteX7-2235" fmla="*/ 5178562 w 10130884"/>
              <a:gd name="connsiteY7-2236" fmla="*/ 10131776 h 10136191"/>
              <a:gd name="connsiteX8-2237" fmla="*/ 1869069 w 10130884"/>
              <a:gd name="connsiteY8-2238" fmla="*/ 8133929 h 10136191"/>
              <a:gd name="connsiteX9-2239" fmla="*/ 390 w 10130884"/>
              <a:gd name="connsiteY9-2240" fmla="*/ 5015424 h 10136191"/>
              <a:gd name="connsiteX0-2241" fmla="*/ 390 w 10191597"/>
              <a:gd name="connsiteY0-2242" fmla="*/ 5015424 h 10136191"/>
              <a:gd name="connsiteX1-2243" fmla="*/ 1895195 w 10191597"/>
              <a:gd name="connsiteY1-2244" fmla="*/ 1973361 h 10136191"/>
              <a:gd name="connsiteX2-2245" fmla="*/ 5039165 w 10191597"/>
              <a:gd name="connsiteY2-2246" fmla="*/ 264 h 10136191"/>
              <a:gd name="connsiteX3-2247" fmla="*/ 8067923 w 10191597"/>
              <a:gd name="connsiteY3-2248" fmla="*/ 1807075 h 10136191"/>
              <a:gd name="connsiteX4-2249" fmla="*/ 10100538 w 10191597"/>
              <a:gd name="connsiteY4-2250" fmla="*/ 4654536 h 10136191"/>
              <a:gd name="connsiteX5-2251" fmla="*/ 9682369 w 10191597"/>
              <a:gd name="connsiteY5-2252" fmla="*/ 6642291 h 10136191"/>
              <a:gd name="connsiteX6-2253" fmla="*/ 8279896 w 10191597"/>
              <a:gd name="connsiteY6-2254" fmla="*/ 8139865 h 10136191"/>
              <a:gd name="connsiteX7-2255" fmla="*/ 5178562 w 10191597"/>
              <a:gd name="connsiteY7-2256" fmla="*/ 10131776 h 10136191"/>
              <a:gd name="connsiteX8-2257" fmla="*/ 1869069 w 10191597"/>
              <a:gd name="connsiteY8-2258" fmla="*/ 8133929 h 10136191"/>
              <a:gd name="connsiteX9-2259" fmla="*/ 390 w 10191597"/>
              <a:gd name="connsiteY9-2260" fmla="*/ 5015424 h 10136191"/>
              <a:gd name="connsiteX0-2261" fmla="*/ 390 w 10201626"/>
              <a:gd name="connsiteY0-2262" fmla="*/ 5015424 h 10136191"/>
              <a:gd name="connsiteX1-2263" fmla="*/ 1895195 w 10201626"/>
              <a:gd name="connsiteY1-2264" fmla="*/ 1973361 h 10136191"/>
              <a:gd name="connsiteX2-2265" fmla="*/ 5039165 w 10201626"/>
              <a:gd name="connsiteY2-2266" fmla="*/ 264 h 10136191"/>
              <a:gd name="connsiteX3-2267" fmla="*/ 8067923 w 10201626"/>
              <a:gd name="connsiteY3-2268" fmla="*/ 1807075 h 10136191"/>
              <a:gd name="connsiteX4-2269" fmla="*/ 10100538 w 10201626"/>
              <a:gd name="connsiteY4-2270" fmla="*/ 4654536 h 10136191"/>
              <a:gd name="connsiteX5-2271" fmla="*/ 9682369 w 10201626"/>
              <a:gd name="connsiteY5-2272" fmla="*/ 6642291 h 10136191"/>
              <a:gd name="connsiteX6-2273" fmla="*/ 8279896 w 10201626"/>
              <a:gd name="connsiteY6-2274" fmla="*/ 8139865 h 10136191"/>
              <a:gd name="connsiteX7-2275" fmla="*/ 5178562 w 10201626"/>
              <a:gd name="connsiteY7-2276" fmla="*/ 10131776 h 10136191"/>
              <a:gd name="connsiteX8-2277" fmla="*/ 1869069 w 10201626"/>
              <a:gd name="connsiteY8-2278" fmla="*/ 8133929 h 10136191"/>
              <a:gd name="connsiteX9-2279" fmla="*/ 390 w 10201626"/>
              <a:gd name="connsiteY9-2280" fmla="*/ 5015424 h 10136191"/>
              <a:gd name="connsiteX0-2281" fmla="*/ 390 w 10106208"/>
              <a:gd name="connsiteY0-2282" fmla="*/ 5015424 h 10136191"/>
              <a:gd name="connsiteX1-2283" fmla="*/ 1895195 w 10106208"/>
              <a:gd name="connsiteY1-2284" fmla="*/ 1973361 h 10136191"/>
              <a:gd name="connsiteX2-2285" fmla="*/ 5039165 w 10106208"/>
              <a:gd name="connsiteY2-2286" fmla="*/ 264 h 10136191"/>
              <a:gd name="connsiteX3-2287" fmla="*/ 8067923 w 10106208"/>
              <a:gd name="connsiteY3-2288" fmla="*/ 1807075 h 10136191"/>
              <a:gd name="connsiteX4-2289" fmla="*/ 10100538 w 10106208"/>
              <a:gd name="connsiteY4-2290" fmla="*/ 4654536 h 10136191"/>
              <a:gd name="connsiteX5-2291" fmla="*/ 9682369 w 10106208"/>
              <a:gd name="connsiteY5-2292" fmla="*/ 6642291 h 10136191"/>
              <a:gd name="connsiteX6-2293" fmla="*/ 8279896 w 10106208"/>
              <a:gd name="connsiteY6-2294" fmla="*/ 8139865 h 10136191"/>
              <a:gd name="connsiteX7-2295" fmla="*/ 5178562 w 10106208"/>
              <a:gd name="connsiteY7-2296" fmla="*/ 10131776 h 10136191"/>
              <a:gd name="connsiteX8-2297" fmla="*/ 1869069 w 10106208"/>
              <a:gd name="connsiteY8-2298" fmla="*/ 8133929 h 10136191"/>
              <a:gd name="connsiteX9-2299" fmla="*/ 390 w 10106208"/>
              <a:gd name="connsiteY9-2300" fmla="*/ 5015424 h 10136191"/>
              <a:gd name="connsiteX0-2301" fmla="*/ 390 w 10148981"/>
              <a:gd name="connsiteY0-2302" fmla="*/ 5015424 h 10136191"/>
              <a:gd name="connsiteX1-2303" fmla="*/ 1895195 w 10148981"/>
              <a:gd name="connsiteY1-2304" fmla="*/ 1973361 h 10136191"/>
              <a:gd name="connsiteX2-2305" fmla="*/ 5039165 w 10148981"/>
              <a:gd name="connsiteY2-2306" fmla="*/ 264 h 10136191"/>
              <a:gd name="connsiteX3-2307" fmla="*/ 8067923 w 10148981"/>
              <a:gd name="connsiteY3-2308" fmla="*/ 1807075 h 10136191"/>
              <a:gd name="connsiteX4-2309" fmla="*/ 10146000 w 10148981"/>
              <a:gd name="connsiteY4-2310" fmla="*/ 4913898 h 10136191"/>
              <a:gd name="connsiteX5-2311" fmla="*/ 9682369 w 10148981"/>
              <a:gd name="connsiteY5-2312" fmla="*/ 6642291 h 10136191"/>
              <a:gd name="connsiteX6-2313" fmla="*/ 8279896 w 10148981"/>
              <a:gd name="connsiteY6-2314" fmla="*/ 8139865 h 10136191"/>
              <a:gd name="connsiteX7-2315" fmla="*/ 5178562 w 10148981"/>
              <a:gd name="connsiteY7-2316" fmla="*/ 10131776 h 10136191"/>
              <a:gd name="connsiteX8-2317" fmla="*/ 1869069 w 10148981"/>
              <a:gd name="connsiteY8-2318" fmla="*/ 8133929 h 10136191"/>
              <a:gd name="connsiteX9-2319" fmla="*/ 390 w 10148981"/>
              <a:gd name="connsiteY9-2320" fmla="*/ 5015424 h 10136191"/>
              <a:gd name="connsiteX0-2321" fmla="*/ 390 w 10146062"/>
              <a:gd name="connsiteY0-2322" fmla="*/ 5015424 h 10136191"/>
              <a:gd name="connsiteX1-2323" fmla="*/ 1895195 w 10146062"/>
              <a:gd name="connsiteY1-2324" fmla="*/ 1973361 h 10136191"/>
              <a:gd name="connsiteX2-2325" fmla="*/ 5039165 w 10146062"/>
              <a:gd name="connsiteY2-2326" fmla="*/ 264 h 10136191"/>
              <a:gd name="connsiteX3-2327" fmla="*/ 8067923 w 10146062"/>
              <a:gd name="connsiteY3-2328" fmla="*/ 1807075 h 10136191"/>
              <a:gd name="connsiteX4-2329" fmla="*/ 10146000 w 10146062"/>
              <a:gd name="connsiteY4-2330" fmla="*/ 4913898 h 10136191"/>
              <a:gd name="connsiteX5-2331" fmla="*/ 9682369 w 10146062"/>
              <a:gd name="connsiteY5-2332" fmla="*/ 6642291 h 10136191"/>
              <a:gd name="connsiteX6-2333" fmla="*/ 8279896 w 10146062"/>
              <a:gd name="connsiteY6-2334" fmla="*/ 8139865 h 10136191"/>
              <a:gd name="connsiteX7-2335" fmla="*/ 5178562 w 10146062"/>
              <a:gd name="connsiteY7-2336" fmla="*/ 10131776 h 10136191"/>
              <a:gd name="connsiteX8-2337" fmla="*/ 1869069 w 10146062"/>
              <a:gd name="connsiteY8-2338" fmla="*/ 8133929 h 10136191"/>
              <a:gd name="connsiteX9-2339" fmla="*/ 390 w 10146062"/>
              <a:gd name="connsiteY9-2340" fmla="*/ 5015424 h 10136191"/>
              <a:gd name="connsiteX0-2341" fmla="*/ 390 w 10146514"/>
              <a:gd name="connsiteY0-2342" fmla="*/ 5015424 h 10136191"/>
              <a:gd name="connsiteX1-2343" fmla="*/ 1895195 w 10146514"/>
              <a:gd name="connsiteY1-2344" fmla="*/ 1973361 h 10136191"/>
              <a:gd name="connsiteX2-2345" fmla="*/ 5039165 w 10146514"/>
              <a:gd name="connsiteY2-2346" fmla="*/ 264 h 10136191"/>
              <a:gd name="connsiteX3-2347" fmla="*/ 8067923 w 10146514"/>
              <a:gd name="connsiteY3-2348" fmla="*/ 1807075 h 10136191"/>
              <a:gd name="connsiteX4-2349" fmla="*/ 10146000 w 10146514"/>
              <a:gd name="connsiteY4-2350" fmla="*/ 4913898 h 10136191"/>
              <a:gd name="connsiteX5-2351" fmla="*/ 9682369 w 10146514"/>
              <a:gd name="connsiteY5-2352" fmla="*/ 6642291 h 10136191"/>
              <a:gd name="connsiteX6-2353" fmla="*/ 8279896 w 10146514"/>
              <a:gd name="connsiteY6-2354" fmla="*/ 8139865 h 10136191"/>
              <a:gd name="connsiteX7-2355" fmla="*/ 5178562 w 10146514"/>
              <a:gd name="connsiteY7-2356" fmla="*/ 10131776 h 10136191"/>
              <a:gd name="connsiteX8-2357" fmla="*/ 1869069 w 10146514"/>
              <a:gd name="connsiteY8-2358" fmla="*/ 8133929 h 10136191"/>
              <a:gd name="connsiteX9-2359" fmla="*/ 390 w 10146514"/>
              <a:gd name="connsiteY9-2360" fmla="*/ 5015424 h 10136191"/>
              <a:gd name="connsiteX0-2361" fmla="*/ 390 w 10146062"/>
              <a:gd name="connsiteY0-2362" fmla="*/ 5015424 h 10136191"/>
              <a:gd name="connsiteX1-2363" fmla="*/ 1895195 w 10146062"/>
              <a:gd name="connsiteY1-2364" fmla="*/ 1973361 h 10136191"/>
              <a:gd name="connsiteX2-2365" fmla="*/ 5039165 w 10146062"/>
              <a:gd name="connsiteY2-2366" fmla="*/ 264 h 10136191"/>
              <a:gd name="connsiteX3-2367" fmla="*/ 8067923 w 10146062"/>
              <a:gd name="connsiteY3-2368" fmla="*/ 1807075 h 10136191"/>
              <a:gd name="connsiteX4-2369" fmla="*/ 10146000 w 10146062"/>
              <a:gd name="connsiteY4-2370" fmla="*/ 4913898 h 10136191"/>
              <a:gd name="connsiteX5-2371" fmla="*/ 9682369 w 10146062"/>
              <a:gd name="connsiteY5-2372" fmla="*/ 6642291 h 10136191"/>
              <a:gd name="connsiteX6-2373" fmla="*/ 8279896 w 10146062"/>
              <a:gd name="connsiteY6-2374" fmla="*/ 8139865 h 10136191"/>
              <a:gd name="connsiteX7-2375" fmla="*/ 5178562 w 10146062"/>
              <a:gd name="connsiteY7-2376" fmla="*/ 10131776 h 10136191"/>
              <a:gd name="connsiteX8-2377" fmla="*/ 1869069 w 10146062"/>
              <a:gd name="connsiteY8-2378" fmla="*/ 8133929 h 10136191"/>
              <a:gd name="connsiteX9-2379" fmla="*/ 390 w 10146062"/>
              <a:gd name="connsiteY9-2380" fmla="*/ 5015424 h 10136191"/>
              <a:gd name="connsiteX0-2381" fmla="*/ 390 w 10146062"/>
              <a:gd name="connsiteY0-2382" fmla="*/ 5015424 h 10136191"/>
              <a:gd name="connsiteX1-2383" fmla="*/ 1895195 w 10146062"/>
              <a:gd name="connsiteY1-2384" fmla="*/ 1973361 h 10136191"/>
              <a:gd name="connsiteX2-2385" fmla="*/ 5039165 w 10146062"/>
              <a:gd name="connsiteY2-2386" fmla="*/ 264 h 10136191"/>
              <a:gd name="connsiteX3-2387" fmla="*/ 8067923 w 10146062"/>
              <a:gd name="connsiteY3-2388" fmla="*/ 1807075 h 10136191"/>
              <a:gd name="connsiteX4-2389" fmla="*/ 10146000 w 10146062"/>
              <a:gd name="connsiteY4-2390" fmla="*/ 4913898 h 10136191"/>
              <a:gd name="connsiteX5-2391" fmla="*/ 9682369 w 10146062"/>
              <a:gd name="connsiteY5-2392" fmla="*/ 6642291 h 10136191"/>
              <a:gd name="connsiteX6-2393" fmla="*/ 8279896 w 10146062"/>
              <a:gd name="connsiteY6-2394" fmla="*/ 8139865 h 10136191"/>
              <a:gd name="connsiteX7-2395" fmla="*/ 5178562 w 10146062"/>
              <a:gd name="connsiteY7-2396" fmla="*/ 10131776 h 10136191"/>
              <a:gd name="connsiteX8-2397" fmla="*/ 1869069 w 10146062"/>
              <a:gd name="connsiteY8-2398" fmla="*/ 8133929 h 10136191"/>
              <a:gd name="connsiteX9-2399" fmla="*/ 390 w 10146062"/>
              <a:gd name="connsiteY9-2400" fmla="*/ 5015424 h 10136191"/>
              <a:gd name="connsiteX0-2401" fmla="*/ 390 w 10146020"/>
              <a:gd name="connsiteY0-2402" fmla="*/ 5015424 h 10136191"/>
              <a:gd name="connsiteX1-2403" fmla="*/ 1895195 w 10146020"/>
              <a:gd name="connsiteY1-2404" fmla="*/ 1973361 h 10136191"/>
              <a:gd name="connsiteX2-2405" fmla="*/ 5039165 w 10146020"/>
              <a:gd name="connsiteY2-2406" fmla="*/ 264 h 10136191"/>
              <a:gd name="connsiteX3-2407" fmla="*/ 8067923 w 10146020"/>
              <a:gd name="connsiteY3-2408" fmla="*/ 1807075 h 10136191"/>
              <a:gd name="connsiteX4-2409" fmla="*/ 10146000 w 10146020"/>
              <a:gd name="connsiteY4-2410" fmla="*/ 4913898 h 10136191"/>
              <a:gd name="connsiteX5-2411" fmla="*/ 9682369 w 10146020"/>
              <a:gd name="connsiteY5-2412" fmla="*/ 6642291 h 10136191"/>
              <a:gd name="connsiteX6-2413" fmla="*/ 8279896 w 10146020"/>
              <a:gd name="connsiteY6-2414" fmla="*/ 8139865 h 10136191"/>
              <a:gd name="connsiteX7-2415" fmla="*/ 5178562 w 10146020"/>
              <a:gd name="connsiteY7-2416" fmla="*/ 10131776 h 10136191"/>
              <a:gd name="connsiteX8-2417" fmla="*/ 1869069 w 10146020"/>
              <a:gd name="connsiteY8-2418" fmla="*/ 8133929 h 10136191"/>
              <a:gd name="connsiteX9-2419" fmla="*/ 390 w 10146020"/>
              <a:gd name="connsiteY9-2420" fmla="*/ 5015424 h 10136191"/>
              <a:gd name="connsiteX0-2421" fmla="*/ 390 w 10146020"/>
              <a:gd name="connsiteY0-2422" fmla="*/ 5015424 h 10136191"/>
              <a:gd name="connsiteX1-2423" fmla="*/ 1895195 w 10146020"/>
              <a:gd name="connsiteY1-2424" fmla="*/ 1973361 h 10136191"/>
              <a:gd name="connsiteX2-2425" fmla="*/ 5039165 w 10146020"/>
              <a:gd name="connsiteY2-2426" fmla="*/ 264 h 10136191"/>
              <a:gd name="connsiteX3-2427" fmla="*/ 8067923 w 10146020"/>
              <a:gd name="connsiteY3-2428" fmla="*/ 1807075 h 10136191"/>
              <a:gd name="connsiteX4-2429" fmla="*/ 10146000 w 10146020"/>
              <a:gd name="connsiteY4-2430" fmla="*/ 4913898 h 10136191"/>
              <a:gd name="connsiteX5-2431" fmla="*/ 9682369 w 10146020"/>
              <a:gd name="connsiteY5-2432" fmla="*/ 6642291 h 10136191"/>
              <a:gd name="connsiteX6-2433" fmla="*/ 8279896 w 10146020"/>
              <a:gd name="connsiteY6-2434" fmla="*/ 8139865 h 10136191"/>
              <a:gd name="connsiteX7-2435" fmla="*/ 5178562 w 10146020"/>
              <a:gd name="connsiteY7-2436" fmla="*/ 10131776 h 10136191"/>
              <a:gd name="connsiteX8-2437" fmla="*/ 1869069 w 10146020"/>
              <a:gd name="connsiteY8-2438" fmla="*/ 8133929 h 10136191"/>
              <a:gd name="connsiteX9-2439" fmla="*/ 390 w 10146020"/>
              <a:gd name="connsiteY9-2440" fmla="*/ 5015424 h 10136191"/>
              <a:gd name="connsiteX0-2441" fmla="*/ 390 w 10146062"/>
              <a:gd name="connsiteY0-2442" fmla="*/ 5015424 h 10136191"/>
              <a:gd name="connsiteX1-2443" fmla="*/ 1895195 w 10146062"/>
              <a:gd name="connsiteY1-2444" fmla="*/ 1973361 h 10136191"/>
              <a:gd name="connsiteX2-2445" fmla="*/ 5039165 w 10146062"/>
              <a:gd name="connsiteY2-2446" fmla="*/ 264 h 10136191"/>
              <a:gd name="connsiteX3-2447" fmla="*/ 8067923 w 10146062"/>
              <a:gd name="connsiteY3-2448" fmla="*/ 1807075 h 10136191"/>
              <a:gd name="connsiteX4-2449" fmla="*/ 10146000 w 10146062"/>
              <a:gd name="connsiteY4-2450" fmla="*/ 4913898 h 10136191"/>
              <a:gd name="connsiteX5-2451" fmla="*/ 9682369 w 10146062"/>
              <a:gd name="connsiteY5-2452" fmla="*/ 6642291 h 10136191"/>
              <a:gd name="connsiteX6-2453" fmla="*/ 8279896 w 10146062"/>
              <a:gd name="connsiteY6-2454" fmla="*/ 8139865 h 10136191"/>
              <a:gd name="connsiteX7-2455" fmla="*/ 5178562 w 10146062"/>
              <a:gd name="connsiteY7-2456" fmla="*/ 10131776 h 10136191"/>
              <a:gd name="connsiteX8-2457" fmla="*/ 1869069 w 10146062"/>
              <a:gd name="connsiteY8-2458" fmla="*/ 8133929 h 10136191"/>
              <a:gd name="connsiteX9-2459" fmla="*/ 390 w 10146062"/>
              <a:gd name="connsiteY9-2460" fmla="*/ 5015424 h 10136191"/>
              <a:gd name="connsiteX0-2461" fmla="*/ 390 w 10218833"/>
              <a:gd name="connsiteY0-2462" fmla="*/ 5015747 h 10136514"/>
              <a:gd name="connsiteX1-2463" fmla="*/ 1895195 w 10218833"/>
              <a:gd name="connsiteY1-2464" fmla="*/ 1973684 h 10136514"/>
              <a:gd name="connsiteX2-2465" fmla="*/ 5039165 w 10218833"/>
              <a:gd name="connsiteY2-2466" fmla="*/ 587 h 10136514"/>
              <a:gd name="connsiteX3-2467" fmla="*/ 8074417 w 10218833"/>
              <a:gd name="connsiteY3-2468" fmla="*/ 1787947 h 10136514"/>
              <a:gd name="connsiteX4-2469" fmla="*/ 10146000 w 10218833"/>
              <a:gd name="connsiteY4-2470" fmla="*/ 4914221 h 10136514"/>
              <a:gd name="connsiteX5-2471" fmla="*/ 9682369 w 10218833"/>
              <a:gd name="connsiteY5-2472" fmla="*/ 6642614 h 10136514"/>
              <a:gd name="connsiteX6-2473" fmla="*/ 8279896 w 10218833"/>
              <a:gd name="connsiteY6-2474" fmla="*/ 8140188 h 10136514"/>
              <a:gd name="connsiteX7-2475" fmla="*/ 5178562 w 10218833"/>
              <a:gd name="connsiteY7-2476" fmla="*/ 10132099 h 10136514"/>
              <a:gd name="connsiteX8-2477" fmla="*/ 1869069 w 10218833"/>
              <a:gd name="connsiteY8-2478" fmla="*/ 8134252 h 10136514"/>
              <a:gd name="connsiteX9-2479" fmla="*/ 390 w 10218833"/>
              <a:gd name="connsiteY9-2480" fmla="*/ 5015747 h 10136514"/>
              <a:gd name="connsiteX0-2481" fmla="*/ 390 w 10218833"/>
              <a:gd name="connsiteY0-2482" fmla="*/ 5015825 h 10136592"/>
              <a:gd name="connsiteX1-2483" fmla="*/ 1895195 w 10218833"/>
              <a:gd name="connsiteY1-2484" fmla="*/ 1973762 h 10136592"/>
              <a:gd name="connsiteX2-2485" fmla="*/ 5039165 w 10218833"/>
              <a:gd name="connsiteY2-2486" fmla="*/ 665 h 10136592"/>
              <a:gd name="connsiteX3-2487" fmla="*/ 8074417 w 10218833"/>
              <a:gd name="connsiteY3-2488" fmla="*/ 1788025 h 10136592"/>
              <a:gd name="connsiteX4-2489" fmla="*/ 10146000 w 10218833"/>
              <a:gd name="connsiteY4-2490" fmla="*/ 4914299 h 10136592"/>
              <a:gd name="connsiteX5-2491" fmla="*/ 9682369 w 10218833"/>
              <a:gd name="connsiteY5-2492" fmla="*/ 6642692 h 10136592"/>
              <a:gd name="connsiteX6-2493" fmla="*/ 8279896 w 10218833"/>
              <a:gd name="connsiteY6-2494" fmla="*/ 8140266 h 10136592"/>
              <a:gd name="connsiteX7-2495" fmla="*/ 5178562 w 10218833"/>
              <a:gd name="connsiteY7-2496" fmla="*/ 10132177 h 10136592"/>
              <a:gd name="connsiteX8-2497" fmla="*/ 1869069 w 10218833"/>
              <a:gd name="connsiteY8-2498" fmla="*/ 8134330 h 10136592"/>
              <a:gd name="connsiteX9-2499" fmla="*/ 390 w 10218833"/>
              <a:gd name="connsiteY9-2500" fmla="*/ 5015825 h 10136592"/>
              <a:gd name="connsiteX0-2501" fmla="*/ 390 w 10218833"/>
              <a:gd name="connsiteY0-2502" fmla="*/ 5015179 h 10135946"/>
              <a:gd name="connsiteX1-2503" fmla="*/ 1895195 w 10218833"/>
              <a:gd name="connsiteY1-2504" fmla="*/ 1973116 h 10135946"/>
              <a:gd name="connsiteX2-2505" fmla="*/ 5039165 w 10218833"/>
              <a:gd name="connsiteY2-2506" fmla="*/ 19 h 10135946"/>
              <a:gd name="connsiteX3-2507" fmla="*/ 8074417 w 10218833"/>
              <a:gd name="connsiteY3-2508" fmla="*/ 1787379 h 10135946"/>
              <a:gd name="connsiteX4-2509" fmla="*/ 10146000 w 10218833"/>
              <a:gd name="connsiteY4-2510" fmla="*/ 4913653 h 10135946"/>
              <a:gd name="connsiteX5-2511" fmla="*/ 9682369 w 10218833"/>
              <a:gd name="connsiteY5-2512" fmla="*/ 6642046 h 10135946"/>
              <a:gd name="connsiteX6-2513" fmla="*/ 8279896 w 10218833"/>
              <a:gd name="connsiteY6-2514" fmla="*/ 8139620 h 10135946"/>
              <a:gd name="connsiteX7-2515" fmla="*/ 5178562 w 10218833"/>
              <a:gd name="connsiteY7-2516" fmla="*/ 10131531 h 10135946"/>
              <a:gd name="connsiteX8-2517" fmla="*/ 1869069 w 10218833"/>
              <a:gd name="connsiteY8-2518" fmla="*/ 8133684 h 10135946"/>
              <a:gd name="connsiteX9-2519" fmla="*/ 390 w 10218833"/>
              <a:gd name="connsiteY9-2520" fmla="*/ 5015179 h 10135946"/>
              <a:gd name="connsiteX0-2521" fmla="*/ 390 w 10218833"/>
              <a:gd name="connsiteY0-2522" fmla="*/ 5015637 h 10136404"/>
              <a:gd name="connsiteX1-2523" fmla="*/ 1895195 w 10218833"/>
              <a:gd name="connsiteY1-2524" fmla="*/ 1973574 h 10136404"/>
              <a:gd name="connsiteX2-2525" fmla="*/ 5039165 w 10218833"/>
              <a:gd name="connsiteY2-2526" fmla="*/ 477 h 10136404"/>
              <a:gd name="connsiteX3-2527" fmla="*/ 8074417 w 10218833"/>
              <a:gd name="connsiteY3-2528" fmla="*/ 1787837 h 10136404"/>
              <a:gd name="connsiteX4-2529" fmla="*/ 10146000 w 10218833"/>
              <a:gd name="connsiteY4-2530" fmla="*/ 4914111 h 10136404"/>
              <a:gd name="connsiteX5-2531" fmla="*/ 9682369 w 10218833"/>
              <a:gd name="connsiteY5-2532" fmla="*/ 6642504 h 10136404"/>
              <a:gd name="connsiteX6-2533" fmla="*/ 8279896 w 10218833"/>
              <a:gd name="connsiteY6-2534" fmla="*/ 8140078 h 10136404"/>
              <a:gd name="connsiteX7-2535" fmla="*/ 5178562 w 10218833"/>
              <a:gd name="connsiteY7-2536" fmla="*/ 10131989 h 10136404"/>
              <a:gd name="connsiteX8-2537" fmla="*/ 1869069 w 10218833"/>
              <a:gd name="connsiteY8-2538" fmla="*/ 8134142 h 10136404"/>
              <a:gd name="connsiteX9-2539" fmla="*/ 390 w 10218833"/>
              <a:gd name="connsiteY9-2540" fmla="*/ 5015637 h 10136404"/>
              <a:gd name="connsiteX0-2541" fmla="*/ 390 w 10218833"/>
              <a:gd name="connsiteY0-2542" fmla="*/ 5015162 h 10135929"/>
              <a:gd name="connsiteX1-2543" fmla="*/ 1895195 w 10218833"/>
              <a:gd name="connsiteY1-2544" fmla="*/ 1973099 h 10135929"/>
              <a:gd name="connsiteX2-2545" fmla="*/ 5039165 w 10218833"/>
              <a:gd name="connsiteY2-2546" fmla="*/ 2 h 10135929"/>
              <a:gd name="connsiteX3-2547" fmla="*/ 8074417 w 10218833"/>
              <a:gd name="connsiteY3-2548" fmla="*/ 1787362 h 10135929"/>
              <a:gd name="connsiteX4-2549" fmla="*/ 10146000 w 10218833"/>
              <a:gd name="connsiteY4-2550" fmla="*/ 4913636 h 10135929"/>
              <a:gd name="connsiteX5-2551" fmla="*/ 9682369 w 10218833"/>
              <a:gd name="connsiteY5-2552" fmla="*/ 6642029 h 10135929"/>
              <a:gd name="connsiteX6-2553" fmla="*/ 8279896 w 10218833"/>
              <a:gd name="connsiteY6-2554" fmla="*/ 8139603 h 10135929"/>
              <a:gd name="connsiteX7-2555" fmla="*/ 5178562 w 10218833"/>
              <a:gd name="connsiteY7-2556" fmla="*/ 10131514 h 10135929"/>
              <a:gd name="connsiteX8-2557" fmla="*/ 1869069 w 10218833"/>
              <a:gd name="connsiteY8-2558" fmla="*/ 8133667 h 10135929"/>
              <a:gd name="connsiteX9-2559" fmla="*/ 390 w 10218833"/>
              <a:gd name="connsiteY9-2560" fmla="*/ 5015162 h 10135929"/>
              <a:gd name="connsiteX0-2561" fmla="*/ 390 w 10218833"/>
              <a:gd name="connsiteY0-2562" fmla="*/ 5015162 h 10135929"/>
              <a:gd name="connsiteX1-2563" fmla="*/ 1895195 w 10218833"/>
              <a:gd name="connsiteY1-2564" fmla="*/ 1973099 h 10135929"/>
              <a:gd name="connsiteX2-2565" fmla="*/ 5039165 w 10218833"/>
              <a:gd name="connsiteY2-2566" fmla="*/ 2 h 10135929"/>
              <a:gd name="connsiteX3-2567" fmla="*/ 8074417 w 10218833"/>
              <a:gd name="connsiteY3-2568" fmla="*/ 1787362 h 10135929"/>
              <a:gd name="connsiteX4-2569" fmla="*/ 10146000 w 10218833"/>
              <a:gd name="connsiteY4-2570" fmla="*/ 4913636 h 10135929"/>
              <a:gd name="connsiteX5-2571" fmla="*/ 9682369 w 10218833"/>
              <a:gd name="connsiteY5-2572" fmla="*/ 6642029 h 10135929"/>
              <a:gd name="connsiteX6-2573" fmla="*/ 8279896 w 10218833"/>
              <a:gd name="connsiteY6-2574" fmla="*/ 8139603 h 10135929"/>
              <a:gd name="connsiteX7-2575" fmla="*/ 5178562 w 10218833"/>
              <a:gd name="connsiteY7-2576" fmla="*/ 10131514 h 10135929"/>
              <a:gd name="connsiteX8-2577" fmla="*/ 1869069 w 10218833"/>
              <a:gd name="connsiteY8-2578" fmla="*/ 8133667 h 10135929"/>
              <a:gd name="connsiteX9-2579" fmla="*/ 390 w 10218833"/>
              <a:gd name="connsiteY9-2580" fmla="*/ 5015162 h 10135929"/>
              <a:gd name="connsiteX0-2581" fmla="*/ 390 w 10156825"/>
              <a:gd name="connsiteY0-2582" fmla="*/ 5015162 h 10135929"/>
              <a:gd name="connsiteX1-2583" fmla="*/ 1895195 w 10156825"/>
              <a:gd name="connsiteY1-2584" fmla="*/ 1973099 h 10135929"/>
              <a:gd name="connsiteX2-2585" fmla="*/ 5039165 w 10156825"/>
              <a:gd name="connsiteY2-2586" fmla="*/ 2 h 10135929"/>
              <a:gd name="connsiteX3-2587" fmla="*/ 8074417 w 10156825"/>
              <a:gd name="connsiteY3-2588" fmla="*/ 1787362 h 10135929"/>
              <a:gd name="connsiteX4-2589" fmla="*/ 10061209 w 10156825"/>
              <a:gd name="connsiteY4-2590" fmla="*/ 4321069 h 10135929"/>
              <a:gd name="connsiteX5-2591" fmla="*/ 9682369 w 10156825"/>
              <a:gd name="connsiteY5-2592" fmla="*/ 6642029 h 10135929"/>
              <a:gd name="connsiteX6-2593" fmla="*/ 8279896 w 10156825"/>
              <a:gd name="connsiteY6-2594" fmla="*/ 8139603 h 10135929"/>
              <a:gd name="connsiteX7-2595" fmla="*/ 5178562 w 10156825"/>
              <a:gd name="connsiteY7-2596" fmla="*/ 10131514 h 10135929"/>
              <a:gd name="connsiteX8-2597" fmla="*/ 1869069 w 10156825"/>
              <a:gd name="connsiteY8-2598" fmla="*/ 8133667 h 10135929"/>
              <a:gd name="connsiteX9-2599" fmla="*/ 390 w 10156825"/>
              <a:gd name="connsiteY9-2600" fmla="*/ 5015162 h 10135929"/>
              <a:gd name="connsiteX0-2601" fmla="*/ 390 w 10159874"/>
              <a:gd name="connsiteY0-2602" fmla="*/ 5015162 h 10135929"/>
              <a:gd name="connsiteX1-2603" fmla="*/ 1895195 w 10159874"/>
              <a:gd name="connsiteY1-2604" fmla="*/ 1973099 h 10135929"/>
              <a:gd name="connsiteX2-2605" fmla="*/ 5039165 w 10159874"/>
              <a:gd name="connsiteY2-2606" fmla="*/ 2 h 10135929"/>
              <a:gd name="connsiteX3-2607" fmla="*/ 8074417 w 10159874"/>
              <a:gd name="connsiteY3-2608" fmla="*/ 1787362 h 10135929"/>
              <a:gd name="connsiteX4-2609" fmla="*/ 10061209 w 10159874"/>
              <a:gd name="connsiteY4-2610" fmla="*/ 4321069 h 10135929"/>
              <a:gd name="connsiteX5-2611" fmla="*/ 9682369 w 10159874"/>
              <a:gd name="connsiteY5-2612" fmla="*/ 6642029 h 10135929"/>
              <a:gd name="connsiteX6-2613" fmla="*/ 8279896 w 10159874"/>
              <a:gd name="connsiteY6-2614" fmla="*/ 8139603 h 10135929"/>
              <a:gd name="connsiteX7-2615" fmla="*/ 5178562 w 10159874"/>
              <a:gd name="connsiteY7-2616" fmla="*/ 10131514 h 10135929"/>
              <a:gd name="connsiteX8-2617" fmla="*/ 1869069 w 10159874"/>
              <a:gd name="connsiteY8-2618" fmla="*/ 8133667 h 10135929"/>
              <a:gd name="connsiteX9-2619" fmla="*/ 390 w 10159874"/>
              <a:gd name="connsiteY9-2620" fmla="*/ 5015162 h 10135929"/>
              <a:gd name="connsiteX0-2621" fmla="*/ 390 w 10159874"/>
              <a:gd name="connsiteY0-2622" fmla="*/ 5015162 h 10135929"/>
              <a:gd name="connsiteX1-2623" fmla="*/ 1895195 w 10159874"/>
              <a:gd name="connsiteY1-2624" fmla="*/ 1973099 h 10135929"/>
              <a:gd name="connsiteX2-2625" fmla="*/ 5039165 w 10159874"/>
              <a:gd name="connsiteY2-2626" fmla="*/ 2 h 10135929"/>
              <a:gd name="connsiteX3-2627" fmla="*/ 8074417 w 10159874"/>
              <a:gd name="connsiteY3-2628" fmla="*/ 1787362 h 10135929"/>
              <a:gd name="connsiteX4-2629" fmla="*/ 10061209 w 10159874"/>
              <a:gd name="connsiteY4-2630" fmla="*/ 4321069 h 10135929"/>
              <a:gd name="connsiteX5-2631" fmla="*/ 9682369 w 10159874"/>
              <a:gd name="connsiteY5-2632" fmla="*/ 6642029 h 10135929"/>
              <a:gd name="connsiteX6-2633" fmla="*/ 8279896 w 10159874"/>
              <a:gd name="connsiteY6-2634" fmla="*/ 8139603 h 10135929"/>
              <a:gd name="connsiteX7-2635" fmla="*/ 5178562 w 10159874"/>
              <a:gd name="connsiteY7-2636" fmla="*/ 10131514 h 10135929"/>
              <a:gd name="connsiteX8-2637" fmla="*/ 1869069 w 10159874"/>
              <a:gd name="connsiteY8-2638" fmla="*/ 8133667 h 10135929"/>
              <a:gd name="connsiteX9-2639" fmla="*/ 390 w 10159874"/>
              <a:gd name="connsiteY9-2640" fmla="*/ 5015162 h 10135929"/>
              <a:gd name="connsiteX0-2641" fmla="*/ 385 w 10159869"/>
              <a:gd name="connsiteY0-2642" fmla="*/ 5015162 h 10136006"/>
              <a:gd name="connsiteX1-2643" fmla="*/ 1895190 w 10159869"/>
              <a:gd name="connsiteY1-2644" fmla="*/ 1973099 h 10136006"/>
              <a:gd name="connsiteX2-2645" fmla="*/ 5039160 w 10159869"/>
              <a:gd name="connsiteY2-2646" fmla="*/ 2 h 10136006"/>
              <a:gd name="connsiteX3-2647" fmla="*/ 8074412 w 10159869"/>
              <a:gd name="connsiteY3-2648" fmla="*/ 1787362 h 10136006"/>
              <a:gd name="connsiteX4-2649" fmla="*/ 10061204 w 10159869"/>
              <a:gd name="connsiteY4-2650" fmla="*/ 4321069 h 10136006"/>
              <a:gd name="connsiteX5-2651" fmla="*/ 9682364 w 10159869"/>
              <a:gd name="connsiteY5-2652" fmla="*/ 6642029 h 10136006"/>
              <a:gd name="connsiteX6-2653" fmla="*/ 8279891 w 10159869"/>
              <a:gd name="connsiteY6-2654" fmla="*/ 8139603 h 10136006"/>
              <a:gd name="connsiteX7-2655" fmla="*/ 5178557 w 10159869"/>
              <a:gd name="connsiteY7-2656" fmla="*/ 10131514 h 10136006"/>
              <a:gd name="connsiteX8-2657" fmla="*/ 1869064 w 10159869"/>
              <a:gd name="connsiteY8-2658" fmla="*/ 8133667 h 10136006"/>
              <a:gd name="connsiteX9-2659" fmla="*/ 385 w 10159869"/>
              <a:gd name="connsiteY9-2660" fmla="*/ 5015162 h 10136006"/>
              <a:gd name="connsiteX0-2661" fmla="*/ 385 w 10159869"/>
              <a:gd name="connsiteY0-2662" fmla="*/ 5015162 h 10135891"/>
              <a:gd name="connsiteX1-2663" fmla="*/ 1895190 w 10159869"/>
              <a:gd name="connsiteY1-2664" fmla="*/ 1973099 h 10135891"/>
              <a:gd name="connsiteX2-2665" fmla="*/ 5039160 w 10159869"/>
              <a:gd name="connsiteY2-2666" fmla="*/ 2 h 10135891"/>
              <a:gd name="connsiteX3-2667" fmla="*/ 8074412 w 10159869"/>
              <a:gd name="connsiteY3-2668" fmla="*/ 1787362 h 10135891"/>
              <a:gd name="connsiteX4-2669" fmla="*/ 10061204 w 10159869"/>
              <a:gd name="connsiteY4-2670" fmla="*/ 4321069 h 10135891"/>
              <a:gd name="connsiteX5-2671" fmla="*/ 9682364 w 10159869"/>
              <a:gd name="connsiteY5-2672" fmla="*/ 6642029 h 10135891"/>
              <a:gd name="connsiteX6-2673" fmla="*/ 8279891 w 10159869"/>
              <a:gd name="connsiteY6-2674" fmla="*/ 8139603 h 10135891"/>
              <a:gd name="connsiteX7-2675" fmla="*/ 5178557 w 10159869"/>
              <a:gd name="connsiteY7-2676" fmla="*/ 10131514 h 10135891"/>
              <a:gd name="connsiteX8-2677" fmla="*/ 1869064 w 10159869"/>
              <a:gd name="connsiteY8-2678" fmla="*/ 8133667 h 10135891"/>
              <a:gd name="connsiteX9-2679" fmla="*/ 385 w 10159869"/>
              <a:gd name="connsiteY9-2680" fmla="*/ 5015162 h 1013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41" y="connsiteY5-142"/>
              </a:cxn>
              <a:cxn ang="0">
                <a:pos x="connsiteX6-167" y="connsiteY6-168"/>
              </a:cxn>
              <a:cxn ang="0">
                <a:pos x="connsiteX7-253" y="connsiteY7-254"/>
              </a:cxn>
              <a:cxn ang="0">
                <a:pos x="connsiteX8-431" y="connsiteY8-432"/>
              </a:cxn>
              <a:cxn ang="0">
                <a:pos x="connsiteX9-1171" y="connsiteY9-1172"/>
              </a:cxn>
            </a:cxnLst>
            <a:rect l="l" t="t" r="r" b="b"/>
            <a:pathLst>
              <a:path w="10159869" h="10135891">
                <a:moveTo>
                  <a:pt x="385" y="5015162"/>
                </a:moveTo>
                <a:cubicBezTo>
                  <a:pt x="22934" y="3497975"/>
                  <a:pt x="1088954" y="2837629"/>
                  <a:pt x="1895190" y="1973099"/>
                </a:cubicBezTo>
                <a:cubicBezTo>
                  <a:pt x="2822504" y="1130285"/>
                  <a:pt x="3502711" y="-1462"/>
                  <a:pt x="5039160" y="2"/>
                </a:cubicBezTo>
                <a:cubicBezTo>
                  <a:pt x="6575609" y="1466"/>
                  <a:pt x="7293162" y="1031871"/>
                  <a:pt x="8074412" y="1787362"/>
                </a:cubicBezTo>
                <a:cubicBezTo>
                  <a:pt x="8922400" y="2636651"/>
                  <a:pt x="9786001" y="3288795"/>
                  <a:pt x="10061204" y="4321069"/>
                </a:cubicBezTo>
                <a:cubicBezTo>
                  <a:pt x="10336407" y="5353343"/>
                  <a:pt x="9979249" y="6171180"/>
                  <a:pt x="9682364" y="6642029"/>
                </a:cubicBezTo>
                <a:cubicBezTo>
                  <a:pt x="9385479" y="7112878"/>
                  <a:pt x="8930578" y="7471689"/>
                  <a:pt x="8279891" y="8139603"/>
                </a:cubicBezTo>
                <a:cubicBezTo>
                  <a:pt x="7004670" y="9324142"/>
                  <a:pt x="6673468" y="10046470"/>
                  <a:pt x="5178557" y="10131514"/>
                </a:cubicBezTo>
                <a:cubicBezTo>
                  <a:pt x="3683646" y="10216558"/>
                  <a:pt x="2786820" y="9045090"/>
                  <a:pt x="1869064" y="8133667"/>
                </a:cubicBezTo>
                <a:cubicBezTo>
                  <a:pt x="951308" y="7222244"/>
                  <a:pt x="-22164" y="6532349"/>
                  <a:pt x="385" y="5015162"/>
                </a:cubicBezTo>
                <a:close/>
              </a:path>
            </a:pathLst>
          </a:custGeom>
          <a:noFill/>
          <a:ln w="12700">
            <a:noFill/>
            <a:miter lim="400000"/>
          </a:ln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44" name="Shape 5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am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pic" sz="quarter" idx="13"/>
          </p:nvPr>
        </p:nvSpPr>
        <p:spPr>
          <a:xfrm>
            <a:off x="1894" y="4461378"/>
            <a:ext cx="4064001" cy="24042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8" name="Shape 108"/>
          <p:cNvSpPr>
            <a:spLocks noGrp="1"/>
          </p:cNvSpPr>
          <p:nvPr>
            <p:ph type="pic" sz="quarter" idx="14"/>
          </p:nvPr>
        </p:nvSpPr>
        <p:spPr>
          <a:xfrm>
            <a:off x="4063000" y="4461217"/>
            <a:ext cx="4064001" cy="24043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09" name="Shape 109"/>
          <p:cNvSpPr>
            <a:spLocks noGrp="1"/>
          </p:cNvSpPr>
          <p:nvPr>
            <p:ph type="pic" sz="quarter" idx="15"/>
          </p:nvPr>
        </p:nvSpPr>
        <p:spPr>
          <a:xfrm>
            <a:off x="8126615" y="4460547"/>
            <a:ext cx="4064001" cy="240505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 hasCustomPrompt="1"/>
          </p:nvPr>
        </p:nvSpPr>
        <p:spPr>
          <a:xfrm>
            <a:off x="4048472" y="2341767"/>
            <a:ext cx="4095056" cy="8988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1pPr>
            <a:lvl2pPr marL="0" indent="1143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2pPr>
            <a:lvl3pPr marL="0" indent="228600" algn="ctr">
              <a:lnSpc>
                <a:spcPct val="150000"/>
              </a:lnSpc>
              <a:spcBef>
                <a:spcPts val="0"/>
              </a:spcBef>
              <a:buSzTx/>
              <a:buNone/>
              <a:defRPr/>
            </a:lvl3pPr>
            <a:lvl4pPr marL="0" indent="342900" algn="ctr">
              <a:lnSpc>
                <a:spcPct val="150000"/>
              </a:lnSpc>
              <a:spcBef>
                <a:spcPts val="0"/>
              </a:spcBef>
              <a:buSzTx/>
              <a:buNone/>
            </a:lvl4pPr>
            <a:lvl5pPr marL="0" indent="457200" algn="ctr">
              <a:lnSpc>
                <a:spcPct val="150000"/>
              </a:lnSpc>
              <a:spcBef>
                <a:spcPts val="0"/>
              </a:spcBef>
              <a:buSzTx/>
              <a:buNone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111" name="Shape 111"/>
          <p:cNvSpPr>
            <a:spLocks noGrp="1"/>
          </p:cNvSpPr>
          <p:nvPr>
            <p:ph type="title" hasCustomPrompt="1"/>
          </p:nvPr>
        </p:nvSpPr>
        <p:spPr>
          <a:xfrm>
            <a:off x="2848339" y="788620"/>
            <a:ext cx="6495323" cy="853216"/>
          </a:xfrm>
          <a:prstGeom prst="rect">
            <a:avLst/>
          </a:prstGeom>
        </p:spPr>
        <p:txBody>
          <a:bodyPr/>
          <a:lstStyle>
            <a:lvl1pPr>
              <a:defRPr sz="35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112" name="Shape 112"/>
          <p:cNvSpPr/>
          <p:nvPr/>
        </p:nvSpPr>
        <p:spPr>
          <a:xfrm>
            <a:off x="5368164" y="1898060"/>
            <a:ext cx="539675" cy="1"/>
          </a:xfrm>
          <a:prstGeom prst="line">
            <a:avLst/>
          </a:prstGeom>
          <a:ln w="63500">
            <a:solidFill>
              <a:srgbClr val="E8E9EB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13" name="Shape 113"/>
          <p:cNvSpPr/>
          <p:nvPr/>
        </p:nvSpPr>
        <p:spPr>
          <a:xfrm>
            <a:off x="5902106" y="1882225"/>
            <a:ext cx="921731" cy="31751"/>
          </a:xfrm>
          <a:prstGeom prst="rect">
            <a:avLst/>
          </a:prstGeom>
          <a:gradFill>
            <a:gsLst>
              <a:gs pos="0">
                <a:srgbClr val="4875D8"/>
              </a:gs>
              <a:gs pos="30789">
                <a:srgbClr val="7AAAE8"/>
              </a:gs>
              <a:gs pos="72165">
                <a:srgbClr val="75BDEA"/>
              </a:gs>
              <a:gs pos="100000">
                <a:srgbClr val="81E0F1"/>
              </a:gs>
            </a:gsLst>
            <a:lin ang="9203766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 dirty="0">
              <a:latin typeface="仓耳玄三M W05" panose="02020400000000000000" pitchFamily="18" charset="-122"/>
              <a:ea typeface="仓耳玄三M W05" panose="02020400000000000000" pitchFamily="18" charset="-122"/>
            </a:endParaRPr>
          </a:p>
        </p:txBody>
      </p:sp>
      <p:sp>
        <p:nvSpPr>
          <p:cNvPr id="114" name="Shape 114"/>
          <p:cNvSpPr>
            <a:spLocks noGrp="1"/>
          </p:cNvSpPr>
          <p:nvPr>
            <p:ph type="sldNum" sz="quarter" idx="2"/>
          </p:nvPr>
        </p:nvSpPr>
        <p:spPr>
          <a:xfrm>
            <a:off x="9820787" y="4632180"/>
            <a:ext cx="1572546" cy="1256754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3474F"/>
                </a:solidFill>
              </a:defRPr>
            </a:lvl1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2024/4/29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2024/4/29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0A2AD-B2CE-DC4F-8015-E18525983D45}" type="datetimeFigureOut">
              <a:rPr kumimoji="1" lang="zh-CN" altLang="en-US" smtClean="0"/>
              <a:t>2024/4/29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DFA6-1E83-B64A-81A1-D9DB674537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5.jpe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4.png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431" y="1933242"/>
            <a:ext cx="808426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校园二手书籍交易平台</a:t>
            </a:r>
            <a:endParaRPr kumimoji="1"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  <a:p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			——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大学生自己的咸鱼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4C70DA-7A82-B98C-452D-AA56538D182F}"/>
              </a:ext>
            </a:extLst>
          </p:cNvPr>
          <p:cNvSpPr txBox="1"/>
          <p:nvPr/>
        </p:nvSpPr>
        <p:spPr>
          <a:xfrm>
            <a:off x="8592458" y="5969000"/>
            <a:ext cx="2881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王俊儒</a:t>
            </a:r>
            <a:r>
              <a:rPr lang="en-US" altLang="zh-CN" sz="1400" dirty="0"/>
              <a:t>20230912303013</a:t>
            </a:r>
          </a:p>
          <a:p>
            <a:r>
              <a:rPr lang="zh-CN" altLang="en-US" sz="1400" dirty="0"/>
              <a:t>陈鸿跃</a:t>
            </a:r>
            <a:r>
              <a:rPr lang="en-US" altLang="zh-CN" sz="1400" dirty="0"/>
              <a:t>2023090909008</a:t>
            </a:r>
          </a:p>
          <a:p>
            <a:r>
              <a:rPr lang="zh-CN" altLang="en-US" sz="1400" dirty="0"/>
              <a:t>代子翔</a:t>
            </a:r>
            <a:r>
              <a:rPr lang="en-US" altLang="zh-CN" sz="1400" dirty="0"/>
              <a:t>2023091201021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646506" y="622852"/>
            <a:ext cx="285206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目录</a:t>
            </a:r>
            <a:endParaRPr kumimoji="1" lang="en-US" altLang="zh-CN" sz="5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kumimoji="1" lang="en-US" altLang="zh-CN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1058" y="2342558"/>
            <a:ext cx="3300904" cy="3680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行业背景与市场现状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项目概述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项目的实现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项目团队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财务预测及融资计划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60300"/>
            <a:ext cx="8044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行业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背景及市场现状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6841" y="17093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行业背景及市场现状</a:t>
            </a:r>
            <a:endParaRPr kumimoji="1"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73372" y="1939399"/>
            <a:ext cx="2138611" cy="1669016"/>
          </a:xfrm>
          <a:prstGeom prst="rect">
            <a:avLst/>
          </a:prstGeom>
          <a:blipFill>
            <a:blip r:embed="rId3" cstate="screen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77733" y="1939399"/>
            <a:ext cx="2138611" cy="1669016"/>
          </a:xfrm>
          <a:prstGeom prst="rect">
            <a:avLst/>
          </a:prstGeom>
          <a:blipFill>
            <a:blip r:embed="rId4" cstate="screen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73372" y="3826909"/>
            <a:ext cx="2138611" cy="1669016"/>
          </a:xfrm>
          <a:prstGeom prst="rect">
            <a:avLst/>
          </a:prstGeom>
          <a:blipFill>
            <a:blip r:embed="rId5" cstate="screen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77733" y="3826909"/>
            <a:ext cx="2138611" cy="1669016"/>
          </a:xfrm>
          <a:prstGeom prst="rect">
            <a:avLst/>
          </a:prstGeom>
          <a:blipFill>
            <a:blip r:embed="rId6" cstate="screen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六边形 6"/>
          <p:cNvSpPr/>
          <p:nvPr/>
        </p:nvSpPr>
        <p:spPr>
          <a:xfrm rot="5400000">
            <a:off x="1103098" y="1131631"/>
            <a:ext cx="705053" cy="607803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1287532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六边形 8"/>
          <p:cNvSpPr/>
          <p:nvPr/>
        </p:nvSpPr>
        <p:spPr>
          <a:xfrm rot="5400000">
            <a:off x="1103098" y="4218214"/>
            <a:ext cx="705053" cy="607803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Oval 18"/>
          <p:cNvSpPr/>
          <p:nvPr/>
        </p:nvSpPr>
        <p:spPr>
          <a:xfrm>
            <a:off x="1305441" y="4372671"/>
            <a:ext cx="299304" cy="298888"/>
          </a:xfrm>
          <a:custGeom>
            <a:avLst/>
            <a:gdLst>
              <a:gd name="T0" fmla="*/ 5110 w 8160"/>
              <a:gd name="T1" fmla="*/ 4617 h 8160"/>
              <a:gd name="T2" fmla="*/ 4329 w 8160"/>
              <a:gd name="T3" fmla="*/ 5605 h 8160"/>
              <a:gd name="T4" fmla="*/ 3830 w 8160"/>
              <a:gd name="T5" fmla="*/ 5605 h 8160"/>
              <a:gd name="T6" fmla="*/ 3159 w 8160"/>
              <a:gd name="T7" fmla="*/ 5116 h 8160"/>
              <a:gd name="T8" fmla="*/ 3319 w 8160"/>
              <a:gd name="T9" fmla="*/ 4632 h 8160"/>
              <a:gd name="T10" fmla="*/ 4156 w 8160"/>
              <a:gd name="T11" fmla="*/ 4921 h 8160"/>
              <a:gd name="T12" fmla="*/ 4536 w 8160"/>
              <a:gd name="T13" fmla="*/ 4666 h 8160"/>
              <a:gd name="T14" fmla="*/ 3136 w 8160"/>
              <a:gd name="T15" fmla="*/ 3528 h 8160"/>
              <a:gd name="T16" fmla="*/ 3829 w 8160"/>
              <a:gd name="T17" fmla="*/ 2750 h 8160"/>
              <a:gd name="T18" fmla="*/ 4080 w 8160"/>
              <a:gd name="T19" fmla="*/ 2305 h 8160"/>
              <a:gd name="T20" fmla="*/ 4329 w 8160"/>
              <a:gd name="T21" fmla="*/ 2752 h 8160"/>
              <a:gd name="T22" fmla="*/ 5016 w 8160"/>
              <a:gd name="T23" fmla="*/ 3190 h 8160"/>
              <a:gd name="T24" fmla="*/ 4600 w 8160"/>
              <a:gd name="T25" fmla="*/ 3415 h 8160"/>
              <a:gd name="T26" fmla="*/ 3710 w 8160"/>
              <a:gd name="T27" fmla="*/ 3468 h 8160"/>
              <a:gd name="T28" fmla="*/ 4277 w 8160"/>
              <a:gd name="T29" fmla="*/ 3821 h 8160"/>
              <a:gd name="T30" fmla="*/ 8160 w 8160"/>
              <a:gd name="T31" fmla="*/ 3610 h 8160"/>
              <a:gd name="T32" fmla="*/ 7638 w 8160"/>
              <a:gd name="T33" fmla="*/ 5072 h 8160"/>
              <a:gd name="T34" fmla="*/ 6853 w 8160"/>
              <a:gd name="T35" fmla="*/ 5450 h 8160"/>
              <a:gd name="T36" fmla="*/ 7297 w 8160"/>
              <a:gd name="T37" fmla="*/ 6633 h 8160"/>
              <a:gd name="T38" fmla="*/ 6264 w 8160"/>
              <a:gd name="T39" fmla="*/ 7450 h 8160"/>
              <a:gd name="T40" fmla="*/ 5451 w 8160"/>
              <a:gd name="T41" fmla="*/ 6853 h 8160"/>
              <a:gd name="T42" fmla="*/ 5072 w 8160"/>
              <a:gd name="T43" fmla="*/ 7638 h 8160"/>
              <a:gd name="T44" fmla="*/ 3610 w 8160"/>
              <a:gd name="T45" fmla="*/ 8160 h 8160"/>
              <a:gd name="T46" fmla="*/ 3088 w 8160"/>
              <a:gd name="T47" fmla="*/ 7011 h 8160"/>
              <a:gd name="T48" fmla="*/ 2265 w 8160"/>
              <a:gd name="T49" fmla="*/ 7297 h 8160"/>
              <a:gd name="T50" fmla="*/ 1527 w 8160"/>
              <a:gd name="T51" fmla="*/ 7297 h 8160"/>
              <a:gd name="T52" fmla="*/ 710 w 8160"/>
              <a:gd name="T53" fmla="*/ 6263 h 8160"/>
              <a:gd name="T54" fmla="*/ 1307 w 8160"/>
              <a:gd name="T55" fmla="*/ 5450 h 8160"/>
              <a:gd name="T56" fmla="*/ 522 w 8160"/>
              <a:gd name="T57" fmla="*/ 5071 h 8160"/>
              <a:gd name="T58" fmla="*/ 0 w 8160"/>
              <a:gd name="T59" fmla="*/ 3610 h 8160"/>
              <a:gd name="T60" fmla="*/ 1149 w 8160"/>
              <a:gd name="T61" fmla="*/ 3088 h 8160"/>
              <a:gd name="T62" fmla="*/ 863 w 8160"/>
              <a:gd name="T63" fmla="*/ 2265 h 8160"/>
              <a:gd name="T64" fmla="*/ 1527 w 8160"/>
              <a:gd name="T65" fmla="*/ 862 h 8160"/>
              <a:gd name="T66" fmla="*/ 2709 w 8160"/>
              <a:gd name="T67" fmla="*/ 1307 h 8160"/>
              <a:gd name="T68" fmla="*/ 3088 w 8160"/>
              <a:gd name="T69" fmla="*/ 522 h 8160"/>
              <a:gd name="T70" fmla="*/ 4550 w 8160"/>
              <a:gd name="T71" fmla="*/ 0 h 8160"/>
              <a:gd name="T72" fmla="*/ 5071 w 8160"/>
              <a:gd name="T73" fmla="*/ 1149 h 8160"/>
              <a:gd name="T74" fmla="*/ 5894 w 8160"/>
              <a:gd name="T75" fmla="*/ 863 h 8160"/>
              <a:gd name="T76" fmla="*/ 7297 w 8160"/>
              <a:gd name="T77" fmla="*/ 1527 h 8160"/>
              <a:gd name="T78" fmla="*/ 7297 w 8160"/>
              <a:gd name="T79" fmla="*/ 2266 h 8160"/>
              <a:gd name="T80" fmla="*/ 7011 w 8160"/>
              <a:gd name="T81" fmla="*/ 3088 h 8160"/>
              <a:gd name="T82" fmla="*/ 8160 w 8160"/>
              <a:gd name="T83" fmla="*/ 3610 h 8160"/>
              <a:gd name="T84" fmla="*/ 4080 w 8160"/>
              <a:gd name="T85" fmla="*/ 2027 h 8160"/>
              <a:gd name="T86" fmla="*/ 4080 w 8160"/>
              <a:gd name="T87" fmla="*/ 6133 h 8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8160" h="8160">
                <a:moveTo>
                  <a:pt x="5110" y="4609"/>
                </a:moveTo>
                <a:lnTo>
                  <a:pt x="5110" y="4617"/>
                </a:lnTo>
                <a:cubicBezTo>
                  <a:pt x="5110" y="5079"/>
                  <a:pt x="4796" y="5361"/>
                  <a:pt x="4329" y="5419"/>
                </a:cubicBezTo>
                <a:lnTo>
                  <a:pt x="4329" y="5605"/>
                </a:lnTo>
                <a:cubicBezTo>
                  <a:pt x="4329" y="5743"/>
                  <a:pt x="4218" y="5855"/>
                  <a:pt x="4080" y="5855"/>
                </a:cubicBezTo>
                <a:cubicBezTo>
                  <a:pt x="3942" y="5855"/>
                  <a:pt x="3830" y="5743"/>
                  <a:pt x="3830" y="5605"/>
                </a:cubicBezTo>
                <a:lnTo>
                  <a:pt x="3830" y="5398"/>
                </a:lnTo>
                <a:cubicBezTo>
                  <a:pt x="3593" y="5354"/>
                  <a:pt x="3362" y="5262"/>
                  <a:pt x="3159" y="5116"/>
                </a:cubicBezTo>
                <a:cubicBezTo>
                  <a:pt x="3095" y="5071"/>
                  <a:pt x="3049" y="4988"/>
                  <a:pt x="3049" y="4898"/>
                </a:cubicBezTo>
                <a:cubicBezTo>
                  <a:pt x="3049" y="4748"/>
                  <a:pt x="3170" y="4632"/>
                  <a:pt x="3319" y="4632"/>
                </a:cubicBezTo>
                <a:cubicBezTo>
                  <a:pt x="3394" y="4632"/>
                  <a:pt x="3447" y="4658"/>
                  <a:pt x="3485" y="4684"/>
                </a:cubicBezTo>
                <a:cubicBezTo>
                  <a:pt x="3683" y="4831"/>
                  <a:pt x="3901" y="4921"/>
                  <a:pt x="4156" y="4921"/>
                </a:cubicBezTo>
                <a:cubicBezTo>
                  <a:pt x="4393" y="4921"/>
                  <a:pt x="4536" y="4827"/>
                  <a:pt x="4536" y="4673"/>
                </a:cubicBezTo>
                <a:lnTo>
                  <a:pt x="4536" y="4666"/>
                </a:lnTo>
                <a:cubicBezTo>
                  <a:pt x="4536" y="4519"/>
                  <a:pt x="4445" y="4444"/>
                  <a:pt x="4006" y="4331"/>
                </a:cubicBezTo>
                <a:cubicBezTo>
                  <a:pt x="3478" y="4196"/>
                  <a:pt x="3136" y="4050"/>
                  <a:pt x="3136" y="3528"/>
                </a:cubicBezTo>
                <a:lnTo>
                  <a:pt x="3136" y="3520"/>
                </a:lnTo>
                <a:cubicBezTo>
                  <a:pt x="3136" y="3114"/>
                  <a:pt x="3415" y="2827"/>
                  <a:pt x="3829" y="2750"/>
                </a:cubicBezTo>
                <a:lnTo>
                  <a:pt x="3829" y="2554"/>
                </a:lnTo>
                <a:cubicBezTo>
                  <a:pt x="3829" y="2417"/>
                  <a:pt x="3942" y="2305"/>
                  <a:pt x="4080" y="2305"/>
                </a:cubicBezTo>
                <a:cubicBezTo>
                  <a:pt x="4218" y="2305"/>
                  <a:pt x="4329" y="2417"/>
                  <a:pt x="4329" y="2554"/>
                </a:cubicBezTo>
                <a:lnTo>
                  <a:pt x="4329" y="2752"/>
                </a:lnTo>
                <a:cubicBezTo>
                  <a:pt x="4536" y="2786"/>
                  <a:pt x="4723" y="2856"/>
                  <a:pt x="4889" y="2961"/>
                </a:cubicBezTo>
                <a:cubicBezTo>
                  <a:pt x="4952" y="2998"/>
                  <a:pt x="5016" y="3077"/>
                  <a:pt x="5016" y="3190"/>
                </a:cubicBezTo>
                <a:cubicBezTo>
                  <a:pt x="5016" y="3340"/>
                  <a:pt x="4896" y="3457"/>
                  <a:pt x="4746" y="3457"/>
                </a:cubicBezTo>
                <a:cubicBezTo>
                  <a:pt x="4689" y="3457"/>
                  <a:pt x="4645" y="3442"/>
                  <a:pt x="4600" y="3415"/>
                </a:cubicBezTo>
                <a:cubicBezTo>
                  <a:pt x="4409" y="3303"/>
                  <a:pt x="4228" y="3239"/>
                  <a:pt x="4047" y="3239"/>
                </a:cubicBezTo>
                <a:cubicBezTo>
                  <a:pt x="3826" y="3239"/>
                  <a:pt x="3710" y="3340"/>
                  <a:pt x="3710" y="3468"/>
                </a:cubicBezTo>
                <a:lnTo>
                  <a:pt x="3710" y="3475"/>
                </a:lnTo>
                <a:cubicBezTo>
                  <a:pt x="3710" y="3648"/>
                  <a:pt x="3822" y="3704"/>
                  <a:pt x="4277" y="3821"/>
                </a:cubicBezTo>
                <a:cubicBezTo>
                  <a:pt x="4810" y="3960"/>
                  <a:pt x="5110" y="4151"/>
                  <a:pt x="5110" y="4609"/>
                </a:cubicBezTo>
                <a:close/>
                <a:moveTo>
                  <a:pt x="8160" y="3610"/>
                </a:moveTo>
                <a:lnTo>
                  <a:pt x="8160" y="4550"/>
                </a:lnTo>
                <a:cubicBezTo>
                  <a:pt x="8160" y="4838"/>
                  <a:pt x="7926" y="5072"/>
                  <a:pt x="7638" y="5072"/>
                </a:cubicBezTo>
                <a:lnTo>
                  <a:pt x="7011" y="5072"/>
                </a:lnTo>
                <a:cubicBezTo>
                  <a:pt x="6967" y="5202"/>
                  <a:pt x="6914" y="5328"/>
                  <a:pt x="6853" y="5450"/>
                </a:cubicBezTo>
                <a:lnTo>
                  <a:pt x="7297" y="5895"/>
                </a:lnTo>
                <a:cubicBezTo>
                  <a:pt x="7501" y="6099"/>
                  <a:pt x="7501" y="6429"/>
                  <a:pt x="7297" y="6633"/>
                </a:cubicBezTo>
                <a:lnTo>
                  <a:pt x="6633" y="7297"/>
                </a:lnTo>
                <a:cubicBezTo>
                  <a:pt x="6531" y="7399"/>
                  <a:pt x="6397" y="7450"/>
                  <a:pt x="6264" y="7450"/>
                </a:cubicBezTo>
                <a:cubicBezTo>
                  <a:pt x="6130" y="7450"/>
                  <a:pt x="5997" y="7399"/>
                  <a:pt x="5895" y="7297"/>
                </a:cubicBezTo>
                <a:lnTo>
                  <a:pt x="5451" y="6853"/>
                </a:lnTo>
                <a:cubicBezTo>
                  <a:pt x="5328" y="6914"/>
                  <a:pt x="5202" y="6967"/>
                  <a:pt x="5072" y="7011"/>
                </a:cubicBezTo>
                <a:lnTo>
                  <a:pt x="5072" y="7638"/>
                </a:lnTo>
                <a:cubicBezTo>
                  <a:pt x="5072" y="7926"/>
                  <a:pt x="4838" y="8160"/>
                  <a:pt x="4550" y="8160"/>
                </a:cubicBezTo>
                <a:lnTo>
                  <a:pt x="3610" y="8160"/>
                </a:lnTo>
                <a:cubicBezTo>
                  <a:pt x="3322" y="8160"/>
                  <a:pt x="3088" y="7926"/>
                  <a:pt x="3088" y="7638"/>
                </a:cubicBezTo>
                <a:lnTo>
                  <a:pt x="3088" y="7011"/>
                </a:lnTo>
                <a:cubicBezTo>
                  <a:pt x="2958" y="6967"/>
                  <a:pt x="2832" y="6913"/>
                  <a:pt x="2709" y="6853"/>
                </a:cubicBezTo>
                <a:lnTo>
                  <a:pt x="2265" y="7297"/>
                </a:lnTo>
                <a:cubicBezTo>
                  <a:pt x="2163" y="7399"/>
                  <a:pt x="2030" y="7450"/>
                  <a:pt x="1896" y="7450"/>
                </a:cubicBezTo>
                <a:cubicBezTo>
                  <a:pt x="1763" y="7450"/>
                  <a:pt x="1629" y="7399"/>
                  <a:pt x="1527" y="7297"/>
                </a:cubicBezTo>
                <a:lnTo>
                  <a:pt x="863" y="6633"/>
                </a:lnTo>
                <a:cubicBezTo>
                  <a:pt x="765" y="6535"/>
                  <a:pt x="710" y="6402"/>
                  <a:pt x="710" y="6263"/>
                </a:cubicBezTo>
                <a:cubicBezTo>
                  <a:pt x="710" y="6125"/>
                  <a:pt x="765" y="5992"/>
                  <a:pt x="863" y="5894"/>
                </a:cubicBezTo>
                <a:lnTo>
                  <a:pt x="1307" y="5450"/>
                </a:lnTo>
                <a:cubicBezTo>
                  <a:pt x="1246" y="5328"/>
                  <a:pt x="1193" y="5202"/>
                  <a:pt x="1149" y="5071"/>
                </a:cubicBezTo>
                <a:lnTo>
                  <a:pt x="522" y="5071"/>
                </a:lnTo>
                <a:cubicBezTo>
                  <a:pt x="234" y="5071"/>
                  <a:pt x="0" y="4838"/>
                  <a:pt x="0" y="4549"/>
                </a:cubicBezTo>
                <a:lnTo>
                  <a:pt x="0" y="3610"/>
                </a:lnTo>
                <a:cubicBezTo>
                  <a:pt x="0" y="3321"/>
                  <a:pt x="234" y="3088"/>
                  <a:pt x="522" y="3088"/>
                </a:cubicBezTo>
                <a:lnTo>
                  <a:pt x="1149" y="3088"/>
                </a:lnTo>
                <a:cubicBezTo>
                  <a:pt x="1193" y="2957"/>
                  <a:pt x="1247" y="2831"/>
                  <a:pt x="1307" y="2709"/>
                </a:cubicBezTo>
                <a:lnTo>
                  <a:pt x="863" y="2265"/>
                </a:lnTo>
                <a:cubicBezTo>
                  <a:pt x="659" y="2061"/>
                  <a:pt x="659" y="1731"/>
                  <a:pt x="863" y="1527"/>
                </a:cubicBezTo>
                <a:lnTo>
                  <a:pt x="1527" y="862"/>
                </a:lnTo>
                <a:cubicBezTo>
                  <a:pt x="1731" y="659"/>
                  <a:pt x="2062" y="659"/>
                  <a:pt x="2265" y="862"/>
                </a:cubicBezTo>
                <a:lnTo>
                  <a:pt x="2709" y="1307"/>
                </a:lnTo>
                <a:cubicBezTo>
                  <a:pt x="2831" y="1246"/>
                  <a:pt x="2958" y="1193"/>
                  <a:pt x="3088" y="1148"/>
                </a:cubicBezTo>
                <a:lnTo>
                  <a:pt x="3088" y="522"/>
                </a:lnTo>
                <a:cubicBezTo>
                  <a:pt x="3088" y="234"/>
                  <a:pt x="3322" y="0"/>
                  <a:pt x="3610" y="0"/>
                </a:cubicBezTo>
                <a:lnTo>
                  <a:pt x="4550" y="0"/>
                </a:lnTo>
                <a:cubicBezTo>
                  <a:pt x="4838" y="0"/>
                  <a:pt x="5071" y="234"/>
                  <a:pt x="5071" y="522"/>
                </a:cubicBezTo>
                <a:lnTo>
                  <a:pt x="5071" y="1149"/>
                </a:lnTo>
                <a:cubicBezTo>
                  <a:pt x="5202" y="1193"/>
                  <a:pt x="5328" y="1246"/>
                  <a:pt x="5450" y="1307"/>
                </a:cubicBezTo>
                <a:lnTo>
                  <a:pt x="5894" y="863"/>
                </a:lnTo>
                <a:cubicBezTo>
                  <a:pt x="6098" y="659"/>
                  <a:pt x="6429" y="659"/>
                  <a:pt x="6632" y="863"/>
                </a:cubicBezTo>
                <a:lnTo>
                  <a:pt x="7297" y="1527"/>
                </a:lnTo>
                <a:cubicBezTo>
                  <a:pt x="7395" y="1625"/>
                  <a:pt x="7449" y="1758"/>
                  <a:pt x="7449" y="1897"/>
                </a:cubicBezTo>
                <a:cubicBezTo>
                  <a:pt x="7449" y="2035"/>
                  <a:pt x="7394" y="2168"/>
                  <a:pt x="7297" y="2266"/>
                </a:cubicBezTo>
                <a:lnTo>
                  <a:pt x="6853" y="2710"/>
                </a:lnTo>
                <a:cubicBezTo>
                  <a:pt x="6913" y="2832"/>
                  <a:pt x="6966" y="2958"/>
                  <a:pt x="7011" y="3088"/>
                </a:cubicBezTo>
                <a:lnTo>
                  <a:pt x="7637" y="3088"/>
                </a:lnTo>
                <a:cubicBezTo>
                  <a:pt x="7926" y="3088"/>
                  <a:pt x="8160" y="3322"/>
                  <a:pt x="8160" y="3610"/>
                </a:cubicBezTo>
                <a:close/>
                <a:moveTo>
                  <a:pt x="6133" y="4080"/>
                </a:moveTo>
                <a:cubicBezTo>
                  <a:pt x="6133" y="2948"/>
                  <a:pt x="5212" y="2027"/>
                  <a:pt x="4080" y="2027"/>
                </a:cubicBezTo>
                <a:cubicBezTo>
                  <a:pt x="2948" y="2027"/>
                  <a:pt x="2027" y="2948"/>
                  <a:pt x="2027" y="4080"/>
                </a:cubicBezTo>
                <a:cubicBezTo>
                  <a:pt x="2027" y="5212"/>
                  <a:pt x="2948" y="6133"/>
                  <a:pt x="4080" y="6133"/>
                </a:cubicBezTo>
                <a:cubicBezTo>
                  <a:pt x="5212" y="6133"/>
                  <a:pt x="6133" y="5212"/>
                  <a:pt x="6133" y="40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77733" y="3211933"/>
            <a:ext cx="396482" cy="396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77733" y="3826909"/>
            <a:ext cx="396482" cy="396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215501" y="3826909"/>
            <a:ext cx="396482" cy="396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15501" y="3211933"/>
            <a:ext cx="396482" cy="3964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1913777" y="95836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行业背景</a:t>
            </a:r>
          </a:p>
        </p:txBody>
      </p:sp>
      <p:sp>
        <p:nvSpPr>
          <p:cNvPr id="17" name="TextBox 33"/>
          <p:cNvSpPr txBox="1"/>
          <p:nvPr/>
        </p:nvSpPr>
        <p:spPr>
          <a:xfrm>
            <a:off x="1860930" y="4520621"/>
            <a:ext cx="4549354" cy="1533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200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9200">
              <a:defRPr sz="2400"/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>
              <a:lnSpc>
                <a:spcPct val="120000"/>
              </a:lnSpc>
            </a:pPr>
            <a:r>
              <a:rPr lang="zh-CN" altLang="en-US" sz="1400" b="1" dirty="0"/>
              <a:t>目前，全国高校二手交易市场的现状表现为</a:t>
            </a:r>
            <a:r>
              <a:rPr lang="en-US" altLang="zh-CN" sz="1400" b="1" dirty="0"/>
              <a:t>:</a:t>
            </a:r>
            <a:r>
              <a:rPr lang="zh-CN" altLang="en-US" sz="1400" b="1" dirty="0"/>
              <a:t>市场主体的不固定性以及零散性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商品的多样化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市场 形式多样化以及市场价格随意化。在如今这个二手 物品需求越来越高的市场前景下，显然这些零散的 二手商品交易机构并不能满足大众的需求。因此， 建立一个正规的校园二手交易平台就显得尤为的 重要。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1860930" y="4005473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市场现状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8F9A19-9693-DE03-57CB-8D39D618D354}"/>
              </a:ext>
            </a:extLst>
          </p:cNvPr>
          <p:cNvSpPr txBox="1"/>
          <p:nvPr/>
        </p:nvSpPr>
        <p:spPr>
          <a:xfrm>
            <a:off x="1860930" y="1286591"/>
            <a:ext cx="45493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近年来，众多高校相继取消传统的学生课本统一 采购，采取学生自主购书政策，这使得学生的书籍购买自主选择权大大增强。学生不再只能被动接受课本的 价格。转而变成通过货比三家购买自己觉得物美价廉 的课本。这一政策使学生的课本购买费用大大减少，节约了购书成本，减少了贫困生的生活压力。不仅如此，这一政策也使部分学生将眼光投向了二手图书市 场中的物美价廉的课本，刺激了二手图书市场，使二手图书的需求量增加，校园二手图书市场也展现出了它的发展潜力。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墨迹 14"/>
              <p14:cNvContentPartPr/>
              <p14:nvPr/>
            </p14:nvContentPartPr>
            <p14:xfrm>
              <a:off x="184320" y="31680"/>
              <a:ext cx="7137720" cy="6820200"/>
            </p14:xfrm>
          </p:contentPart>
        </mc:Choice>
        <mc:Fallback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4960" y="22320"/>
                <a:ext cx="7156440" cy="683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5526" y="710301"/>
            <a:ext cx="2845435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用户调研</a:t>
            </a:r>
            <a:endParaRPr kumimoji="1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1255395" y="1657350"/>
            <a:ext cx="9956800" cy="4154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  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为了解学生在校园内交易二手书籍的痛点，通过访谈与问卷方式进行用户调研，主要集中在买家与卖家双方，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结合网上资料，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调研结果发现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：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    1.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一是当前大学生普遍拥有很多闲置书籍，这意味着校园内存在着巨大的潜在二手书籍市场。满足他们对特定课程或兴趣领域的需求，具有很大的潜力和吸引力。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  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    2.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与其他用户群体相比，作为年轻群体的大学生培养成本相对较低，他们更加重视资源的合理利用和环保意识，愿意通过购买二手书籍来减少浪费和节约成本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    3.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在校园二手书籍交易中，信用问题和书籍质量一直是用户所关注的根本问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题。许多学生担心在交易过程中被欺骗，担心交易的安全性，导致学生更倾向于选择同校交易方式，更容易建立起彼此的信任感。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4186" y="710301"/>
            <a:ext cx="3968115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用户群体分析</a:t>
            </a: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954405" y="2174875"/>
            <a:ext cx="10283190" cy="3693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进行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用户画像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分析：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更好地了解用户基本信息、兴趣偏好、行为习惯等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从而对用户群体进行综合型分类描述，以提升用户服务体验。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2.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交易的目标用户是学生群体，包括大学生、研究生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等。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3.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用户特点：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拥有大量的闲置书籍，可利用性低；书籍类型主要偏向于专业、考级和兴趣等范围；容易接受新的事物，喜欢更为便捷的交易方式；喜欢结交认识更多的同学，建立自己的读书社交圈子，同学之间进行书籍交流分享。</a:t>
            </a:r>
          </a:p>
        </p:txBody>
      </p:sp>
      <p:sp>
        <p:nvSpPr>
          <p:cNvPr id="17" name="Oval 47"/>
          <p:cNvSpPr/>
          <p:nvPr/>
        </p:nvSpPr>
        <p:spPr>
          <a:xfrm>
            <a:off x="8561070" y="555625"/>
            <a:ext cx="1946275" cy="1240790"/>
          </a:xfrm>
          <a:custGeom>
            <a:avLst/>
            <a:gdLst>
              <a:gd name="connsiteX0" fmla="*/ 355420 w 607568"/>
              <a:gd name="connsiteY0" fmla="*/ 250307 h 491771"/>
              <a:gd name="connsiteX1" fmla="*/ 352312 w 607568"/>
              <a:gd name="connsiteY1" fmla="*/ 251812 h 491771"/>
              <a:gd name="connsiteX2" fmla="*/ 321042 w 607568"/>
              <a:gd name="connsiteY2" fmla="*/ 289814 h 491771"/>
              <a:gd name="connsiteX3" fmla="*/ 321513 w 607568"/>
              <a:gd name="connsiteY3" fmla="*/ 295364 h 491771"/>
              <a:gd name="connsiteX4" fmla="*/ 369736 w 607568"/>
              <a:gd name="connsiteY4" fmla="*/ 338257 h 491771"/>
              <a:gd name="connsiteX5" fmla="*/ 371997 w 607568"/>
              <a:gd name="connsiteY5" fmla="*/ 339104 h 491771"/>
              <a:gd name="connsiteX6" fmla="*/ 373127 w 607568"/>
              <a:gd name="connsiteY6" fmla="*/ 338916 h 491771"/>
              <a:gd name="connsiteX7" fmla="*/ 375293 w 607568"/>
              <a:gd name="connsiteY7" fmla="*/ 336282 h 491771"/>
              <a:gd name="connsiteX8" fmla="*/ 383676 w 607568"/>
              <a:gd name="connsiteY8" fmla="*/ 279467 h 491771"/>
              <a:gd name="connsiteX9" fmla="*/ 376424 w 607568"/>
              <a:gd name="connsiteY9" fmla="*/ 263287 h 491771"/>
              <a:gd name="connsiteX10" fmla="*/ 357681 w 607568"/>
              <a:gd name="connsiteY10" fmla="*/ 250965 h 491771"/>
              <a:gd name="connsiteX11" fmla="*/ 355420 w 607568"/>
              <a:gd name="connsiteY11" fmla="*/ 250307 h 491771"/>
              <a:gd name="connsiteX12" fmla="*/ 258879 w 607568"/>
              <a:gd name="connsiteY12" fmla="*/ 250307 h 491771"/>
              <a:gd name="connsiteX13" fmla="*/ 256712 w 607568"/>
              <a:gd name="connsiteY13" fmla="*/ 250965 h 491771"/>
              <a:gd name="connsiteX14" fmla="*/ 237969 w 607568"/>
              <a:gd name="connsiteY14" fmla="*/ 263287 h 491771"/>
              <a:gd name="connsiteX15" fmla="*/ 230717 w 607568"/>
              <a:gd name="connsiteY15" fmla="*/ 279467 h 491771"/>
              <a:gd name="connsiteX16" fmla="*/ 239100 w 607568"/>
              <a:gd name="connsiteY16" fmla="*/ 336282 h 491771"/>
              <a:gd name="connsiteX17" fmla="*/ 241266 w 607568"/>
              <a:gd name="connsiteY17" fmla="*/ 338916 h 491771"/>
              <a:gd name="connsiteX18" fmla="*/ 242396 w 607568"/>
              <a:gd name="connsiteY18" fmla="*/ 339104 h 491771"/>
              <a:gd name="connsiteX19" fmla="*/ 244657 w 607568"/>
              <a:gd name="connsiteY19" fmla="*/ 338257 h 491771"/>
              <a:gd name="connsiteX20" fmla="*/ 292880 w 607568"/>
              <a:gd name="connsiteY20" fmla="*/ 295364 h 491771"/>
              <a:gd name="connsiteX21" fmla="*/ 293351 w 607568"/>
              <a:gd name="connsiteY21" fmla="*/ 289814 h 491771"/>
              <a:gd name="connsiteX22" fmla="*/ 261987 w 607568"/>
              <a:gd name="connsiteY22" fmla="*/ 251812 h 491771"/>
              <a:gd name="connsiteX23" fmla="*/ 258879 w 607568"/>
              <a:gd name="connsiteY23" fmla="*/ 250307 h 491771"/>
              <a:gd name="connsiteX24" fmla="*/ 500465 w 607568"/>
              <a:gd name="connsiteY24" fmla="*/ 66049 h 491771"/>
              <a:gd name="connsiteX25" fmla="*/ 565743 w 607568"/>
              <a:gd name="connsiteY25" fmla="*/ 130673 h 491771"/>
              <a:gd name="connsiteX26" fmla="*/ 566120 w 607568"/>
              <a:gd name="connsiteY26" fmla="*/ 130673 h 491771"/>
              <a:gd name="connsiteX27" fmla="*/ 580250 w 607568"/>
              <a:gd name="connsiteY27" fmla="*/ 160962 h 491771"/>
              <a:gd name="connsiteX28" fmla="*/ 560939 w 607568"/>
              <a:gd name="connsiteY28" fmla="*/ 182503 h 491771"/>
              <a:gd name="connsiteX29" fmla="*/ 531927 w 607568"/>
              <a:gd name="connsiteY29" fmla="*/ 223799 h 491771"/>
              <a:gd name="connsiteX30" fmla="*/ 528253 w 607568"/>
              <a:gd name="connsiteY30" fmla="*/ 234240 h 491771"/>
              <a:gd name="connsiteX31" fmla="*/ 530797 w 607568"/>
              <a:gd name="connsiteY31" fmla="*/ 246281 h 491771"/>
              <a:gd name="connsiteX32" fmla="*/ 545868 w 607568"/>
              <a:gd name="connsiteY32" fmla="*/ 261143 h 491771"/>
              <a:gd name="connsiteX33" fmla="*/ 558961 w 607568"/>
              <a:gd name="connsiteY33" fmla="*/ 263777 h 491771"/>
              <a:gd name="connsiteX34" fmla="*/ 597299 w 607568"/>
              <a:gd name="connsiteY34" fmla="*/ 301968 h 491771"/>
              <a:gd name="connsiteX35" fmla="*/ 607002 w 607568"/>
              <a:gd name="connsiteY35" fmla="*/ 350788 h 491771"/>
              <a:gd name="connsiteX36" fmla="*/ 601256 w 607568"/>
              <a:gd name="connsiteY36" fmla="*/ 373835 h 491771"/>
              <a:gd name="connsiteX37" fmla="*/ 579685 w 607568"/>
              <a:gd name="connsiteY37" fmla="*/ 384088 h 491771"/>
              <a:gd name="connsiteX38" fmla="*/ 490386 w 607568"/>
              <a:gd name="connsiteY38" fmla="*/ 384088 h 491771"/>
              <a:gd name="connsiteX39" fmla="*/ 467685 w 607568"/>
              <a:gd name="connsiteY39" fmla="*/ 310058 h 491771"/>
              <a:gd name="connsiteX40" fmla="*/ 431702 w 607568"/>
              <a:gd name="connsiteY40" fmla="*/ 267445 h 491771"/>
              <a:gd name="connsiteX41" fmla="*/ 441969 w 607568"/>
              <a:gd name="connsiteY41" fmla="*/ 263777 h 491771"/>
              <a:gd name="connsiteX42" fmla="*/ 455157 w 607568"/>
              <a:gd name="connsiteY42" fmla="*/ 261237 h 491771"/>
              <a:gd name="connsiteX43" fmla="*/ 470228 w 607568"/>
              <a:gd name="connsiteY43" fmla="*/ 246281 h 491771"/>
              <a:gd name="connsiteX44" fmla="*/ 472677 w 607568"/>
              <a:gd name="connsiteY44" fmla="*/ 234240 h 491771"/>
              <a:gd name="connsiteX45" fmla="*/ 469098 w 607568"/>
              <a:gd name="connsiteY45" fmla="*/ 223893 h 491771"/>
              <a:gd name="connsiteX46" fmla="*/ 439991 w 607568"/>
              <a:gd name="connsiteY46" fmla="*/ 182503 h 491771"/>
              <a:gd name="connsiteX47" fmla="*/ 426144 w 607568"/>
              <a:gd name="connsiteY47" fmla="*/ 172720 h 491771"/>
              <a:gd name="connsiteX48" fmla="*/ 441404 w 607568"/>
              <a:gd name="connsiteY48" fmla="*/ 143278 h 491771"/>
              <a:gd name="connsiteX49" fmla="*/ 439708 w 607568"/>
              <a:gd name="connsiteY49" fmla="*/ 107438 h 491771"/>
              <a:gd name="connsiteX50" fmla="*/ 500465 w 607568"/>
              <a:gd name="connsiteY50" fmla="*/ 66049 h 491771"/>
              <a:gd name="connsiteX51" fmla="*/ 107100 w 607568"/>
              <a:gd name="connsiteY51" fmla="*/ 66049 h 491771"/>
              <a:gd name="connsiteX52" fmla="*/ 171341 w 607568"/>
              <a:gd name="connsiteY52" fmla="*/ 123618 h 491771"/>
              <a:gd name="connsiteX53" fmla="*/ 172849 w 607568"/>
              <a:gd name="connsiteY53" fmla="*/ 143278 h 491771"/>
              <a:gd name="connsiteX54" fmla="*/ 184246 w 607568"/>
              <a:gd name="connsiteY54" fmla="*/ 168205 h 491771"/>
              <a:gd name="connsiteX55" fmla="*/ 167574 w 607568"/>
              <a:gd name="connsiteY55" fmla="*/ 182503 h 491771"/>
              <a:gd name="connsiteX56" fmla="*/ 138468 w 607568"/>
              <a:gd name="connsiteY56" fmla="*/ 223799 h 491771"/>
              <a:gd name="connsiteX57" fmla="*/ 134794 w 607568"/>
              <a:gd name="connsiteY57" fmla="*/ 234240 h 491771"/>
              <a:gd name="connsiteX58" fmla="*/ 137337 w 607568"/>
              <a:gd name="connsiteY58" fmla="*/ 246281 h 491771"/>
              <a:gd name="connsiteX59" fmla="*/ 152408 w 607568"/>
              <a:gd name="connsiteY59" fmla="*/ 261143 h 491771"/>
              <a:gd name="connsiteX60" fmla="*/ 165596 w 607568"/>
              <a:gd name="connsiteY60" fmla="*/ 263777 h 491771"/>
              <a:gd name="connsiteX61" fmla="*/ 179442 w 607568"/>
              <a:gd name="connsiteY61" fmla="*/ 268856 h 491771"/>
              <a:gd name="connsiteX62" fmla="*/ 146662 w 607568"/>
              <a:gd name="connsiteY62" fmla="*/ 310058 h 491771"/>
              <a:gd name="connsiteX63" fmla="*/ 123867 w 607568"/>
              <a:gd name="connsiteY63" fmla="*/ 384088 h 491771"/>
              <a:gd name="connsiteX64" fmla="*/ 27883 w 607568"/>
              <a:gd name="connsiteY64" fmla="*/ 384088 h 491771"/>
              <a:gd name="connsiteX65" fmla="*/ 6312 w 607568"/>
              <a:gd name="connsiteY65" fmla="*/ 373835 h 491771"/>
              <a:gd name="connsiteX66" fmla="*/ 566 w 607568"/>
              <a:gd name="connsiteY66" fmla="*/ 350788 h 491771"/>
              <a:gd name="connsiteX67" fmla="*/ 10268 w 607568"/>
              <a:gd name="connsiteY67" fmla="*/ 301968 h 491771"/>
              <a:gd name="connsiteX68" fmla="*/ 48606 w 607568"/>
              <a:gd name="connsiteY68" fmla="*/ 263777 h 491771"/>
              <a:gd name="connsiteX69" fmla="*/ 61699 w 607568"/>
              <a:gd name="connsiteY69" fmla="*/ 261237 h 491771"/>
              <a:gd name="connsiteX70" fmla="*/ 76770 w 607568"/>
              <a:gd name="connsiteY70" fmla="*/ 246281 h 491771"/>
              <a:gd name="connsiteX71" fmla="*/ 79313 w 607568"/>
              <a:gd name="connsiteY71" fmla="*/ 234240 h 491771"/>
              <a:gd name="connsiteX72" fmla="*/ 75639 w 607568"/>
              <a:gd name="connsiteY72" fmla="*/ 223893 h 491771"/>
              <a:gd name="connsiteX73" fmla="*/ 46628 w 607568"/>
              <a:gd name="connsiteY73" fmla="*/ 182503 h 491771"/>
              <a:gd name="connsiteX74" fmla="*/ 27318 w 607568"/>
              <a:gd name="connsiteY74" fmla="*/ 160962 h 491771"/>
              <a:gd name="connsiteX75" fmla="*/ 41447 w 607568"/>
              <a:gd name="connsiteY75" fmla="*/ 130673 h 491771"/>
              <a:gd name="connsiteX76" fmla="*/ 41824 w 607568"/>
              <a:gd name="connsiteY76" fmla="*/ 130673 h 491771"/>
              <a:gd name="connsiteX77" fmla="*/ 107100 w 607568"/>
              <a:gd name="connsiteY77" fmla="*/ 66049 h 491771"/>
              <a:gd name="connsiteX78" fmla="*/ 298626 w 607568"/>
              <a:gd name="connsiteY78" fmla="*/ 0 h 491771"/>
              <a:gd name="connsiteX79" fmla="*/ 315956 w 607568"/>
              <a:gd name="connsiteY79" fmla="*/ 0 h 491771"/>
              <a:gd name="connsiteX80" fmla="*/ 401854 w 607568"/>
              <a:gd name="connsiteY80" fmla="*/ 85787 h 491771"/>
              <a:gd name="connsiteX81" fmla="*/ 401854 w 607568"/>
              <a:gd name="connsiteY81" fmla="*/ 95476 h 491771"/>
              <a:gd name="connsiteX82" fmla="*/ 421633 w 607568"/>
              <a:gd name="connsiteY82" fmla="*/ 138840 h 491771"/>
              <a:gd name="connsiteX83" fmla="*/ 417960 w 607568"/>
              <a:gd name="connsiteY83" fmla="*/ 149281 h 491771"/>
              <a:gd name="connsiteX84" fmla="*/ 417112 w 607568"/>
              <a:gd name="connsiteY84" fmla="*/ 151068 h 491771"/>
              <a:gd name="connsiteX85" fmla="*/ 411273 w 607568"/>
              <a:gd name="connsiteY85" fmla="*/ 159534 h 491771"/>
              <a:gd name="connsiteX86" fmla="*/ 410896 w 607568"/>
              <a:gd name="connsiteY86" fmla="*/ 159910 h 491771"/>
              <a:gd name="connsiteX87" fmla="*/ 394037 w 607568"/>
              <a:gd name="connsiteY87" fmla="*/ 169787 h 491771"/>
              <a:gd name="connsiteX88" fmla="*/ 384900 w 607568"/>
              <a:gd name="connsiteY88" fmla="*/ 189541 h 491771"/>
              <a:gd name="connsiteX89" fmla="*/ 384712 w 607568"/>
              <a:gd name="connsiteY89" fmla="*/ 189823 h 491771"/>
              <a:gd name="connsiteX90" fmla="*/ 373316 w 607568"/>
              <a:gd name="connsiteY90" fmla="*/ 207131 h 491771"/>
              <a:gd name="connsiteX91" fmla="*/ 372750 w 607568"/>
              <a:gd name="connsiteY91" fmla="*/ 207789 h 491771"/>
              <a:gd name="connsiteX92" fmla="*/ 359847 w 607568"/>
              <a:gd name="connsiteY92" fmla="*/ 222275 h 491771"/>
              <a:gd name="connsiteX93" fmla="*/ 359188 w 607568"/>
              <a:gd name="connsiteY93" fmla="*/ 222934 h 491771"/>
              <a:gd name="connsiteX94" fmla="*/ 345154 w 607568"/>
              <a:gd name="connsiteY94" fmla="*/ 234598 h 491771"/>
              <a:gd name="connsiteX95" fmla="*/ 345625 w 607568"/>
              <a:gd name="connsiteY95" fmla="*/ 236855 h 491771"/>
              <a:gd name="connsiteX96" fmla="*/ 348639 w 607568"/>
              <a:gd name="connsiteY96" fmla="*/ 235538 h 491771"/>
              <a:gd name="connsiteX97" fmla="*/ 355514 w 607568"/>
              <a:gd name="connsiteY97" fmla="*/ 234033 h 491771"/>
              <a:gd name="connsiteX98" fmla="*/ 366628 w 607568"/>
              <a:gd name="connsiteY98" fmla="*/ 237326 h 491771"/>
              <a:gd name="connsiteX99" fmla="*/ 385371 w 607568"/>
              <a:gd name="connsiteY99" fmla="*/ 249648 h 491771"/>
              <a:gd name="connsiteX100" fmla="*/ 399876 w 607568"/>
              <a:gd name="connsiteY100" fmla="*/ 279373 h 491771"/>
              <a:gd name="connsiteX101" fmla="*/ 430016 w 607568"/>
              <a:gd name="connsiteY101" fmla="*/ 289814 h 491771"/>
              <a:gd name="connsiteX102" fmla="*/ 448382 w 607568"/>
              <a:gd name="connsiteY102" fmla="*/ 316058 h 491771"/>
              <a:gd name="connsiteX103" fmla="*/ 481630 w 607568"/>
              <a:gd name="connsiteY103" fmla="*/ 424515 h 491771"/>
              <a:gd name="connsiteX104" fmla="*/ 483891 w 607568"/>
              <a:gd name="connsiteY104" fmla="*/ 436461 h 491771"/>
              <a:gd name="connsiteX105" fmla="*/ 473718 w 607568"/>
              <a:gd name="connsiteY105" fmla="*/ 470700 h 491771"/>
              <a:gd name="connsiteX106" fmla="*/ 443956 w 607568"/>
              <a:gd name="connsiteY106" fmla="*/ 490360 h 491771"/>
              <a:gd name="connsiteX107" fmla="*/ 431805 w 607568"/>
              <a:gd name="connsiteY107" fmla="*/ 491771 h 491771"/>
              <a:gd name="connsiteX108" fmla="*/ 325375 w 607568"/>
              <a:gd name="connsiteY108" fmla="*/ 491771 h 491771"/>
              <a:gd name="connsiteX109" fmla="*/ 337430 w 607568"/>
              <a:gd name="connsiteY109" fmla="*/ 415296 h 491771"/>
              <a:gd name="connsiteX110" fmla="*/ 334605 w 607568"/>
              <a:gd name="connsiteY110" fmla="*/ 389052 h 491771"/>
              <a:gd name="connsiteX111" fmla="*/ 323962 w 607568"/>
              <a:gd name="connsiteY111" fmla="*/ 360927 h 491771"/>
              <a:gd name="connsiteX112" fmla="*/ 337430 w 607568"/>
              <a:gd name="connsiteY112" fmla="*/ 347476 h 491771"/>
              <a:gd name="connsiteX113" fmla="*/ 307196 w 607568"/>
              <a:gd name="connsiteY113" fmla="*/ 317281 h 491771"/>
              <a:gd name="connsiteX114" fmla="*/ 276868 w 607568"/>
              <a:gd name="connsiteY114" fmla="*/ 347476 h 491771"/>
              <a:gd name="connsiteX115" fmla="*/ 290337 w 607568"/>
              <a:gd name="connsiteY115" fmla="*/ 360927 h 491771"/>
              <a:gd name="connsiteX116" fmla="*/ 279694 w 607568"/>
              <a:gd name="connsiteY116" fmla="*/ 389052 h 491771"/>
              <a:gd name="connsiteX117" fmla="*/ 276963 w 607568"/>
              <a:gd name="connsiteY117" fmla="*/ 415296 h 491771"/>
              <a:gd name="connsiteX118" fmla="*/ 288736 w 607568"/>
              <a:gd name="connsiteY118" fmla="*/ 491771 h 491771"/>
              <a:gd name="connsiteX119" fmla="*/ 182493 w 607568"/>
              <a:gd name="connsiteY119" fmla="*/ 491771 h 491771"/>
              <a:gd name="connsiteX120" fmla="*/ 170437 w 607568"/>
              <a:gd name="connsiteY120" fmla="*/ 490360 h 491771"/>
              <a:gd name="connsiteX121" fmla="*/ 140675 w 607568"/>
              <a:gd name="connsiteY121" fmla="*/ 470700 h 491771"/>
              <a:gd name="connsiteX122" fmla="*/ 132669 w 607568"/>
              <a:gd name="connsiteY122" fmla="*/ 424515 h 491771"/>
              <a:gd name="connsiteX123" fmla="*/ 166011 w 607568"/>
              <a:gd name="connsiteY123" fmla="*/ 316058 h 491771"/>
              <a:gd name="connsiteX124" fmla="*/ 184377 w 607568"/>
              <a:gd name="connsiteY124" fmla="*/ 289814 h 491771"/>
              <a:gd name="connsiteX125" fmla="*/ 214517 w 607568"/>
              <a:gd name="connsiteY125" fmla="*/ 279373 h 491771"/>
              <a:gd name="connsiteX126" fmla="*/ 214517 w 607568"/>
              <a:gd name="connsiteY126" fmla="*/ 279279 h 491771"/>
              <a:gd name="connsiteX127" fmla="*/ 229022 w 607568"/>
              <a:gd name="connsiteY127" fmla="*/ 249648 h 491771"/>
              <a:gd name="connsiteX128" fmla="*/ 247765 w 607568"/>
              <a:gd name="connsiteY128" fmla="*/ 237326 h 491771"/>
              <a:gd name="connsiteX129" fmla="*/ 258879 w 607568"/>
              <a:gd name="connsiteY129" fmla="*/ 234033 h 491771"/>
              <a:gd name="connsiteX130" fmla="*/ 265754 w 607568"/>
              <a:gd name="connsiteY130" fmla="*/ 235538 h 491771"/>
              <a:gd name="connsiteX131" fmla="*/ 268768 w 607568"/>
              <a:gd name="connsiteY131" fmla="*/ 236855 h 491771"/>
              <a:gd name="connsiteX132" fmla="*/ 269239 w 607568"/>
              <a:gd name="connsiteY132" fmla="*/ 234598 h 491771"/>
              <a:gd name="connsiteX133" fmla="*/ 255205 w 607568"/>
              <a:gd name="connsiteY133" fmla="*/ 222934 h 491771"/>
              <a:gd name="connsiteX134" fmla="*/ 254546 w 607568"/>
              <a:gd name="connsiteY134" fmla="*/ 222275 h 491771"/>
              <a:gd name="connsiteX135" fmla="*/ 241548 w 607568"/>
              <a:gd name="connsiteY135" fmla="*/ 207789 h 491771"/>
              <a:gd name="connsiteX136" fmla="*/ 241077 w 607568"/>
              <a:gd name="connsiteY136" fmla="*/ 207225 h 491771"/>
              <a:gd name="connsiteX137" fmla="*/ 229681 w 607568"/>
              <a:gd name="connsiteY137" fmla="*/ 189823 h 491771"/>
              <a:gd name="connsiteX138" fmla="*/ 229493 w 607568"/>
              <a:gd name="connsiteY138" fmla="*/ 189635 h 491771"/>
              <a:gd name="connsiteX139" fmla="*/ 220356 w 607568"/>
              <a:gd name="connsiteY139" fmla="*/ 169787 h 491771"/>
              <a:gd name="connsiteX140" fmla="*/ 203497 w 607568"/>
              <a:gd name="connsiteY140" fmla="*/ 159910 h 491771"/>
              <a:gd name="connsiteX141" fmla="*/ 203120 w 607568"/>
              <a:gd name="connsiteY141" fmla="*/ 159534 h 491771"/>
              <a:gd name="connsiteX142" fmla="*/ 197281 w 607568"/>
              <a:gd name="connsiteY142" fmla="*/ 151068 h 491771"/>
              <a:gd name="connsiteX143" fmla="*/ 196433 w 607568"/>
              <a:gd name="connsiteY143" fmla="*/ 149281 h 491771"/>
              <a:gd name="connsiteX144" fmla="*/ 192666 w 607568"/>
              <a:gd name="connsiteY144" fmla="*/ 138840 h 491771"/>
              <a:gd name="connsiteX145" fmla="*/ 212727 w 607568"/>
              <a:gd name="connsiteY145" fmla="*/ 95476 h 491771"/>
              <a:gd name="connsiteX146" fmla="*/ 212727 w 607568"/>
              <a:gd name="connsiteY146" fmla="*/ 85787 h 491771"/>
              <a:gd name="connsiteX147" fmla="*/ 298626 w 607568"/>
              <a:gd name="connsiteY147" fmla="*/ 0 h 49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607568" h="491771">
                <a:moveTo>
                  <a:pt x="355420" y="250307"/>
                </a:moveTo>
                <a:cubicBezTo>
                  <a:pt x="354290" y="250307"/>
                  <a:pt x="353160" y="250871"/>
                  <a:pt x="352312" y="251812"/>
                </a:cubicBezTo>
                <a:lnTo>
                  <a:pt x="321042" y="289814"/>
                </a:lnTo>
                <a:cubicBezTo>
                  <a:pt x="319723" y="291507"/>
                  <a:pt x="319912" y="293953"/>
                  <a:pt x="321513" y="295364"/>
                </a:cubicBezTo>
                <a:lnTo>
                  <a:pt x="369736" y="338257"/>
                </a:lnTo>
                <a:cubicBezTo>
                  <a:pt x="370396" y="338822"/>
                  <a:pt x="371149" y="339104"/>
                  <a:pt x="371997" y="339104"/>
                </a:cubicBezTo>
                <a:cubicBezTo>
                  <a:pt x="372374" y="339104"/>
                  <a:pt x="372750" y="339010"/>
                  <a:pt x="373127" y="338916"/>
                </a:cubicBezTo>
                <a:cubicBezTo>
                  <a:pt x="374257" y="338539"/>
                  <a:pt x="375105" y="337505"/>
                  <a:pt x="375293" y="336282"/>
                </a:cubicBezTo>
                <a:lnTo>
                  <a:pt x="383676" y="279467"/>
                </a:lnTo>
                <a:cubicBezTo>
                  <a:pt x="384618" y="273164"/>
                  <a:pt x="381792" y="266768"/>
                  <a:pt x="376424" y="263287"/>
                </a:cubicBezTo>
                <a:lnTo>
                  <a:pt x="357681" y="250965"/>
                </a:lnTo>
                <a:cubicBezTo>
                  <a:pt x="357021" y="250495"/>
                  <a:pt x="356174" y="250307"/>
                  <a:pt x="355420" y="250307"/>
                </a:cubicBezTo>
                <a:close/>
                <a:moveTo>
                  <a:pt x="258879" y="250307"/>
                </a:moveTo>
                <a:cubicBezTo>
                  <a:pt x="258125" y="250307"/>
                  <a:pt x="257372" y="250495"/>
                  <a:pt x="256712" y="250965"/>
                </a:cubicBezTo>
                <a:lnTo>
                  <a:pt x="237969" y="263287"/>
                </a:lnTo>
                <a:cubicBezTo>
                  <a:pt x="232601" y="266768"/>
                  <a:pt x="229775" y="273164"/>
                  <a:pt x="230717" y="279467"/>
                </a:cubicBezTo>
                <a:lnTo>
                  <a:pt x="239100" y="336282"/>
                </a:lnTo>
                <a:cubicBezTo>
                  <a:pt x="239288" y="337505"/>
                  <a:pt x="240136" y="338539"/>
                  <a:pt x="241266" y="338916"/>
                </a:cubicBezTo>
                <a:cubicBezTo>
                  <a:pt x="241643" y="339010"/>
                  <a:pt x="242019" y="339104"/>
                  <a:pt x="242396" y="339104"/>
                </a:cubicBezTo>
                <a:cubicBezTo>
                  <a:pt x="243244" y="339104"/>
                  <a:pt x="243997" y="338822"/>
                  <a:pt x="244657" y="338257"/>
                </a:cubicBezTo>
                <a:lnTo>
                  <a:pt x="292880" y="295364"/>
                </a:lnTo>
                <a:cubicBezTo>
                  <a:pt x="294481" y="293953"/>
                  <a:pt x="294670" y="291507"/>
                  <a:pt x="293351" y="289814"/>
                </a:cubicBezTo>
                <a:lnTo>
                  <a:pt x="261987" y="251812"/>
                </a:lnTo>
                <a:cubicBezTo>
                  <a:pt x="261233" y="250871"/>
                  <a:pt x="260103" y="250307"/>
                  <a:pt x="258879" y="250307"/>
                </a:cubicBezTo>
                <a:close/>
                <a:moveTo>
                  <a:pt x="500465" y="66049"/>
                </a:moveTo>
                <a:cubicBezTo>
                  <a:pt x="548129" y="66049"/>
                  <a:pt x="562447" y="93516"/>
                  <a:pt x="565743" y="130673"/>
                </a:cubicBezTo>
                <a:cubicBezTo>
                  <a:pt x="565932" y="130673"/>
                  <a:pt x="566026" y="130673"/>
                  <a:pt x="566120" y="130673"/>
                </a:cubicBezTo>
                <a:cubicBezTo>
                  <a:pt x="577141" y="133118"/>
                  <a:pt x="583358" y="146664"/>
                  <a:pt x="580250" y="160962"/>
                </a:cubicBezTo>
                <a:cubicBezTo>
                  <a:pt x="577706" y="172532"/>
                  <a:pt x="569700" y="180904"/>
                  <a:pt x="560939" y="182503"/>
                </a:cubicBezTo>
                <a:cubicBezTo>
                  <a:pt x="554628" y="199529"/>
                  <a:pt x="543796" y="214016"/>
                  <a:pt x="531927" y="223799"/>
                </a:cubicBezTo>
                <a:cubicBezTo>
                  <a:pt x="528913" y="226338"/>
                  <a:pt x="527500" y="230383"/>
                  <a:pt x="528253" y="234240"/>
                </a:cubicBezTo>
                <a:lnTo>
                  <a:pt x="530797" y="246281"/>
                </a:lnTo>
                <a:cubicBezTo>
                  <a:pt x="532304" y="253806"/>
                  <a:pt x="538238" y="259732"/>
                  <a:pt x="545868" y="261143"/>
                </a:cubicBezTo>
                <a:lnTo>
                  <a:pt x="558961" y="263777"/>
                </a:lnTo>
                <a:cubicBezTo>
                  <a:pt x="578366" y="267634"/>
                  <a:pt x="593437" y="282684"/>
                  <a:pt x="597299" y="301968"/>
                </a:cubicBezTo>
                <a:lnTo>
                  <a:pt x="607002" y="350788"/>
                </a:lnTo>
                <a:cubicBezTo>
                  <a:pt x="608697" y="358972"/>
                  <a:pt x="606531" y="367438"/>
                  <a:pt x="601256" y="373835"/>
                </a:cubicBezTo>
                <a:cubicBezTo>
                  <a:pt x="595981" y="380325"/>
                  <a:pt x="588068" y="384088"/>
                  <a:pt x="579685" y="384088"/>
                </a:cubicBezTo>
                <a:lnTo>
                  <a:pt x="490386" y="384088"/>
                </a:lnTo>
                <a:lnTo>
                  <a:pt x="467685" y="310058"/>
                </a:lnTo>
                <a:cubicBezTo>
                  <a:pt x="461845" y="291150"/>
                  <a:pt x="448563" y="276194"/>
                  <a:pt x="431702" y="267445"/>
                </a:cubicBezTo>
                <a:cubicBezTo>
                  <a:pt x="434999" y="265940"/>
                  <a:pt x="438295" y="264529"/>
                  <a:pt x="441969" y="263777"/>
                </a:cubicBezTo>
                <a:lnTo>
                  <a:pt x="455157" y="261237"/>
                </a:lnTo>
                <a:cubicBezTo>
                  <a:pt x="462692" y="259732"/>
                  <a:pt x="468627" y="253806"/>
                  <a:pt x="470228" y="246281"/>
                </a:cubicBezTo>
                <a:lnTo>
                  <a:pt x="472677" y="234240"/>
                </a:lnTo>
                <a:cubicBezTo>
                  <a:pt x="473525" y="230383"/>
                  <a:pt x="472112" y="226338"/>
                  <a:pt x="469098" y="223893"/>
                </a:cubicBezTo>
                <a:cubicBezTo>
                  <a:pt x="457229" y="214016"/>
                  <a:pt x="446302" y="199529"/>
                  <a:pt x="439991" y="182503"/>
                </a:cubicBezTo>
                <a:cubicBezTo>
                  <a:pt x="434716" y="181563"/>
                  <a:pt x="429818" y="177894"/>
                  <a:pt x="426144" y="172720"/>
                </a:cubicBezTo>
                <a:cubicBezTo>
                  <a:pt x="433303" y="164725"/>
                  <a:pt x="438861" y="154754"/>
                  <a:pt x="441404" y="143278"/>
                </a:cubicBezTo>
                <a:cubicBezTo>
                  <a:pt x="444324" y="130485"/>
                  <a:pt x="443476" y="118068"/>
                  <a:pt x="439708" y="107438"/>
                </a:cubicBezTo>
                <a:cubicBezTo>
                  <a:pt x="447244" y="82699"/>
                  <a:pt x="464200" y="66049"/>
                  <a:pt x="500465" y="66049"/>
                </a:cubicBezTo>
                <a:close/>
                <a:moveTo>
                  <a:pt x="107100" y="66049"/>
                </a:moveTo>
                <a:cubicBezTo>
                  <a:pt x="151561" y="66049"/>
                  <a:pt x="166820" y="90130"/>
                  <a:pt x="171341" y="123618"/>
                </a:cubicBezTo>
                <a:cubicBezTo>
                  <a:pt x="170965" y="129920"/>
                  <a:pt x="171436" y="136505"/>
                  <a:pt x="172849" y="143278"/>
                </a:cubicBezTo>
                <a:cubicBezTo>
                  <a:pt x="174921" y="152590"/>
                  <a:pt x="178971" y="161056"/>
                  <a:pt x="184246" y="168205"/>
                </a:cubicBezTo>
                <a:cubicBezTo>
                  <a:pt x="180573" y="175919"/>
                  <a:pt x="174356" y="181281"/>
                  <a:pt x="167574" y="182503"/>
                </a:cubicBezTo>
                <a:cubicBezTo>
                  <a:pt x="161263" y="199529"/>
                  <a:pt x="150336" y="214016"/>
                  <a:pt x="138468" y="223799"/>
                </a:cubicBezTo>
                <a:cubicBezTo>
                  <a:pt x="135453" y="226338"/>
                  <a:pt x="134040" y="230383"/>
                  <a:pt x="134794" y="234240"/>
                </a:cubicBezTo>
                <a:lnTo>
                  <a:pt x="137337" y="246281"/>
                </a:lnTo>
                <a:cubicBezTo>
                  <a:pt x="138939" y="253806"/>
                  <a:pt x="144873" y="259732"/>
                  <a:pt x="152408" y="261143"/>
                </a:cubicBezTo>
                <a:lnTo>
                  <a:pt x="165596" y="263777"/>
                </a:lnTo>
                <a:cubicBezTo>
                  <a:pt x="170494" y="264812"/>
                  <a:pt x="175203" y="266505"/>
                  <a:pt x="179442" y="268856"/>
                </a:cubicBezTo>
                <a:cubicBezTo>
                  <a:pt x="164088" y="277793"/>
                  <a:pt x="152126" y="292279"/>
                  <a:pt x="146662" y="310058"/>
                </a:cubicBezTo>
                <a:lnTo>
                  <a:pt x="123867" y="384088"/>
                </a:lnTo>
                <a:lnTo>
                  <a:pt x="27883" y="384088"/>
                </a:lnTo>
                <a:cubicBezTo>
                  <a:pt x="19499" y="384088"/>
                  <a:pt x="11587" y="380325"/>
                  <a:pt x="6312" y="373835"/>
                </a:cubicBezTo>
                <a:cubicBezTo>
                  <a:pt x="1037" y="367438"/>
                  <a:pt x="-1129" y="358972"/>
                  <a:pt x="566" y="350788"/>
                </a:cubicBezTo>
                <a:lnTo>
                  <a:pt x="10268" y="301968"/>
                </a:lnTo>
                <a:cubicBezTo>
                  <a:pt x="14130" y="282684"/>
                  <a:pt x="29202" y="267634"/>
                  <a:pt x="48606" y="263777"/>
                </a:cubicBezTo>
                <a:lnTo>
                  <a:pt x="61699" y="261237"/>
                </a:lnTo>
                <a:cubicBezTo>
                  <a:pt x="69328" y="259732"/>
                  <a:pt x="75263" y="253806"/>
                  <a:pt x="76770" y="246281"/>
                </a:cubicBezTo>
                <a:lnTo>
                  <a:pt x="79313" y="234240"/>
                </a:lnTo>
                <a:cubicBezTo>
                  <a:pt x="80067" y="230383"/>
                  <a:pt x="78654" y="226338"/>
                  <a:pt x="75639" y="223893"/>
                </a:cubicBezTo>
                <a:cubicBezTo>
                  <a:pt x="63771" y="214016"/>
                  <a:pt x="52939" y="199623"/>
                  <a:pt x="46628" y="182503"/>
                </a:cubicBezTo>
                <a:cubicBezTo>
                  <a:pt x="37867" y="180904"/>
                  <a:pt x="29861" y="172532"/>
                  <a:pt x="27318" y="160962"/>
                </a:cubicBezTo>
                <a:cubicBezTo>
                  <a:pt x="24115" y="146664"/>
                  <a:pt x="30426" y="133118"/>
                  <a:pt x="41447" y="130673"/>
                </a:cubicBezTo>
                <a:cubicBezTo>
                  <a:pt x="41541" y="130673"/>
                  <a:pt x="41729" y="130673"/>
                  <a:pt x="41824" y="130673"/>
                </a:cubicBezTo>
                <a:cubicBezTo>
                  <a:pt x="45403" y="93516"/>
                  <a:pt x="60192" y="66049"/>
                  <a:pt x="107100" y="66049"/>
                </a:cubicBezTo>
                <a:close/>
                <a:moveTo>
                  <a:pt x="298626" y="0"/>
                </a:moveTo>
                <a:lnTo>
                  <a:pt x="315956" y="0"/>
                </a:lnTo>
                <a:cubicBezTo>
                  <a:pt x="363426" y="0"/>
                  <a:pt x="401854" y="38378"/>
                  <a:pt x="401854" y="85787"/>
                </a:cubicBezTo>
                <a:lnTo>
                  <a:pt x="401854" y="95476"/>
                </a:lnTo>
                <a:cubicBezTo>
                  <a:pt x="417301" y="99238"/>
                  <a:pt x="426154" y="118522"/>
                  <a:pt x="421633" y="138840"/>
                </a:cubicBezTo>
                <a:cubicBezTo>
                  <a:pt x="420880" y="142602"/>
                  <a:pt x="419467" y="146083"/>
                  <a:pt x="417960" y="149281"/>
                </a:cubicBezTo>
                <a:cubicBezTo>
                  <a:pt x="417677" y="149939"/>
                  <a:pt x="417395" y="150504"/>
                  <a:pt x="417112" y="151068"/>
                </a:cubicBezTo>
                <a:cubicBezTo>
                  <a:pt x="415417" y="154172"/>
                  <a:pt x="413533" y="157088"/>
                  <a:pt x="411273" y="159534"/>
                </a:cubicBezTo>
                <a:cubicBezTo>
                  <a:pt x="411179" y="159628"/>
                  <a:pt x="410990" y="159816"/>
                  <a:pt x="410896" y="159910"/>
                </a:cubicBezTo>
                <a:cubicBezTo>
                  <a:pt x="406092" y="165084"/>
                  <a:pt x="400159" y="168658"/>
                  <a:pt x="394037" y="169787"/>
                </a:cubicBezTo>
                <a:cubicBezTo>
                  <a:pt x="391494" y="176654"/>
                  <a:pt x="388385" y="183332"/>
                  <a:pt x="384900" y="189541"/>
                </a:cubicBezTo>
                <a:cubicBezTo>
                  <a:pt x="384806" y="189635"/>
                  <a:pt x="384806" y="189729"/>
                  <a:pt x="384712" y="189823"/>
                </a:cubicBezTo>
                <a:cubicBezTo>
                  <a:pt x="381227" y="196031"/>
                  <a:pt x="377460" y="201769"/>
                  <a:pt x="373316" y="207131"/>
                </a:cubicBezTo>
                <a:cubicBezTo>
                  <a:pt x="373127" y="207413"/>
                  <a:pt x="372939" y="207601"/>
                  <a:pt x="372750" y="207789"/>
                </a:cubicBezTo>
                <a:cubicBezTo>
                  <a:pt x="368700" y="213057"/>
                  <a:pt x="364368" y="217948"/>
                  <a:pt x="359847" y="222275"/>
                </a:cubicBezTo>
                <a:cubicBezTo>
                  <a:pt x="359658" y="222463"/>
                  <a:pt x="359376" y="222651"/>
                  <a:pt x="359188" y="222934"/>
                </a:cubicBezTo>
                <a:cubicBezTo>
                  <a:pt x="354667" y="227261"/>
                  <a:pt x="349957" y="231211"/>
                  <a:pt x="345154" y="234598"/>
                </a:cubicBezTo>
                <a:lnTo>
                  <a:pt x="345625" y="236855"/>
                </a:lnTo>
                <a:cubicBezTo>
                  <a:pt x="346567" y="236385"/>
                  <a:pt x="347603" y="235915"/>
                  <a:pt x="348639" y="235538"/>
                </a:cubicBezTo>
                <a:cubicBezTo>
                  <a:pt x="350899" y="234786"/>
                  <a:pt x="353065" y="234033"/>
                  <a:pt x="355514" y="234033"/>
                </a:cubicBezTo>
                <a:cubicBezTo>
                  <a:pt x="359470" y="234033"/>
                  <a:pt x="363238" y="235162"/>
                  <a:pt x="366628" y="237326"/>
                </a:cubicBezTo>
                <a:cubicBezTo>
                  <a:pt x="366628" y="237326"/>
                  <a:pt x="380756" y="246450"/>
                  <a:pt x="385371" y="249648"/>
                </a:cubicBezTo>
                <a:cubicBezTo>
                  <a:pt x="401854" y="261030"/>
                  <a:pt x="399876" y="279373"/>
                  <a:pt x="399876" y="279373"/>
                </a:cubicBezTo>
                <a:cubicBezTo>
                  <a:pt x="410990" y="279655"/>
                  <a:pt x="421822" y="283041"/>
                  <a:pt x="430016" y="289814"/>
                </a:cubicBezTo>
                <a:cubicBezTo>
                  <a:pt x="445180" y="302324"/>
                  <a:pt x="447535" y="313330"/>
                  <a:pt x="448382" y="316058"/>
                </a:cubicBezTo>
                <a:lnTo>
                  <a:pt x="481630" y="424515"/>
                </a:lnTo>
                <a:cubicBezTo>
                  <a:pt x="482855" y="428371"/>
                  <a:pt x="483608" y="432416"/>
                  <a:pt x="483891" y="436461"/>
                </a:cubicBezTo>
                <a:cubicBezTo>
                  <a:pt x="484644" y="448595"/>
                  <a:pt x="481159" y="460730"/>
                  <a:pt x="473718" y="470700"/>
                </a:cubicBezTo>
                <a:cubicBezTo>
                  <a:pt x="466372" y="480671"/>
                  <a:pt x="455823" y="487538"/>
                  <a:pt x="443956" y="490360"/>
                </a:cubicBezTo>
                <a:cubicBezTo>
                  <a:pt x="440000" y="491301"/>
                  <a:pt x="435950" y="491771"/>
                  <a:pt x="431805" y="491771"/>
                </a:cubicBezTo>
                <a:lnTo>
                  <a:pt x="325375" y="491771"/>
                </a:lnTo>
                <a:lnTo>
                  <a:pt x="337430" y="415296"/>
                </a:lnTo>
                <a:cubicBezTo>
                  <a:pt x="338749" y="406454"/>
                  <a:pt x="337807" y="397424"/>
                  <a:pt x="334605" y="389052"/>
                </a:cubicBezTo>
                <a:lnTo>
                  <a:pt x="323962" y="360927"/>
                </a:lnTo>
                <a:lnTo>
                  <a:pt x="337430" y="347476"/>
                </a:lnTo>
                <a:lnTo>
                  <a:pt x="307196" y="317281"/>
                </a:lnTo>
                <a:lnTo>
                  <a:pt x="276868" y="347476"/>
                </a:lnTo>
                <a:lnTo>
                  <a:pt x="290337" y="360927"/>
                </a:lnTo>
                <a:lnTo>
                  <a:pt x="279694" y="389052"/>
                </a:lnTo>
                <a:cubicBezTo>
                  <a:pt x="276586" y="397424"/>
                  <a:pt x="275644" y="406454"/>
                  <a:pt x="276963" y="415296"/>
                </a:cubicBezTo>
                <a:lnTo>
                  <a:pt x="288736" y="491771"/>
                </a:lnTo>
                <a:lnTo>
                  <a:pt x="182493" y="491771"/>
                </a:lnTo>
                <a:cubicBezTo>
                  <a:pt x="178443" y="491771"/>
                  <a:pt x="174299" y="491301"/>
                  <a:pt x="170437" y="490360"/>
                </a:cubicBezTo>
                <a:cubicBezTo>
                  <a:pt x="158570" y="487538"/>
                  <a:pt x="148021" y="480671"/>
                  <a:pt x="140675" y="470700"/>
                </a:cubicBezTo>
                <a:cubicBezTo>
                  <a:pt x="130785" y="457343"/>
                  <a:pt x="127865" y="440223"/>
                  <a:pt x="132669" y="424515"/>
                </a:cubicBezTo>
                <a:lnTo>
                  <a:pt x="166011" y="316058"/>
                </a:lnTo>
                <a:cubicBezTo>
                  <a:pt x="166858" y="313330"/>
                  <a:pt x="170908" y="300631"/>
                  <a:pt x="184377" y="289814"/>
                </a:cubicBezTo>
                <a:cubicBezTo>
                  <a:pt x="192666" y="283229"/>
                  <a:pt x="203403" y="279655"/>
                  <a:pt x="214517" y="279373"/>
                </a:cubicBezTo>
                <a:lnTo>
                  <a:pt x="214517" y="279279"/>
                </a:lnTo>
                <a:cubicBezTo>
                  <a:pt x="214140" y="273447"/>
                  <a:pt x="211880" y="260654"/>
                  <a:pt x="229022" y="249648"/>
                </a:cubicBezTo>
                <a:cubicBezTo>
                  <a:pt x="233731" y="246638"/>
                  <a:pt x="247765" y="237326"/>
                  <a:pt x="247765" y="237326"/>
                </a:cubicBezTo>
                <a:cubicBezTo>
                  <a:pt x="251061" y="235162"/>
                  <a:pt x="254923" y="234033"/>
                  <a:pt x="258879" y="234033"/>
                </a:cubicBezTo>
                <a:cubicBezTo>
                  <a:pt x="261328" y="234033"/>
                  <a:pt x="263494" y="234786"/>
                  <a:pt x="265754" y="235538"/>
                </a:cubicBezTo>
                <a:cubicBezTo>
                  <a:pt x="266790" y="236009"/>
                  <a:pt x="267826" y="236385"/>
                  <a:pt x="268768" y="236855"/>
                </a:cubicBezTo>
                <a:lnTo>
                  <a:pt x="269239" y="234598"/>
                </a:lnTo>
                <a:cubicBezTo>
                  <a:pt x="264436" y="231211"/>
                  <a:pt x="259726" y="227261"/>
                  <a:pt x="255205" y="222934"/>
                </a:cubicBezTo>
                <a:cubicBezTo>
                  <a:pt x="254923" y="222651"/>
                  <a:pt x="254735" y="222463"/>
                  <a:pt x="254546" y="222275"/>
                </a:cubicBezTo>
                <a:cubicBezTo>
                  <a:pt x="250025" y="217948"/>
                  <a:pt x="245693" y="213057"/>
                  <a:pt x="241548" y="207789"/>
                </a:cubicBezTo>
                <a:cubicBezTo>
                  <a:pt x="241454" y="207601"/>
                  <a:pt x="241266" y="207413"/>
                  <a:pt x="241077" y="207225"/>
                </a:cubicBezTo>
                <a:cubicBezTo>
                  <a:pt x="236933" y="201769"/>
                  <a:pt x="233072" y="196031"/>
                  <a:pt x="229681" y="189823"/>
                </a:cubicBezTo>
                <a:cubicBezTo>
                  <a:pt x="229587" y="189729"/>
                  <a:pt x="229587" y="189635"/>
                  <a:pt x="229493" y="189635"/>
                </a:cubicBezTo>
                <a:cubicBezTo>
                  <a:pt x="226008" y="183332"/>
                  <a:pt x="222899" y="176654"/>
                  <a:pt x="220356" y="169787"/>
                </a:cubicBezTo>
                <a:cubicBezTo>
                  <a:pt x="214140" y="168658"/>
                  <a:pt x="208301" y="165084"/>
                  <a:pt x="203497" y="159910"/>
                </a:cubicBezTo>
                <a:cubicBezTo>
                  <a:pt x="203309" y="159722"/>
                  <a:pt x="203214" y="159628"/>
                  <a:pt x="203120" y="159534"/>
                </a:cubicBezTo>
                <a:cubicBezTo>
                  <a:pt x="200860" y="157088"/>
                  <a:pt x="198976" y="154172"/>
                  <a:pt x="197281" y="151068"/>
                </a:cubicBezTo>
                <a:cubicBezTo>
                  <a:pt x="196998" y="150504"/>
                  <a:pt x="196716" y="149939"/>
                  <a:pt x="196433" y="149281"/>
                </a:cubicBezTo>
                <a:cubicBezTo>
                  <a:pt x="194832" y="146083"/>
                  <a:pt x="193513" y="142602"/>
                  <a:pt x="192666" y="138840"/>
                </a:cubicBezTo>
                <a:cubicBezTo>
                  <a:pt x="188145" y="118428"/>
                  <a:pt x="197092" y="99050"/>
                  <a:pt x="212727" y="95476"/>
                </a:cubicBezTo>
                <a:lnTo>
                  <a:pt x="212727" y="85787"/>
                </a:lnTo>
                <a:cubicBezTo>
                  <a:pt x="212727" y="38378"/>
                  <a:pt x="251155" y="0"/>
                  <a:pt x="298626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24790" y="2252869"/>
            <a:ext cx="2236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PART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 </a:t>
            </a: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.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造字工房悦黑体验版纤细体"/>
                <a:cs typeface="+mn-ea"/>
                <a:sym typeface="+mn-lt"/>
              </a:rPr>
              <a:t>2</a:t>
            </a:r>
          </a:p>
          <a:p>
            <a:pPr lvl="0" algn="ctr">
              <a:defRPr/>
            </a:pPr>
            <a:r>
              <a:rPr kumimoji="1" lang="zh-CN" altLang="en-US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造字工房悦黑体验版纤细体"/>
                <a:cs typeface="+mn-ea"/>
                <a:sym typeface="+mn-lt"/>
              </a:rPr>
              <a:t>项</a:t>
            </a:r>
            <a:r>
              <a:rPr kumimoji="1" lang="zh-CN" altLang="en-US" sz="40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目概述</a:t>
            </a:r>
            <a:endParaRPr kumimoji="1" lang="zh-CN" altLang="en-US" sz="4000" dirty="0">
              <a:solidFill>
                <a:prstClr val="black">
                  <a:lumMod val="75000"/>
                  <a:lumOff val="25000"/>
                </a:prstClr>
              </a:solidFill>
              <a:latin typeface="造字工房悦黑体验版纤细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51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7611" y="704506"/>
            <a:ext cx="626485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解决</a:t>
            </a:r>
            <a:r>
              <a:rPr kumimoji="1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方案（只有字？）</a:t>
            </a:r>
            <a:endParaRPr kumimoji="1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1397000" y="1711960"/>
            <a:ext cx="9511030" cy="4154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信息安全，保障用户交易的安全性和隐私保护，以增加买卖双方的信任和购买的积极性，使用户更加愿意在校园内使用线上平台进行书籍交易。实名制认证上平台可以引入校园实名制认证，让用户使用学号进行账号绑定和登录，确保用户身份真实可靠，并限制非学生用户的进入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交易方式，针对用户对交易方式的需求多样化，提供满足用户不同的场景交易需求，降低用户的交易难度。第三方交易平台上引入市面上常见的支付宝、微信支付等，作为交易的支付工具，并提供生成订单和交易保障的功能，避免后期出现纠纷问题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55526" y="710301"/>
            <a:ext cx="2845435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解决方案</a:t>
            </a:r>
            <a:endParaRPr kumimoji="1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1397000" y="1711960"/>
            <a:ext cx="9511030" cy="3693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3.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书籍发布，增加用户发布书籍的动机，提升平台的用户数量和使用率，促进用户的黏度和参与度。采用简单有趣的发布方式和流程，如使用图片扫描、条形码识别等技术，让用户快速填写书籍信息并发布，减少发布的复杂性，以提升用户的使用体验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4.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书籍购买，对于书籍购买的担忧，通过提高书籍搜索的便利性和准确性，提升用户对于平台的购买体验。根据热门书籍和用户的兴趣爱好，用户可以通过浏览热门书籍和选择相关分类来快速找到目标书籍，提高搜索的准确性和效率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5730" y="12150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项目概述</a:t>
            </a:r>
            <a:endParaRPr kumimoji="1"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FF677A-CF2A-CB75-CE1C-BD3C97672D48}"/>
              </a:ext>
            </a:extLst>
          </p:cNvPr>
          <p:cNvSpPr txBox="1"/>
          <p:nvPr/>
        </p:nvSpPr>
        <p:spPr>
          <a:xfrm>
            <a:off x="889686" y="1105930"/>
            <a:ext cx="40839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       </a:t>
            </a:r>
            <a:r>
              <a:rPr lang="zh-CN" altLang="en-US" sz="1400" dirty="0"/>
              <a:t>校园二手交易平台为学生提供二手交易信息及保 障，根据高校的具体情况及学生的实际供需，平 台 主 要 功能模块为物品发布、物品检索、物 品 分 类、实 时 通 讯、 用户注册登录、后台管理。在具体的网站设计中，分为前端、后端、数据库。前台主要为系统交互，提 供 一 个 人性化的 ＵＩ；后端为前端及数据库提供代码逻辑，实现功能。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2469B43F-BB13-9E8C-31A8-1FB608AAF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214" y="520773"/>
            <a:ext cx="6373554" cy="448963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D3602136-F7DE-1A81-F544-FECAB09C0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30" y="3429001"/>
            <a:ext cx="7016840" cy="26334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/>
              <p14:cNvContentPartPr/>
              <p14:nvPr/>
            </p14:nvContentPartPr>
            <p14:xfrm>
              <a:off x="1530360" y="1130400"/>
              <a:ext cx="9811080" cy="548676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1000" y="1121040"/>
                <a:ext cx="9829800" cy="550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1985" y="53633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信息流，业务模式，</a:t>
            </a:r>
            <a:r>
              <a:rPr lang="en-US" altLang="zh-CN" dirty="0" smtClean="0"/>
              <a:t>UI</a:t>
            </a:r>
            <a:r>
              <a:rPr lang="zh-CN" altLang="en-US" dirty="0" smtClean="0"/>
              <a:t>原型？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81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1985" y="53633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核心特色，技术？优势怎么体现？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140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68311" y="2252869"/>
            <a:ext cx="2749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PART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 </a:t>
            </a: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.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造字工房悦黑体验版纤细体"/>
                <a:cs typeface="+mn-ea"/>
                <a:sym typeface="+mn-lt"/>
              </a:rPr>
              <a:t>3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造字工房悦黑体验版纤细体"/>
                <a:cs typeface="+mn-ea"/>
                <a:sym typeface="+mn-lt"/>
              </a:rPr>
              <a:t>项目的实现</a:t>
            </a:r>
            <a:endParaRPr kumimoji="1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28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46601" y="710301"/>
            <a:ext cx="28632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产品价值</a:t>
            </a:r>
            <a:endParaRPr kumimoji="1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8" name="Oval 12"/>
          <p:cNvSpPr/>
          <p:nvPr/>
        </p:nvSpPr>
        <p:spPr>
          <a:xfrm>
            <a:off x="1305974" y="3587017"/>
            <a:ext cx="299304" cy="295999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2003085" y="3298414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8" name="文本框 9"/>
          <p:cNvSpPr txBox="1"/>
          <p:nvPr/>
        </p:nvSpPr>
        <p:spPr>
          <a:xfrm>
            <a:off x="2003085" y="463409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9" name="TextBox 33"/>
          <p:cNvSpPr txBox="1"/>
          <p:nvPr/>
        </p:nvSpPr>
        <p:spPr>
          <a:xfrm>
            <a:off x="1412425" y="2161223"/>
            <a:ext cx="8304852" cy="2720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ts val="1600"/>
              </a:lnSpc>
              <a:defRPr sz="110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降低学生在课本书籍上的经济压力，节约生活成本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保障校内二手交易过程中的安全性，隐私性，有效降低二手交易过程中翻车发生的概率，对买卖家双方都有利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3.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应用于校内场景，能更好地服务我校学子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5254" y="426777"/>
            <a:ext cx="28632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商业模式</a:t>
            </a:r>
            <a:endParaRPr kumimoji="1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3" name="任意多边形: 形状 34"/>
          <p:cNvSpPr/>
          <p:nvPr/>
        </p:nvSpPr>
        <p:spPr>
          <a:xfrm>
            <a:off x="2511364" y="2872406"/>
            <a:ext cx="1874348" cy="505461"/>
          </a:xfrm>
          <a:custGeom>
            <a:avLst/>
            <a:gdLst>
              <a:gd name="connsiteX0" fmla="*/ 0 w 1874348"/>
              <a:gd name="connsiteY0" fmla="*/ 0 h 505461"/>
              <a:gd name="connsiteX1" fmla="*/ 1874348 w 1874348"/>
              <a:gd name="connsiteY1" fmla="*/ 0 h 505461"/>
              <a:gd name="connsiteX2" fmla="*/ 1874348 w 1874348"/>
              <a:gd name="connsiteY2" fmla="*/ 393643 h 505461"/>
              <a:gd name="connsiteX3" fmla="*/ 1762530 w 1874348"/>
              <a:gd name="connsiteY3" fmla="*/ 505461 h 505461"/>
              <a:gd name="connsiteX4" fmla="*/ 111818 w 1874348"/>
              <a:gd name="connsiteY4" fmla="*/ 505461 h 505461"/>
              <a:gd name="connsiteX5" fmla="*/ 0 w 1874348"/>
              <a:gd name="connsiteY5" fmla="*/ 393643 h 50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348" h="505461">
                <a:moveTo>
                  <a:pt x="0" y="0"/>
                </a:moveTo>
                <a:lnTo>
                  <a:pt x="1874348" y="0"/>
                </a:lnTo>
                <a:lnTo>
                  <a:pt x="1874348" y="393643"/>
                </a:lnTo>
                <a:cubicBezTo>
                  <a:pt x="1874348" y="455398"/>
                  <a:pt x="1824285" y="505461"/>
                  <a:pt x="1762530" y="505461"/>
                </a:cubicBezTo>
                <a:lnTo>
                  <a:pt x="111818" y="505461"/>
                </a:lnTo>
                <a:cubicBezTo>
                  <a:pt x="50063" y="505461"/>
                  <a:pt x="0" y="455398"/>
                  <a:pt x="0" y="39364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cxnSp>
        <p:nvCxnSpPr>
          <p:cNvPr id="4" name="直接连接符 31"/>
          <p:cNvCxnSpPr/>
          <p:nvPr/>
        </p:nvCxnSpPr>
        <p:spPr>
          <a:xfrm>
            <a:off x="2300775" y="2872205"/>
            <a:ext cx="2295525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: 形状 37"/>
          <p:cNvSpPr/>
          <p:nvPr/>
        </p:nvSpPr>
        <p:spPr>
          <a:xfrm>
            <a:off x="7276269" y="2872406"/>
            <a:ext cx="1874348" cy="505461"/>
          </a:xfrm>
          <a:custGeom>
            <a:avLst/>
            <a:gdLst>
              <a:gd name="connsiteX0" fmla="*/ 0 w 1874348"/>
              <a:gd name="connsiteY0" fmla="*/ 0 h 505461"/>
              <a:gd name="connsiteX1" fmla="*/ 1874348 w 1874348"/>
              <a:gd name="connsiteY1" fmla="*/ 0 h 505461"/>
              <a:gd name="connsiteX2" fmla="*/ 1874348 w 1874348"/>
              <a:gd name="connsiteY2" fmla="*/ 393643 h 505461"/>
              <a:gd name="connsiteX3" fmla="*/ 1762530 w 1874348"/>
              <a:gd name="connsiteY3" fmla="*/ 505461 h 505461"/>
              <a:gd name="connsiteX4" fmla="*/ 111818 w 1874348"/>
              <a:gd name="connsiteY4" fmla="*/ 505461 h 505461"/>
              <a:gd name="connsiteX5" fmla="*/ 0 w 1874348"/>
              <a:gd name="connsiteY5" fmla="*/ 393643 h 50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348" h="505461">
                <a:moveTo>
                  <a:pt x="0" y="0"/>
                </a:moveTo>
                <a:lnTo>
                  <a:pt x="1874348" y="0"/>
                </a:lnTo>
                <a:lnTo>
                  <a:pt x="1874348" y="393643"/>
                </a:lnTo>
                <a:cubicBezTo>
                  <a:pt x="1874348" y="455398"/>
                  <a:pt x="1824285" y="505461"/>
                  <a:pt x="1762530" y="505461"/>
                </a:cubicBezTo>
                <a:lnTo>
                  <a:pt x="111818" y="505461"/>
                </a:lnTo>
                <a:cubicBezTo>
                  <a:pt x="50063" y="505461"/>
                  <a:pt x="0" y="455398"/>
                  <a:pt x="0" y="39364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cxnSp>
        <p:nvCxnSpPr>
          <p:cNvPr id="6" name="直接连接符 38"/>
          <p:cNvCxnSpPr/>
          <p:nvPr/>
        </p:nvCxnSpPr>
        <p:spPr>
          <a:xfrm>
            <a:off x="7065680" y="2872205"/>
            <a:ext cx="2295525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3"/>
          <p:cNvSpPr txBox="1"/>
          <p:nvPr/>
        </p:nvSpPr>
        <p:spPr>
          <a:xfrm>
            <a:off x="2412454" y="3689411"/>
            <a:ext cx="1865963" cy="1398452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手续费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在二手交易过程中向买家和卖家收取手续费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20" name="文本框 13"/>
          <p:cNvSpPr txBox="1"/>
          <p:nvPr/>
        </p:nvSpPr>
        <p:spPr>
          <a:xfrm>
            <a:off x="7284654" y="3695455"/>
            <a:ext cx="1865963" cy="1421920"/>
          </a:xfrm>
          <a:prstGeom prst="rect">
            <a:avLst/>
          </a:prstGeom>
          <a:noFill/>
        </p:spPr>
        <p:txBody>
          <a:bodyPr wrap="square" lIns="91435" tIns="45716" rIns="91435" bIns="45716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推广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可以在平台中适度推送轻量化广告以获取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费用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???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pic>
        <p:nvPicPr>
          <p:cNvPr id="26" name="图形 25" descr="钱 纯色填充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756242" y="1659400"/>
            <a:ext cx="914400" cy="914400"/>
          </a:xfrm>
          <a:prstGeom prst="rect">
            <a:avLst/>
          </a:prstGeom>
        </p:spPr>
      </p:pic>
      <p:pic>
        <p:nvPicPr>
          <p:cNvPr id="30" name="图形 29" descr="硬币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991337" y="1729689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7395" y="155363"/>
            <a:ext cx="37737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横向竞品对比分析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990205"/>
          <a:ext cx="12192001" cy="524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3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7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2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4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94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968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平台抽成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安全性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适配性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信息筛取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便捷性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4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我们的平台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少量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依托于学号认证，安全性高。学号绑定制减少恶意交易的出现。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基于校内同学习惯开发，更加适配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提供搜索，方便快捷。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支持校内交易，提供面交的机会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设置信誉系统，与个人信息绑定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8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某🐟等二手交易平台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少量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有平台保障，但仍有翻车的概率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面向大多数人，不一定适配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可以搜索，便捷。但会有更多无关物品的推送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远程物流交易，较为麻烦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一般都有信誉系统参考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校内二手交易群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可能会更低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无法确保交易双方是否一定是可信的校内人员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针对校内交易，十分适配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需要手动筛选聊天记录，较为麻烦。且存在某些人氵群的情况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卖家与买家自行面交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基本无法获取买卖方此前的信用记录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880" y="559332"/>
            <a:ext cx="37737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产品方案相关策略</a:t>
            </a:r>
          </a:p>
        </p:txBody>
      </p:sp>
      <p:sp>
        <p:nvSpPr>
          <p:cNvPr id="4" name="六边形 3"/>
          <p:cNvSpPr/>
          <p:nvPr/>
        </p:nvSpPr>
        <p:spPr>
          <a:xfrm rot="5400000">
            <a:off x="1274481" y="1852138"/>
            <a:ext cx="900410" cy="77621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6" name="六边形 5"/>
          <p:cNvSpPr/>
          <p:nvPr/>
        </p:nvSpPr>
        <p:spPr>
          <a:xfrm rot="5400000">
            <a:off x="1274480" y="4229648"/>
            <a:ext cx="900411" cy="776214"/>
          </a:xfrm>
          <a:prstGeom prst="hexag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  <p:sp>
        <p:nvSpPr>
          <p:cNvPr id="11" name="TextBox 33"/>
          <p:cNvSpPr txBox="1"/>
          <p:nvPr/>
        </p:nvSpPr>
        <p:spPr>
          <a:xfrm>
            <a:off x="2508775" y="2094010"/>
            <a:ext cx="9224368" cy="13061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200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9200">
              <a:defRPr sz="2400"/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0" indent="0" algn="l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平 台 主 要功能模块为物品发布、物品检索、物 品 分 类、实 时 通 讯、用户注册登录、后台管理。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  <a:p>
            <a:pPr marL="0" marR="0" lvl="0" indent="0" algn="l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在具体 的 网 站 设 计 中，分 为前端、后端、数 据 库。前 台 主 要 为 系 统 交 互，提 供 一 个人性化的 ＵＩ；后 端 为 前 端 及 数 据 库 提 供 代 码 逻 辑，实现功能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2454110" y="1556042"/>
            <a:ext cx="3191316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网站、小程序搭建</a:t>
            </a:r>
          </a:p>
        </p:txBody>
      </p:sp>
      <p:sp>
        <p:nvSpPr>
          <p:cNvPr id="13" name="TextBox 33"/>
          <p:cNvSpPr txBox="1"/>
          <p:nvPr/>
        </p:nvSpPr>
        <p:spPr>
          <a:xfrm>
            <a:off x="2526201" y="4490780"/>
            <a:ext cx="8208060" cy="973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200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9200">
              <a:defRPr sz="2400"/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0" indent="0" algn="just" defTabSz="1219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推广方式较为简单：在校内线上线下平台上投放广告；提供勤工俭学兼职岗位，变相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增强宣传；在学校内举办宣讲活动；设置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老用户邀请新用户任务、为新用户提供更多优惠，吸引更多用户。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ea typeface="+mn-ea"/>
              <a:cs typeface="+mn-ea"/>
              <a:sym typeface="+mn-lt"/>
            </a:endParaRPr>
          </a:p>
        </p:txBody>
      </p:sp>
      <p:sp>
        <p:nvSpPr>
          <p:cNvPr id="14" name="文本框 9"/>
          <p:cNvSpPr txBox="1"/>
          <p:nvPr/>
        </p:nvSpPr>
        <p:spPr>
          <a:xfrm>
            <a:off x="2526201" y="4003435"/>
            <a:ext cx="2786264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9200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9200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9200">
              <a:defRPr sz="2400"/>
            </a:lvl3pPr>
            <a:lvl4pPr marL="1828800" defTabSz="1219200">
              <a:defRPr sz="2400"/>
            </a:lvl4pPr>
            <a:lvl5pPr marL="2438400" defTabSz="1219200">
              <a:defRPr sz="2400"/>
            </a:lvl5pPr>
            <a:lvl6pPr marL="3048000" defTabSz="1219200">
              <a:defRPr sz="2400"/>
            </a:lvl6pPr>
            <a:lvl7pPr marL="3657600" defTabSz="1219200">
              <a:defRPr sz="2400"/>
            </a:lvl7pPr>
            <a:lvl8pPr marL="4267200" defTabSz="1219200">
              <a:defRPr sz="2400"/>
            </a:lvl8pPr>
            <a:lvl9pPr marL="4876800" defTabSz="1219200">
              <a:defRPr sz="2400"/>
            </a:lvl9pPr>
          </a:lstStyle>
          <a:p>
            <a:pPr marL="0" marR="0" lvl="1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ea typeface="+mn-ea"/>
                <a:cs typeface="+mn-ea"/>
                <a:sym typeface="+mn-lt"/>
              </a:rPr>
              <a:t>推广营销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24786" y="2252869"/>
            <a:ext cx="2236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</a:p>
          <a:p>
            <a:pPr algn="ctr"/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项目团队</a:t>
            </a:r>
            <a:endParaRPr kumimoji="1" lang="en-US" altLang="zh-CN" sz="4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9769" y="10150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项目团队</a:t>
            </a:r>
          </a:p>
        </p:txBody>
      </p:sp>
      <p:sp>
        <p:nvSpPr>
          <p:cNvPr id="7" name="ïşľïḓé"/>
          <p:cNvSpPr/>
          <p:nvPr/>
        </p:nvSpPr>
        <p:spPr>
          <a:xfrm>
            <a:off x="1070248" y="2893196"/>
            <a:ext cx="729427" cy="7294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8" name="iŝ1ídê"/>
          <p:cNvSpPr/>
          <p:nvPr/>
        </p:nvSpPr>
        <p:spPr bwMode="auto">
          <a:xfrm>
            <a:off x="1251529" y="3041126"/>
            <a:ext cx="366863" cy="433565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îṩlïḍè"/>
          <p:cNvSpPr/>
          <p:nvPr/>
        </p:nvSpPr>
        <p:spPr>
          <a:xfrm>
            <a:off x="1070248" y="4501666"/>
            <a:ext cx="729427" cy="7294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0" name="ïşḷíde"/>
          <p:cNvSpPr/>
          <p:nvPr/>
        </p:nvSpPr>
        <p:spPr bwMode="auto">
          <a:xfrm>
            <a:off x="1251529" y="4649596"/>
            <a:ext cx="366863" cy="433565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" name="ísḻiḓe"/>
          <p:cNvSpPr/>
          <p:nvPr/>
        </p:nvSpPr>
        <p:spPr>
          <a:xfrm>
            <a:off x="1070248" y="1503772"/>
            <a:ext cx="729427" cy="72942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571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dirty="0">
              <a:cs typeface="+mn-ea"/>
              <a:sym typeface="+mn-lt"/>
            </a:endParaRPr>
          </a:p>
        </p:txBody>
      </p:sp>
      <p:sp>
        <p:nvSpPr>
          <p:cNvPr id="12" name="ïṩľïde"/>
          <p:cNvSpPr/>
          <p:nvPr/>
        </p:nvSpPr>
        <p:spPr bwMode="auto">
          <a:xfrm>
            <a:off x="1240292" y="1651702"/>
            <a:ext cx="366863" cy="433565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1979708" y="2878027"/>
            <a:ext cx="3043118" cy="59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代子翔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平台维护与建设</a:t>
            </a:r>
          </a:p>
        </p:txBody>
      </p:sp>
      <p:sp>
        <p:nvSpPr>
          <p:cNvPr id="16" name="矩形 47"/>
          <p:cNvSpPr>
            <a:spLocks noChangeArrowheads="1"/>
          </p:cNvSpPr>
          <p:nvPr/>
        </p:nvSpPr>
        <p:spPr bwMode="auto">
          <a:xfrm>
            <a:off x="1979708" y="4446173"/>
            <a:ext cx="3043118" cy="59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陈鸿跃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市场推广与营销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90531C-E918-9CF7-093A-45529895662A}"/>
              </a:ext>
            </a:extLst>
          </p:cNvPr>
          <p:cNvSpPr txBox="1"/>
          <p:nvPr/>
        </p:nvSpPr>
        <p:spPr>
          <a:xfrm>
            <a:off x="1914562" y="1523046"/>
            <a:ext cx="25519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王俊</a:t>
            </a:r>
            <a:r>
              <a:rPr lang="zh-CN" altLang="en-US" sz="1400" dirty="0" smtClean="0"/>
              <a:t>儒</a:t>
            </a:r>
            <a:endParaRPr lang="en-US" altLang="zh-CN" sz="1400" dirty="0" smtClean="0"/>
          </a:p>
          <a:p>
            <a:r>
              <a:rPr lang="zh-CN" altLang="en-US" sz="1400" dirty="0" smtClean="0"/>
              <a:t>特长，</a:t>
            </a:r>
            <a:endParaRPr lang="en-US" altLang="zh-CN" sz="1400" dirty="0" smtClean="0"/>
          </a:p>
          <a:p>
            <a:r>
              <a:rPr lang="zh-CN" altLang="en-US" sz="1400" dirty="0" smtClean="0"/>
              <a:t>分工：</a:t>
            </a:r>
            <a:r>
              <a:rPr lang="zh-CN" altLang="en-US" sz="1400" dirty="0" smtClean="0"/>
              <a:t>物资</a:t>
            </a:r>
            <a:r>
              <a:rPr lang="zh-CN" altLang="en-US" sz="1400" dirty="0"/>
              <a:t>的统筹与规划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04065" y="2252869"/>
            <a:ext cx="727795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PART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kumimoji="1"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</a:p>
          <a:p>
            <a:pPr algn="ctr"/>
            <a:r>
              <a:rPr kumimoji="1"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财务预测与融资计划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6841" y="17093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财务预测与融资计划</a:t>
            </a:r>
          </a:p>
        </p:txBody>
      </p:sp>
      <p:sp>
        <p:nvSpPr>
          <p:cNvPr id="4" name="文本框 3"/>
          <p:cNvSpPr txBox="1"/>
          <p:nvPr/>
        </p:nvSpPr>
        <p:spPr bwMode="auto">
          <a:xfrm>
            <a:off x="652804" y="1945137"/>
            <a:ext cx="1406324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75%</a:t>
            </a:r>
          </a:p>
        </p:txBody>
      </p:sp>
      <p:sp>
        <p:nvSpPr>
          <p:cNvPr id="5" name="弧形 9"/>
          <p:cNvSpPr/>
          <p:nvPr/>
        </p:nvSpPr>
        <p:spPr>
          <a:xfrm>
            <a:off x="652804" y="1551949"/>
            <a:ext cx="1413656" cy="1413656"/>
          </a:xfrm>
          <a:prstGeom prst="arc">
            <a:avLst>
              <a:gd name="adj1" fmla="val 21496969"/>
              <a:gd name="adj2" fmla="val 17262036"/>
            </a:avLst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弧形 8"/>
          <p:cNvSpPr/>
          <p:nvPr/>
        </p:nvSpPr>
        <p:spPr>
          <a:xfrm>
            <a:off x="652804" y="1551949"/>
            <a:ext cx="1413656" cy="1413656"/>
          </a:xfrm>
          <a:prstGeom prst="arc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弧形 12"/>
          <p:cNvSpPr/>
          <p:nvPr/>
        </p:nvSpPr>
        <p:spPr>
          <a:xfrm>
            <a:off x="658784" y="4332901"/>
            <a:ext cx="1413656" cy="1413656"/>
          </a:xfrm>
          <a:prstGeom prst="arc">
            <a:avLst>
              <a:gd name="adj1" fmla="val 21496969"/>
              <a:gd name="adj2" fmla="val 17262036"/>
            </a:avLst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弧形 13"/>
          <p:cNvSpPr/>
          <p:nvPr/>
        </p:nvSpPr>
        <p:spPr>
          <a:xfrm>
            <a:off x="658784" y="4332901"/>
            <a:ext cx="1413656" cy="1413656"/>
          </a:xfrm>
          <a:prstGeom prst="arc">
            <a:avLst>
              <a:gd name="adj1" fmla="val 16200000"/>
              <a:gd name="adj2" fmla="val 3376822"/>
            </a:avLst>
          </a:prstGeom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660136" y="4726089"/>
            <a:ext cx="1406324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52%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8A750FB-14D1-1EF4-45F6-41CCCFF151CE}"/>
              </a:ext>
            </a:extLst>
          </p:cNvPr>
          <p:cNvSpPr txBox="1"/>
          <p:nvPr/>
        </p:nvSpPr>
        <p:spPr>
          <a:xfrm>
            <a:off x="2446835" y="1945137"/>
            <a:ext cx="7617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我们预计在</a:t>
            </a:r>
            <a:r>
              <a:rPr lang="en-US" altLang="zh-CN" dirty="0"/>
              <a:t>6</a:t>
            </a:r>
            <a:r>
              <a:rPr lang="zh-CN" altLang="en-US" dirty="0"/>
              <a:t>个月内投入</a:t>
            </a:r>
            <a:r>
              <a:rPr lang="en-US" altLang="zh-CN" dirty="0"/>
              <a:t>75%</a:t>
            </a:r>
            <a:r>
              <a:rPr lang="zh-CN" altLang="en-US" dirty="0"/>
              <a:t>的资金以用于前期的宣传与平台建设。</a:t>
            </a:r>
            <a:endParaRPr lang="en-US" altLang="zh-CN" dirty="0"/>
          </a:p>
          <a:p>
            <a:r>
              <a:rPr lang="zh-CN" altLang="en-US" dirty="0"/>
              <a:t>其余资金用于维护。预计在第二年实现收支平衡（盈利）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0A374B-83B9-BB0D-3A4D-5273BF1D5FDF}"/>
              </a:ext>
            </a:extLst>
          </p:cNvPr>
          <p:cNvSpPr txBox="1"/>
          <p:nvPr/>
        </p:nvSpPr>
        <p:spPr>
          <a:xfrm>
            <a:off x="2446835" y="4556811"/>
            <a:ext cx="76179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我们将释放</a:t>
            </a:r>
            <a:r>
              <a:rPr lang="en-US" altLang="zh-CN" dirty="0"/>
              <a:t>52%</a:t>
            </a:r>
            <a:r>
              <a:rPr lang="zh-CN" altLang="en-US" dirty="0"/>
              <a:t>的股份用来融资，</a:t>
            </a:r>
            <a:endParaRPr lang="en-US" altLang="zh-CN" dirty="0"/>
          </a:p>
          <a:p>
            <a:r>
              <a:rPr lang="zh-CN" altLang="en-US" dirty="0"/>
              <a:t>我们需要筹集大约</a:t>
            </a:r>
            <a:r>
              <a:rPr lang="en-US" altLang="zh-CN" sz="4000" dirty="0">
                <a:solidFill>
                  <a:srgbClr val="FF0000"/>
                </a:solidFill>
              </a:rPr>
              <a:t>50W</a:t>
            </a:r>
            <a:r>
              <a:rPr lang="zh-CN" altLang="en-US" dirty="0"/>
              <a:t>的资金用于前期的宣传，平台维护，与平台的搭建。</a:t>
            </a:r>
            <a:endParaRPr lang="en-US" altLang="zh-CN" dirty="0"/>
          </a:p>
          <a:p>
            <a:r>
              <a:rPr lang="zh-CN" altLang="en-US" dirty="0"/>
              <a:t>以期实现在本校和其他一些高校实现生根发芽。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1823" y="2767280"/>
            <a:ext cx="42883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造字工房悦黑体验版纤细体"/>
                <a:cs typeface="+mn-ea"/>
                <a:sym typeface="+mn-lt"/>
              </a:rPr>
              <a:t>谢谢观看</a:t>
            </a:r>
            <a:endParaRPr kumimoji="1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造字工房悦黑体验版纤细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349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  <p:tag name="KSO_WPP_MARK_KEY" val="6e693118-6bd8-4479-bb70-c024bbeea5b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dfeeb8-cc27-4f53-9487-5b7b27220918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n4ksunh">
      <a:majorFont>
        <a:latin typeface="造字工房悦黑体验版纤细体"/>
        <a:ea typeface="造字工房悦黑体验版纤细体"/>
        <a:cs typeface=""/>
      </a:majorFont>
      <a:minorFont>
        <a:latin typeface="造字工房悦黑体验版纤细体"/>
        <a:ea typeface="造字工房悦黑体验版纤细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1336</Words>
  <Application>Microsoft Office PowerPoint</Application>
  <PresentationFormat>宽屏</PresentationFormat>
  <Paragraphs>119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Helvetica Light</vt:lpstr>
      <vt:lpstr>仓耳玄三M W05</vt:lpstr>
      <vt:lpstr>DengXian</vt:lpstr>
      <vt:lpstr>华文中宋</vt:lpstr>
      <vt:lpstr>微软雅黑</vt:lpstr>
      <vt:lpstr>微软雅黑 Light</vt:lpstr>
      <vt:lpstr>造字工房悦黑体验版纤细体</vt:lpstr>
      <vt:lpstr>Arial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</dc:title>
  <dc:creator>第一PPT</dc:creator>
  <cp:keywords>www.1ppt.com</cp:keywords>
  <dc:description>www.1ppt.com</dc:description>
  <cp:lastModifiedBy>Uestc</cp:lastModifiedBy>
  <cp:revision>474</cp:revision>
  <dcterms:created xsi:type="dcterms:W3CDTF">2018-06-17T04:53:00Z</dcterms:created>
  <dcterms:modified xsi:type="dcterms:W3CDTF">2024-04-29T12:35:24Z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670B03F48DA84301A00661D22D3D71A6</vt:lpwstr>
  </property>
  <property fmtid="{D5CDD505-2E9C-101B-9397-08002B2CF9AE}" pid="3" name="KSOProductBuildVer">
    <vt:lpwstr>2052-11.1.0.12165</vt:lpwstr>
  </property>
</Properties>
</file>